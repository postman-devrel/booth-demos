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jpeg" ContentType="image/jpeg"/>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media1.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078" rtl="0" fontAlgn="auto" latinLnBrk="0" hangingPunct="0">
      <a:lnSpc>
        <a:spcPct val="100000"/>
      </a:lnSpc>
      <a:spcBef>
        <a:spcPts val="0"/>
      </a:spcBef>
      <a:spcAft>
        <a:spcPts val="0"/>
      </a:spcAft>
      <a:buClrTx/>
      <a:buSzTx/>
      <a:buFontTx/>
      <a:buNone/>
      <a:tabLst/>
      <a:defRPr b="0" baseline="0" cap="none" i="0" spc="0" strike="noStrike" sz="1700" u="none" kumimoji="0" normalizeH="0">
        <a:ln>
          <a:noFill/>
        </a:ln>
        <a:solidFill>
          <a:srgbClr val="000000"/>
        </a:solidFill>
        <a:effectLst/>
        <a:uFillTx/>
        <a:latin typeface="+mj-lt"/>
        <a:ea typeface="+mj-ea"/>
        <a:cs typeface="+mj-cs"/>
        <a:sym typeface="Mona Sans"/>
      </a:defRPr>
    </a:lvl1pPr>
    <a:lvl2pPr marL="0" marR="0" indent="0" algn="l" defTabSz="914078" rtl="0" fontAlgn="auto" latinLnBrk="0" hangingPunct="0">
      <a:lnSpc>
        <a:spcPct val="100000"/>
      </a:lnSpc>
      <a:spcBef>
        <a:spcPts val="0"/>
      </a:spcBef>
      <a:spcAft>
        <a:spcPts val="0"/>
      </a:spcAft>
      <a:buClrTx/>
      <a:buSzTx/>
      <a:buFontTx/>
      <a:buNone/>
      <a:tabLst/>
      <a:defRPr b="0" baseline="0" cap="none" i="0" spc="0" strike="noStrike" sz="1700" u="none" kumimoji="0" normalizeH="0">
        <a:ln>
          <a:noFill/>
        </a:ln>
        <a:solidFill>
          <a:srgbClr val="000000"/>
        </a:solidFill>
        <a:effectLst/>
        <a:uFillTx/>
        <a:latin typeface="+mj-lt"/>
        <a:ea typeface="+mj-ea"/>
        <a:cs typeface="+mj-cs"/>
        <a:sym typeface="Mona Sans"/>
      </a:defRPr>
    </a:lvl2pPr>
    <a:lvl3pPr marL="0" marR="0" indent="0" algn="l" defTabSz="914078" rtl="0" fontAlgn="auto" latinLnBrk="0" hangingPunct="0">
      <a:lnSpc>
        <a:spcPct val="100000"/>
      </a:lnSpc>
      <a:spcBef>
        <a:spcPts val="0"/>
      </a:spcBef>
      <a:spcAft>
        <a:spcPts val="0"/>
      </a:spcAft>
      <a:buClrTx/>
      <a:buSzTx/>
      <a:buFontTx/>
      <a:buNone/>
      <a:tabLst/>
      <a:defRPr b="0" baseline="0" cap="none" i="0" spc="0" strike="noStrike" sz="1700" u="none" kumimoji="0" normalizeH="0">
        <a:ln>
          <a:noFill/>
        </a:ln>
        <a:solidFill>
          <a:srgbClr val="000000"/>
        </a:solidFill>
        <a:effectLst/>
        <a:uFillTx/>
        <a:latin typeface="+mj-lt"/>
        <a:ea typeface="+mj-ea"/>
        <a:cs typeface="+mj-cs"/>
        <a:sym typeface="Mona Sans"/>
      </a:defRPr>
    </a:lvl3pPr>
    <a:lvl4pPr marL="0" marR="0" indent="0" algn="l" defTabSz="914078" rtl="0" fontAlgn="auto" latinLnBrk="0" hangingPunct="0">
      <a:lnSpc>
        <a:spcPct val="100000"/>
      </a:lnSpc>
      <a:spcBef>
        <a:spcPts val="0"/>
      </a:spcBef>
      <a:spcAft>
        <a:spcPts val="0"/>
      </a:spcAft>
      <a:buClrTx/>
      <a:buSzTx/>
      <a:buFontTx/>
      <a:buNone/>
      <a:tabLst/>
      <a:defRPr b="0" baseline="0" cap="none" i="0" spc="0" strike="noStrike" sz="1700" u="none" kumimoji="0" normalizeH="0">
        <a:ln>
          <a:noFill/>
        </a:ln>
        <a:solidFill>
          <a:srgbClr val="000000"/>
        </a:solidFill>
        <a:effectLst/>
        <a:uFillTx/>
        <a:latin typeface="+mj-lt"/>
        <a:ea typeface="+mj-ea"/>
        <a:cs typeface="+mj-cs"/>
        <a:sym typeface="Mona Sans"/>
      </a:defRPr>
    </a:lvl4pPr>
    <a:lvl5pPr marL="0" marR="0" indent="0" algn="l" defTabSz="914078" rtl="0" fontAlgn="auto" latinLnBrk="0" hangingPunct="0">
      <a:lnSpc>
        <a:spcPct val="100000"/>
      </a:lnSpc>
      <a:spcBef>
        <a:spcPts val="0"/>
      </a:spcBef>
      <a:spcAft>
        <a:spcPts val="0"/>
      </a:spcAft>
      <a:buClrTx/>
      <a:buSzTx/>
      <a:buFontTx/>
      <a:buNone/>
      <a:tabLst/>
      <a:defRPr b="0" baseline="0" cap="none" i="0" spc="0" strike="noStrike" sz="1700" u="none" kumimoji="0" normalizeH="0">
        <a:ln>
          <a:noFill/>
        </a:ln>
        <a:solidFill>
          <a:srgbClr val="000000"/>
        </a:solidFill>
        <a:effectLst/>
        <a:uFillTx/>
        <a:latin typeface="+mj-lt"/>
        <a:ea typeface="+mj-ea"/>
        <a:cs typeface="+mj-cs"/>
        <a:sym typeface="Mona Sans"/>
      </a:defRPr>
    </a:lvl5pPr>
    <a:lvl6pPr marL="0" marR="0" indent="0" algn="l" defTabSz="914078" rtl="0" fontAlgn="auto" latinLnBrk="0" hangingPunct="0">
      <a:lnSpc>
        <a:spcPct val="100000"/>
      </a:lnSpc>
      <a:spcBef>
        <a:spcPts val="0"/>
      </a:spcBef>
      <a:spcAft>
        <a:spcPts val="0"/>
      </a:spcAft>
      <a:buClrTx/>
      <a:buSzTx/>
      <a:buFontTx/>
      <a:buNone/>
      <a:tabLst/>
      <a:defRPr b="0" baseline="0" cap="none" i="0" spc="0" strike="noStrike" sz="1700" u="none" kumimoji="0" normalizeH="0">
        <a:ln>
          <a:noFill/>
        </a:ln>
        <a:solidFill>
          <a:srgbClr val="000000"/>
        </a:solidFill>
        <a:effectLst/>
        <a:uFillTx/>
        <a:latin typeface="+mj-lt"/>
        <a:ea typeface="+mj-ea"/>
        <a:cs typeface="+mj-cs"/>
        <a:sym typeface="Mona Sans"/>
      </a:defRPr>
    </a:lvl6pPr>
    <a:lvl7pPr marL="0" marR="0" indent="0" algn="l" defTabSz="914078" rtl="0" fontAlgn="auto" latinLnBrk="0" hangingPunct="0">
      <a:lnSpc>
        <a:spcPct val="100000"/>
      </a:lnSpc>
      <a:spcBef>
        <a:spcPts val="0"/>
      </a:spcBef>
      <a:spcAft>
        <a:spcPts val="0"/>
      </a:spcAft>
      <a:buClrTx/>
      <a:buSzTx/>
      <a:buFontTx/>
      <a:buNone/>
      <a:tabLst/>
      <a:defRPr b="0" baseline="0" cap="none" i="0" spc="0" strike="noStrike" sz="1700" u="none" kumimoji="0" normalizeH="0">
        <a:ln>
          <a:noFill/>
        </a:ln>
        <a:solidFill>
          <a:srgbClr val="000000"/>
        </a:solidFill>
        <a:effectLst/>
        <a:uFillTx/>
        <a:latin typeface="+mj-lt"/>
        <a:ea typeface="+mj-ea"/>
        <a:cs typeface="+mj-cs"/>
        <a:sym typeface="Mona Sans"/>
      </a:defRPr>
    </a:lvl7pPr>
    <a:lvl8pPr marL="0" marR="0" indent="0" algn="l" defTabSz="914078" rtl="0" fontAlgn="auto" latinLnBrk="0" hangingPunct="0">
      <a:lnSpc>
        <a:spcPct val="100000"/>
      </a:lnSpc>
      <a:spcBef>
        <a:spcPts val="0"/>
      </a:spcBef>
      <a:spcAft>
        <a:spcPts val="0"/>
      </a:spcAft>
      <a:buClrTx/>
      <a:buSzTx/>
      <a:buFontTx/>
      <a:buNone/>
      <a:tabLst/>
      <a:defRPr b="0" baseline="0" cap="none" i="0" spc="0" strike="noStrike" sz="1700" u="none" kumimoji="0" normalizeH="0">
        <a:ln>
          <a:noFill/>
        </a:ln>
        <a:solidFill>
          <a:srgbClr val="000000"/>
        </a:solidFill>
        <a:effectLst/>
        <a:uFillTx/>
        <a:latin typeface="+mj-lt"/>
        <a:ea typeface="+mj-ea"/>
        <a:cs typeface="+mj-cs"/>
        <a:sym typeface="Mona Sans"/>
      </a:defRPr>
    </a:lvl8pPr>
    <a:lvl9pPr marL="0" marR="0" indent="0" algn="l" defTabSz="914078" rtl="0" fontAlgn="auto" latinLnBrk="0" hangingPunct="0">
      <a:lnSpc>
        <a:spcPct val="100000"/>
      </a:lnSpc>
      <a:spcBef>
        <a:spcPts val="0"/>
      </a:spcBef>
      <a:spcAft>
        <a:spcPts val="0"/>
      </a:spcAft>
      <a:buClrTx/>
      <a:buSzTx/>
      <a:buFontTx/>
      <a:buNone/>
      <a:tabLst/>
      <a:defRPr b="0" baseline="0" cap="none" i="0" spc="0" strike="noStrike" sz="1700" u="none" kumimoji="0" normalizeH="0">
        <a:ln>
          <a:noFill/>
        </a:ln>
        <a:solidFill>
          <a:srgbClr val="000000"/>
        </a:solidFill>
        <a:effectLst/>
        <a:uFillTx/>
        <a:latin typeface="+mj-lt"/>
        <a:ea typeface="+mj-ea"/>
        <a:cs typeface="+mj-cs"/>
        <a:sym typeface="Mona San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101411"/>
              </a:solidFill>
              <a:prstDash val="solid"/>
              <a:round/>
            </a:ln>
          </a:left>
          <a:right>
            <a:ln w="12700" cap="flat">
              <a:solidFill>
                <a:srgbClr val="101411"/>
              </a:solidFill>
              <a:prstDash val="solid"/>
              <a:round/>
            </a:ln>
          </a:right>
          <a:top>
            <a:ln w="12700" cap="flat">
              <a:solidFill>
                <a:srgbClr val="101411"/>
              </a:solidFill>
              <a:prstDash val="solid"/>
              <a:round/>
            </a:ln>
          </a:top>
          <a:bottom>
            <a:ln w="127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rgbClr val="CAD9CB"/>
          </a:solidFill>
        </a:fill>
      </a:tcStyle>
    </a:wholeTbl>
    <a:band2H>
      <a:tcTxStyle b="def" i="def"/>
      <a:tcStyle>
        <a:tcBdr/>
        <a:fill>
          <a:solidFill>
            <a:srgbClr val="E6EDE7"/>
          </a:solidFill>
        </a:fill>
      </a:tcStyle>
    </a:band2H>
    <a:firstCol>
      <a:tcTxStyle b="on" i="off">
        <a:fontRef idx="major">
          <a:srgbClr val="101411"/>
        </a:fontRef>
        <a:srgbClr val="101411"/>
      </a:tcTxStyle>
      <a:tcStyle>
        <a:tcBdr>
          <a:left>
            <a:ln w="12700" cap="flat">
              <a:solidFill>
                <a:srgbClr val="101411"/>
              </a:solidFill>
              <a:prstDash val="solid"/>
              <a:round/>
            </a:ln>
          </a:left>
          <a:right>
            <a:ln w="12700" cap="flat">
              <a:solidFill>
                <a:srgbClr val="101411"/>
              </a:solidFill>
              <a:prstDash val="solid"/>
              <a:round/>
            </a:ln>
          </a:right>
          <a:top>
            <a:ln w="12700" cap="flat">
              <a:solidFill>
                <a:srgbClr val="101411"/>
              </a:solidFill>
              <a:prstDash val="solid"/>
              <a:round/>
            </a:ln>
          </a:top>
          <a:bottom>
            <a:ln w="127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chemeClr val="accent1"/>
          </a:solidFill>
        </a:fill>
      </a:tcStyle>
    </a:firstCol>
    <a:lastRow>
      <a:tcTxStyle b="on" i="off">
        <a:fontRef idx="major">
          <a:srgbClr val="101411"/>
        </a:fontRef>
        <a:srgbClr val="101411"/>
      </a:tcTxStyle>
      <a:tcStyle>
        <a:tcBdr>
          <a:left>
            <a:ln w="12700" cap="flat">
              <a:solidFill>
                <a:srgbClr val="101411"/>
              </a:solidFill>
              <a:prstDash val="solid"/>
              <a:round/>
            </a:ln>
          </a:left>
          <a:right>
            <a:ln w="12700" cap="flat">
              <a:solidFill>
                <a:srgbClr val="101411"/>
              </a:solidFill>
              <a:prstDash val="solid"/>
              <a:round/>
            </a:ln>
          </a:right>
          <a:top>
            <a:ln w="38100" cap="flat">
              <a:solidFill>
                <a:srgbClr val="101411"/>
              </a:solidFill>
              <a:prstDash val="solid"/>
              <a:round/>
            </a:ln>
          </a:top>
          <a:bottom>
            <a:ln w="127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chemeClr val="accent1"/>
          </a:solidFill>
        </a:fill>
      </a:tcStyle>
    </a:lastRow>
    <a:firstRow>
      <a:tcTxStyle b="on" i="off">
        <a:fontRef idx="major">
          <a:srgbClr val="101411"/>
        </a:fontRef>
        <a:srgbClr val="101411"/>
      </a:tcTxStyle>
      <a:tcStyle>
        <a:tcBdr>
          <a:left>
            <a:ln w="12700" cap="flat">
              <a:solidFill>
                <a:srgbClr val="101411"/>
              </a:solidFill>
              <a:prstDash val="solid"/>
              <a:round/>
            </a:ln>
          </a:left>
          <a:right>
            <a:ln w="12700" cap="flat">
              <a:solidFill>
                <a:srgbClr val="101411"/>
              </a:solidFill>
              <a:prstDash val="solid"/>
              <a:round/>
            </a:ln>
          </a:right>
          <a:top>
            <a:ln w="12700" cap="flat">
              <a:solidFill>
                <a:srgbClr val="101411"/>
              </a:solidFill>
              <a:prstDash val="solid"/>
              <a:round/>
            </a:ln>
          </a:top>
          <a:bottom>
            <a:ln w="381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101411"/>
              </a:solidFill>
              <a:prstDash val="solid"/>
              <a:round/>
            </a:ln>
          </a:left>
          <a:right>
            <a:ln w="12700" cap="flat">
              <a:solidFill>
                <a:srgbClr val="101411"/>
              </a:solidFill>
              <a:prstDash val="solid"/>
              <a:round/>
            </a:ln>
          </a:right>
          <a:top>
            <a:ln w="12700" cap="flat">
              <a:solidFill>
                <a:srgbClr val="101411"/>
              </a:solidFill>
              <a:prstDash val="solid"/>
              <a:round/>
            </a:ln>
          </a:top>
          <a:bottom>
            <a:ln w="127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rgbClr val="D0CCFC"/>
          </a:solidFill>
        </a:fill>
      </a:tcStyle>
    </a:wholeTbl>
    <a:band2H>
      <a:tcTxStyle b="def" i="def"/>
      <a:tcStyle>
        <a:tcBdr/>
        <a:fill>
          <a:solidFill>
            <a:srgbClr val="E9E7FE"/>
          </a:solidFill>
        </a:fill>
      </a:tcStyle>
    </a:band2H>
    <a:firstCol>
      <a:tcTxStyle b="on" i="off">
        <a:fontRef idx="major">
          <a:srgbClr val="101411"/>
        </a:fontRef>
        <a:srgbClr val="101411"/>
      </a:tcTxStyle>
      <a:tcStyle>
        <a:tcBdr>
          <a:left>
            <a:ln w="12700" cap="flat">
              <a:solidFill>
                <a:srgbClr val="101411"/>
              </a:solidFill>
              <a:prstDash val="solid"/>
              <a:round/>
            </a:ln>
          </a:left>
          <a:right>
            <a:ln w="12700" cap="flat">
              <a:solidFill>
                <a:srgbClr val="101411"/>
              </a:solidFill>
              <a:prstDash val="solid"/>
              <a:round/>
            </a:ln>
          </a:right>
          <a:top>
            <a:ln w="12700" cap="flat">
              <a:solidFill>
                <a:srgbClr val="101411"/>
              </a:solidFill>
              <a:prstDash val="solid"/>
              <a:round/>
            </a:ln>
          </a:top>
          <a:bottom>
            <a:ln w="127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chemeClr val="accent3"/>
          </a:solidFill>
        </a:fill>
      </a:tcStyle>
    </a:firstCol>
    <a:lastRow>
      <a:tcTxStyle b="on" i="off">
        <a:fontRef idx="major">
          <a:srgbClr val="101411"/>
        </a:fontRef>
        <a:srgbClr val="101411"/>
      </a:tcTxStyle>
      <a:tcStyle>
        <a:tcBdr>
          <a:left>
            <a:ln w="12700" cap="flat">
              <a:solidFill>
                <a:srgbClr val="101411"/>
              </a:solidFill>
              <a:prstDash val="solid"/>
              <a:round/>
            </a:ln>
          </a:left>
          <a:right>
            <a:ln w="12700" cap="flat">
              <a:solidFill>
                <a:srgbClr val="101411"/>
              </a:solidFill>
              <a:prstDash val="solid"/>
              <a:round/>
            </a:ln>
          </a:right>
          <a:top>
            <a:ln w="38100" cap="flat">
              <a:solidFill>
                <a:srgbClr val="101411"/>
              </a:solidFill>
              <a:prstDash val="solid"/>
              <a:round/>
            </a:ln>
          </a:top>
          <a:bottom>
            <a:ln w="127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chemeClr val="accent3"/>
          </a:solidFill>
        </a:fill>
      </a:tcStyle>
    </a:lastRow>
    <a:firstRow>
      <a:tcTxStyle b="on" i="off">
        <a:fontRef idx="major">
          <a:srgbClr val="101411"/>
        </a:fontRef>
        <a:srgbClr val="101411"/>
      </a:tcTxStyle>
      <a:tcStyle>
        <a:tcBdr>
          <a:left>
            <a:ln w="12700" cap="flat">
              <a:solidFill>
                <a:srgbClr val="101411"/>
              </a:solidFill>
              <a:prstDash val="solid"/>
              <a:round/>
            </a:ln>
          </a:left>
          <a:right>
            <a:ln w="12700" cap="flat">
              <a:solidFill>
                <a:srgbClr val="101411"/>
              </a:solidFill>
              <a:prstDash val="solid"/>
              <a:round/>
            </a:ln>
          </a:right>
          <a:top>
            <a:ln w="12700" cap="flat">
              <a:solidFill>
                <a:srgbClr val="101411"/>
              </a:solidFill>
              <a:prstDash val="solid"/>
              <a:round/>
            </a:ln>
          </a:top>
          <a:bottom>
            <a:ln w="381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101411"/>
              </a:solidFill>
              <a:prstDash val="solid"/>
              <a:round/>
            </a:ln>
          </a:left>
          <a:right>
            <a:ln w="12700" cap="flat">
              <a:solidFill>
                <a:srgbClr val="101411"/>
              </a:solidFill>
              <a:prstDash val="solid"/>
              <a:round/>
            </a:ln>
          </a:right>
          <a:top>
            <a:ln w="12700" cap="flat">
              <a:solidFill>
                <a:srgbClr val="101411"/>
              </a:solidFill>
              <a:prstDash val="solid"/>
              <a:round/>
            </a:ln>
          </a:top>
          <a:bottom>
            <a:ln w="127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rgbClr val="F6D3CA"/>
          </a:solidFill>
        </a:fill>
      </a:tcStyle>
    </a:wholeTbl>
    <a:band2H>
      <a:tcTxStyle b="def" i="def"/>
      <a:tcStyle>
        <a:tcBdr/>
        <a:fill>
          <a:solidFill>
            <a:srgbClr val="FBEAE6"/>
          </a:solidFill>
        </a:fill>
      </a:tcStyle>
    </a:band2H>
    <a:firstCol>
      <a:tcTxStyle b="on" i="off">
        <a:fontRef idx="major">
          <a:srgbClr val="101411"/>
        </a:fontRef>
        <a:srgbClr val="101411"/>
      </a:tcTxStyle>
      <a:tcStyle>
        <a:tcBdr>
          <a:left>
            <a:ln w="12700" cap="flat">
              <a:solidFill>
                <a:srgbClr val="101411"/>
              </a:solidFill>
              <a:prstDash val="solid"/>
              <a:round/>
            </a:ln>
          </a:left>
          <a:right>
            <a:ln w="12700" cap="flat">
              <a:solidFill>
                <a:srgbClr val="101411"/>
              </a:solidFill>
              <a:prstDash val="solid"/>
              <a:round/>
            </a:ln>
          </a:right>
          <a:top>
            <a:ln w="12700" cap="flat">
              <a:solidFill>
                <a:srgbClr val="101411"/>
              </a:solidFill>
              <a:prstDash val="solid"/>
              <a:round/>
            </a:ln>
          </a:top>
          <a:bottom>
            <a:ln w="127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chemeClr val="accent6"/>
          </a:solidFill>
        </a:fill>
      </a:tcStyle>
    </a:firstCol>
    <a:lastRow>
      <a:tcTxStyle b="on" i="off">
        <a:fontRef idx="major">
          <a:srgbClr val="101411"/>
        </a:fontRef>
        <a:srgbClr val="101411"/>
      </a:tcTxStyle>
      <a:tcStyle>
        <a:tcBdr>
          <a:left>
            <a:ln w="12700" cap="flat">
              <a:solidFill>
                <a:srgbClr val="101411"/>
              </a:solidFill>
              <a:prstDash val="solid"/>
              <a:round/>
            </a:ln>
          </a:left>
          <a:right>
            <a:ln w="12700" cap="flat">
              <a:solidFill>
                <a:srgbClr val="101411"/>
              </a:solidFill>
              <a:prstDash val="solid"/>
              <a:round/>
            </a:ln>
          </a:right>
          <a:top>
            <a:ln w="38100" cap="flat">
              <a:solidFill>
                <a:srgbClr val="101411"/>
              </a:solidFill>
              <a:prstDash val="solid"/>
              <a:round/>
            </a:ln>
          </a:top>
          <a:bottom>
            <a:ln w="127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chemeClr val="accent6"/>
          </a:solidFill>
        </a:fill>
      </a:tcStyle>
    </a:lastRow>
    <a:firstRow>
      <a:tcTxStyle b="on" i="off">
        <a:fontRef idx="major">
          <a:srgbClr val="101411"/>
        </a:fontRef>
        <a:srgbClr val="101411"/>
      </a:tcTxStyle>
      <a:tcStyle>
        <a:tcBdr>
          <a:left>
            <a:ln w="12700" cap="flat">
              <a:solidFill>
                <a:srgbClr val="101411"/>
              </a:solidFill>
              <a:prstDash val="solid"/>
              <a:round/>
            </a:ln>
          </a:left>
          <a:right>
            <a:ln w="12700" cap="flat">
              <a:solidFill>
                <a:srgbClr val="101411"/>
              </a:solidFill>
              <a:prstDash val="solid"/>
              <a:round/>
            </a:ln>
          </a:right>
          <a:top>
            <a:ln w="12700" cap="flat">
              <a:solidFill>
                <a:srgbClr val="101411"/>
              </a:solidFill>
              <a:prstDash val="solid"/>
              <a:round/>
            </a:ln>
          </a:top>
          <a:bottom>
            <a:ln w="381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101411"/>
          </a:solidFill>
        </a:fill>
      </a:tcStyle>
    </a:band2H>
    <a:firstCol>
      <a:tcTxStyle b="on" i="off">
        <a:fontRef idx="major">
          <a:srgbClr val="101411"/>
        </a:fontRef>
        <a:srgbClr val="10141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101411"/>
          </a:solidFill>
        </a:fill>
      </a:tcStyle>
    </a:lastRow>
    <a:firstRow>
      <a:tcTxStyle b="on" i="off">
        <a:fontRef idx="major">
          <a:srgbClr val="101411"/>
        </a:fontRef>
        <a:srgbClr val="101411"/>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101411"/>
              </a:solidFill>
              <a:prstDash val="solid"/>
              <a:round/>
            </a:ln>
          </a:left>
          <a:right>
            <a:ln w="12700" cap="flat">
              <a:solidFill>
                <a:srgbClr val="101411"/>
              </a:solidFill>
              <a:prstDash val="solid"/>
              <a:round/>
            </a:ln>
          </a:right>
          <a:top>
            <a:ln w="12700" cap="flat">
              <a:solidFill>
                <a:srgbClr val="101411"/>
              </a:solidFill>
              <a:prstDash val="solid"/>
              <a:round/>
            </a:ln>
          </a:top>
          <a:bottom>
            <a:ln w="127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101411"/>
        </a:fontRef>
        <a:srgbClr val="101411"/>
      </a:tcTxStyle>
      <a:tcStyle>
        <a:tcBdr>
          <a:left>
            <a:ln w="12700" cap="flat">
              <a:solidFill>
                <a:srgbClr val="101411"/>
              </a:solidFill>
              <a:prstDash val="solid"/>
              <a:round/>
            </a:ln>
          </a:left>
          <a:right>
            <a:ln w="12700" cap="flat">
              <a:solidFill>
                <a:srgbClr val="101411"/>
              </a:solidFill>
              <a:prstDash val="solid"/>
              <a:round/>
            </a:ln>
          </a:right>
          <a:top>
            <a:ln w="12700" cap="flat">
              <a:solidFill>
                <a:srgbClr val="101411"/>
              </a:solidFill>
              <a:prstDash val="solid"/>
              <a:round/>
            </a:ln>
          </a:top>
          <a:bottom>
            <a:ln w="127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rgbClr val="000000"/>
          </a:solidFill>
        </a:fill>
      </a:tcStyle>
    </a:firstCol>
    <a:lastRow>
      <a:tcTxStyle b="on" i="off">
        <a:fontRef idx="major">
          <a:srgbClr val="101411"/>
        </a:fontRef>
        <a:srgbClr val="101411"/>
      </a:tcTxStyle>
      <a:tcStyle>
        <a:tcBdr>
          <a:left>
            <a:ln w="12700" cap="flat">
              <a:solidFill>
                <a:srgbClr val="101411"/>
              </a:solidFill>
              <a:prstDash val="solid"/>
              <a:round/>
            </a:ln>
          </a:left>
          <a:right>
            <a:ln w="12700" cap="flat">
              <a:solidFill>
                <a:srgbClr val="101411"/>
              </a:solidFill>
              <a:prstDash val="solid"/>
              <a:round/>
            </a:ln>
          </a:right>
          <a:top>
            <a:ln w="38100" cap="flat">
              <a:solidFill>
                <a:srgbClr val="101411"/>
              </a:solidFill>
              <a:prstDash val="solid"/>
              <a:round/>
            </a:ln>
          </a:top>
          <a:bottom>
            <a:ln w="127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rgbClr val="000000"/>
          </a:solidFill>
        </a:fill>
      </a:tcStyle>
    </a:lastRow>
    <a:firstRow>
      <a:tcTxStyle b="on" i="off">
        <a:fontRef idx="major">
          <a:srgbClr val="101411"/>
        </a:fontRef>
        <a:srgbClr val="101411"/>
      </a:tcTxStyle>
      <a:tcStyle>
        <a:tcBdr>
          <a:left>
            <a:ln w="12700" cap="flat">
              <a:solidFill>
                <a:srgbClr val="101411"/>
              </a:solidFill>
              <a:prstDash val="solid"/>
              <a:round/>
            </a:ln>
          </a:left>
          <a:right>
            <a:ln w="12700" cap="flat">
              <a:solidFill>
                <a:srgbClr val="101411"/>
              </a:solidFill>
              <a:prstDash val="solid"/>
              <a:round/>
            </a:ln>
          </a:right>
          <a:top>
            <a:ln w="12700" cap="flat">
              <a:solidFill>
                <a:srgbClr val="101411"/>
              </a:solidFill>
              <a:prstDash val="solid"/>
              <a:round/>
            </a:ln>
          </a:top>
          <a:bottom>
            <a:ln w="38100" cap="flat">
              <a:solidFill>
                <a:srgbClr val="101411"/>
              </a:solidFill>
              <a:prstDash val="solid"/>
              <a:round/>
            </a:ln>
          </a:bottom>
          <a:insideH>
            <a:ln w="12700" cap="flat">
              <a:solidFill>
                <a:srgbClr val="101411"/>
              </a:solidFill>
              <a:prstDash val="solid"/>
              <a:round/>
            </a:ln>
          </a:insideH>
          <a:insideV>
            <a:ln w="12700" cap="flat">
              <a:solidFill>
                <a:srgbClr val="101411"/>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8710" name="Shape 8710"/>
          <p:cNvSpPr/>
          <p:nvPr>
            <p:ph type="sldImg"/>
          </p:nvPr>
        </p:nvSpPr>
        <p:spPr>
          <a:xfrm>
            <a:off x="1143000" y="685800"/>
            <a:ext cx="4572000" cy="3429000"/>
          </a:xfrm>
          <a:prstGeom prst="rect">
            <a:avLst/>
          </a:prstGeom>
        </p:spPr>
        <p:txBody>
          <a:bodyPr/>
          <a:lstStyle/>
          <a:p>
            <a:pPr/>
          </a:p>
        </p:txBody>
      </p:sp>
      <p:sp>
        <p:nvSpPr>
          <p:cNvPr id="8711" name="Shape 8711"/>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914078" latinLnBrk="0">
      <a:defRPr sz="1200">
        <a:latin typeface="+mj-lt"/>
        <a:ea typeface="+mj-ea"/>
        <a:cs typeface="+mj-cs"/>
        <a:sym typeface="Mona Sans"/>
      </a:defRPr>
    </a:lvl1pPr>
    <a:lvl2pPr indent="228600" defTabSz="914078" latinLnBrk="0">
      <a:defRPr sz="1200">
        <a:latin typeface="+mj-lt"/>
        <a:ea typeface="+mj-ea"/>
        <a:cs typeface="+mj-cs"/>
        <a:sym typeface="Mona Sans"/>
      </a:defRPr>
    </a:lvl2pPr>
    <a:lvl3pPr indent="457200" defTabSz="914078" latinLnBrk="0">
      <a:defRPr sz="1200">
        <a:latin typeface="+mj-lt"/>
        <a:ea typeface="+mj-ea"/>
        <a:cs typeface="+mj-cs"/>
        <a:sym typeface="Mona Sans"/>
      </a:defRPr>
    </a:lvl3pPr>
    <a:lvl4pPr indent="685800" defTabSz="914078" latinLnBrk="0">
      <a:defRPr sz="1200">
        <a:latin typeface="+mj-lt"/>
        <a:ea typeface="+mj-ea"/>
        <a:cs typeface="+mj-cs"/>
        <a:sym typeface="Mona Sans"/>
      </a:defRPr>
    </a:lvl4pPr>
    <a:lvl5pPr indent="914400" defTabSz="914078" latinLnBrk="0">
      <a:defRPr sz="1200">
        <a:latin typeface="+mj-lt"/>
        <a:ea typeface="+mj-ea"/>
        <a:cs typeface="+mj-cs"/>
        <a:sym typeface="Mona Sans"/>
      </a:defRPr>
    </a:lvl5pPr>
    <a:lvl6pPr indent="1143000" defTabSz="914078" latinLnBrk="0">
      <a:defRPr sz="1200">
        <a:latin typeface="+mj-lt"/>
        <a:ea typeface="+mj-ea"/>
        <a:cs typeface="+mj-cs"/>
        <a:sym typeface="Mona Sans"/>
      </a:defRPr>
    </a:lvl6pPr>
    <a:lvl7pPr indent="1371600" defTabSz="914078" latinLnBrk="0">
      <a:defRPr sz="1200">
        <a:latin typeface="+mj-lt"/>
        <a:ea typeface="+mj-ea"/>
        <a:cs typeface="+mj-cs"/>
        <a:sym typeface="Mona Sans"/>
      </a:defRPr>
    </a:lvl7pPr>
    <a:lvl8pPr indent="1600200" defTabSz="914078" latinLnBrk="0">
      <a:defRPr sz="1200">
        <a:latin typeface="+mj-lt"/>
        <a:ea typeface="+mj-ea"/>
        <a:cs typeface="+mj-cs"/>
        <a:sym typeface="Mona Sans"/>
      </a:defRPr>
    </a:lvl8pPr>
    <a:lvl9pPr indent="1828800" defTabSz="914078" latinLnBrk="0">
      <a:defRPr sz="1200">
        <a:latin typeface="+mj-lt"/>
        <a:ea typeface="+mj-ea"/>
        <a:cs typeface="+mj-cs"/>
        <a:sym typeface="Mona Sans"/>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18" name="Shape 8718"/>
          <p:cNvSpPr/>
          <p:nvPr>
            <p:ph type="sldImg"/>
          </p:nvPr>
        </p:nvSpPr>
        <p:spPr>
          <a:prstGeom prst="rect">
            <a:avLst/>
          </a:prstGeom>
        </p:spPr>
        <p:txBody>
          <a:bodyPr/>
          <a:lstStyle/>
          <a:p>
            <a:pPr/>
          </a:p>
        </p:txBody>
      </p:sp>
      <p:sp>
        <p:nvSpPr>
          <p:cNvPr id="8719" name="Shape 8719"/>
          <p:cNvSpPr/>
          <p:nvPr>
            <p:ph type="body" sz="quarter" idx="1"/>
          </p:nvPr>
        </p:nvSpPr>
        <p:spPr>
          <a:prstGeom prst="rect">
            <a:avLst/>
          </a:prstGeom>
        </p:spPr>
        <p:txBody>
          <a:bodyPr/>
          <a:lstStyle/>
          <a:p>
            <a:pPr>
              <a:defRPr sz="1800"/>
            </a:pPr>
            <a:r>
              <a:t>Show of hands: Raise your hands if you’ve used coding agents to do any type of engineering work. Now keep your hand raised if the agent did exactly what you wanted with zero mistakes and didn’t break any existing functionality. LIARS.</a:t>
            </a:r>
          </a:p>
          <a:p>
            <a:pPr>
              <a:defRPr sz="1800"/>
            </a:pPr>
            <a:r>
              <a:t>So what usually ends up happening is that your agents can write code but then those changes end up breaking other downstream dependencies. That’s the part nobody talks about. The agent is doing the engineering work, but I’m the one keeping track of everything around it: the context, the dependencies, what’s been verified. So this talk is about how I’ve been handling that, starting with the Postman plugin.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68" name="Shape 8768"/>
          <p:cNvSpPr/>
          <p:nvPr>
            <p:ph type="sldImg"/>
          </p:nvPr>
        </p:nvSpPr>
        <p:spPr>
          <a:prstGeom prst="rect">
            <a:avLst/>
          </a:prstGeom>
        </p:spPr>
        <p:txBody>
          <a:bodyPr/>
          <a:lstStyle/>
          <a:p>
            <a:pPr/>
          </a:p>
        </p:txBody>
      </p:sp>
      <p:sp>
        <p:nvSpPr>
          <p:cNvPr id="8769" name="Shape 8769"/>
          <p:cNvSpPr/>
          <p:nvPr>
            <p:ph type="body" sz="quarter" idx="1"/>
          </p:nvPr>
        </p:nvSpPr>
        <p:spPr>
          <a:prstGeom prst="rect">
            <a:avLst/>
          </a:prstGeom>
        </p:spPr>
        <p:txBody>
          <a:bodyPr/>
          <a:lstStyle/>
          <a:p>
            <a:pPr>
              <a:defRPr sz="1800"/>
            </a:pPr>
            <a:r>
              <a:t>An agent can write an endpoint quickly. The engineering work around that endpoint is usually what takes longer: understanding the contract, finding the dependencies, testing the behavior, and leaving the next person or agent a setup they can use.</a:t>
            </a:r>
          </a:p>
          <a:p>
            <a:pPr>
              <a:defRPr sz="1800"/>
            </a:pPr>
          </a:p>
          <a:p>
            <a:pPr>
              <a:defRPr sz="1800"/>
            </a:pPr>
            <a:r>
              <a:t>That’s the part of the agentic SDLC I want to talk about: how an agent gets the context to make a change, verifies it, and passes useful work into the next task.</a:t>
            </a:r>
          </a:p>
          <a:p>
            <a:pPr>
              <a:defRPr sz="1800"/>
            </a:pPr>
          </a:p>
          <a:p>
            <a:pPr>
              <a:defRPr sz="1800"/>
            </a:pPr>
            <a:r>
              <a:t>The Postman plugin gives the agent skills for API engineering. Each skill contains instructions it can read for a task: which tools to use, which files to work with, and how to check the result. The broader plugin covers development, testing, documentation, CI, and monitoring.</a:t>
            </a:r>
          </a:p>
          <a:p>
            <a:pPr>
              <a:defRPr sz="1800"/>
            </a:pPr>
          </a:p>
          <a:p>
            <a:pPr>
              <a:defRPr sz="1800"/>
            </a:pPr>
            <a:r>
              <a:t>Today we’re focusing on two skills: api-discovery, which includes Context Graph, and api-simulation. One helps the agent understand the APIs and relationships involved. The other gives it an environment where it can develop against those dependencies.</a:t>
            </a:r>
          </a:p>
          <a:p>
            <a:pPr>
              <a:defRPr sz="1800"/>
            </a:pPr>
          </a:p>
          <a:p>
            <a:pPr>
              <a:defRPr sz="1800"/>
            </a:pPr>
            <a:r>
              <a:t>We’ll follow two agents working on consecutive tasks, with a Postman workspace carrying the API assets between them.  So let's start with the first skill, api-discovery. Before an agent changes anything, it needs to know what that change touches, and that's where Context Graph comes in.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41" name="Shape 8841"/>
          <p:cNvSpPr/>
          <p:nvPr>
            <p:ph type="sldImg"/>
          </p:nvPr>
        </p:nvSpPr>
        <p:spPr>
          <a:prstGeom prst="rect">
            <a:avLst/>
          </a:prstGeom>
        </p:spPr>
        <p:txBody>
          <a:bodyPr/>
          <a:lstStyle/>
          <a:p>
            <a:pPr/>
          </a:p>
        </p:txBody>
      </p:sp>
      <p:sp>
        <p:nvSpPr>
          <p:cNvPr id="8842" name="Shape 8842"/>
          <p:cNvSpPr/>
          <p:nvPr>
            <p:ph type="body" sz="quarter" idx="1"/>
          </p:nvPr>
        </p:nvSpPr>
        <p:spPr>
          <a:prstGeom prst="rect">
            <a:avLst/>
          </a:prstGeom>
        </p:spPr>
        <p:txBody>
          <a:bodyPr/>
          <a:lstStyle/>
          <a:p>
            <a:pPr>
              <a:defRPr sz="1700"/>
            </a:pPr>
            <a:r>
              <a:t>Imagine you walk into a library and ask the librarian to find everything about chess. There is no computer catalog, so the only way to answer is on foot. The librarian can walk through the building, search every shelf, and inspect individual books. A more experienced librarian might do that faster and notice more, but they are still searching the entire building from scratch.</a:t>
            </a:r>
          </a:p>
          <a:p>
            <a:pPr>
              <a:defRPr sz="1700"/>
            </a:pPr>
            <a:r>
              <a:t>Now give the librarian access to the library's computer catalog. Instead of starting with the first shelf and working aisle by aisle, they can search once and get a list of relevant books with their exact shelf locations. The catalog tells them where to begin, which books to pull, and which sections deserve a closer look.</a:t>
            </a:r>
          </a:p>
          <a:p>
            <a:pPr>
              <a:defRPr sz="1700"/>
            </a:pPr>
            <a:r>
              <a:t>It can also point them to a chapter inside a book with an unrelated title, a book stored at another location, or a resource that is not on a physical shelf at all, like an audiobook. The librarian can then open the available books and verify that they contain what you need.</a:t>
            </a:r>
          </a:p>
          <a:p>
            <a:pPr>
              <a:defRPr sz="1700"/>
            </a:pPr>
            <a:r>
              <a:t>In this analogy, the librarian is the model, the shelves are the checked-out repositories, and the catalog is the Context Graph API. The Context Graph API tells the model which services, APIs, endpoints, and relationships are likely to matter and where to focus its search. Instead of exploring hundreds of repositories one by one, the model can start with a specific set of candidates and verify those leads in the code wherever possible.</a:t>
            </a:r>
          </a:p>
          <a:p>
            <a:pPr>
              <a:defRPr sz="1700"/>
            </a:pPr>
            <a:r>
              <a:t>The catalog is also updated every night as books are added, removed, or moved. In the same way, the Context Graph refreshes nightly from your connected data, so it continues to reflect new services, changed endpoints, and updated relationships.</a:t>
            </a:r>
          </a:p>
          <a:p>
            <a:pPr>
              <a:defRPr sz="1700"/>
            </a:pPr>
            <a:r>
              <a:t>A better model is like a faster, more experienced librarian. It can search the shelves more efficiently, but it still cannot find something that is not on those shelves.</a:t>
            </a:r>
          </a:p>
          <a:p>
            <a:pPr>
              <a:defRPr sz="1700"/>
            </a:pPr>
            <a:r>
              <a:t>In the Postman plugin, that Context Graph query is part of the api-discovery skill. It gives the agent a starting point: which APIs are relevant to the task, where to find them, and which relationships to verify.</a:t>
            </a:r>
          </a:p>
          <a:p>
            <a:pPr>
              <a:defRPr sz="1700"/>
            </a:pPr>
            <a:r>
              <a:t>Once we know which dependencies matter, we still need a way to develop against them. Knowing where an API lives doesn’t mean its service is available to run locally. That’s where the second skill, api-simulation, comes in: it turns the dependencies we’ve identified into a runnable environment.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49" name="Shape 8849"/>
          <p:cNvSpPr/>
          <p:nvPr>
            <p:ph type="sldImg"/>
          </p:nvPr>
        </p:nvSpPr>
        <p:spPr>
          <a:prstGeom prst="rect">
            <a:avLst/>
          </a:prstGeom>
        </p:spPr>
        <p:txBody>
          <a:bodyPr/>
          <a:lstStyle/>
          <a:p>
            <a:pPr/>
          </a:p>
        </p:txBody>
      </p:sp>
      <p:sp>
        <p:nvSpPr>
          <p:cNvPr id="8850" name="Shape 8850"/>
          <p:cNvSpPr/>
          <p:nvPr>
            <p:ph type="body" sz="quarter" idx="1"/>
          </p:nvPr>
        </p:nvSpPr>
        <p:spPr>
          <a:prstGeom prst="rect">
            <a:avLst/>
          </a:prstGeom>
        </p:spPr>
        <p:txBody>
          <a:bodyPr/>
          <a:lstStyle/>
          <a:p>
            <a:pPr>
              <a:defRPr sz="1600"/>
            </a:pPr>
            <a:r>
              <a:t>The Context Graph gives us a way to find the right starting points. Let me make that concrete with the feature we’re building for the rest of this talk.</a:t>
            </a:r>
          </a:p>
          <a:p>
            <a:pPr>
              <a:defRPr sz="1600"/>
            </a:pPr>
            <a:r>
              <a:t>We have this healthcare app which is the backend for a hospital. Inside it are a bunch of services, one of which is a patients service which will store a patient’s insurance ID.</a:t>
            </a:r>
          </a:p>
          <a:p>
            <a:pPr>
              <a:defRPr sz="1600"/>
            </a:pPr>
          </a:p>
          <a:p>
            <a:pPr>
              <a:defRPr sz="1600"/>
            </a:pPr>
          </a:p>
          <a:p>
            <a:pPr>
              <a:defRPr sz="1600"/>
            </a:pPr>
            <a:r>
              <a:t>There’s two tasks that we are giving two separate agents. Agent A needs to build an API to view insurance claims. To do that, it will use the context graph to find dependencies of the patients service. Once we get the answer, Agent A can build the claims view, with insurance ID, name, and amount, knowing where each field comes from.</a:t>
            </a:r>
          </a:p>
          <a:p>
            <a:pPr>
              <a:defRPr sz="1600"/>
            </a:pPr>
          </a:p>
          <a:p>
            <a:pPr>
              <a:defRPr sz="1600"/>
            </a:pPr>
            <a:r>
              <a:t>Then Agent B will take the insurance info, either approve or deny it, and send the decision to the billing service.</a:t>
            </a:r>
          </a:p>
          <a:p>
            <a:pPr>
              <a:defRPr sz="1600"/>
            </a:pPr>
          </a:p>
          <a:p>
            <a:pPr>
              <a:defRPr sz="1600"/>
            </a:pPr>
            <a:r>
              <a:t>This leaves us a practical problem. To exercise these two APIs, I’d need myhealthcare.dev, the patient service, and the billing service all running on my machine. Knowing where an API lives doesn’t mean I can run it. And every service the agent has to bring up costs time and tokens.</a:t>
            </a:r>
          </a:p>
          <a:p>
            <a:pPr>
              <a:defRPr sz="1600"/>
            </a:pPr>
          </a:p>
          <a:p>
            <a:pPr>
              <a:defRPr sz="1600"/>
            </a:pPr>
            <a:r>
              <a:t>What I want instead is for the agent to run only the insurance code and talk to stand-ins for everything else. That’s what api-simulation does, and it’s next.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98" name="Shape 8898"/>
          <p:cNvSpPr/>
          <p:nvPr>
            <p:ph type="sldImg"/>
          </p:nvPr>
        </p:nvSpPr>
        <p:spPr>
          <a:prstGeom prst="rect">
            <a:avLst/>
          </a:prstGeom>
        </p:spPr>
        <p:txBody>
          <a:bodyPr/>
          <a:lstStyle/>
          <a:p>
            <a:pPr/>
          </a:p>
        </p:txBody>
      </p:sp>
      <p:sp>
        <p:nvSpPr>
          <p:cNvPr id="8899" name="Shape 8899"/>
          <p:cNvSpPr/>
          <p:nvPr>
            <p:ph type="body" sz="quarter" idx="1"/>
          </p:nvPr>
        </p:nvSpPr>
        <p:spPr>
          <a:prstGeom prst="rect">
            <a:avLst/>
          </a:prstGeom>
        </p:spPr>
        <p:txBody>
          <a:bodyPr/>
          <a:lstStyle/>
          <a:p>
            <a:pPr>
              <a:defRPr sz="1700"/>
            </a:pPr>
            <a:r>
              <a:t>Suppose my service calls four other APIs. To develop it locally, I need a way to exercise those calls, including their responses and failures, without bringing up all four real services.</a:t>
            </a:r>
          </a:p>
          <a:p>
            <a:pPr>
              <a:defRPr sz="1700"/>
            </a:pPr>
            <a:r>
              <a:t>An API simulation groups the dependency mocks into a runnable setup. Each mock represents an API; the simulation defines how to reach them together. Its basically a group of mocks. My actual service runs locally and sends its dependency calls to that setup.</a:t>
            </a:r>
          </a:p>
          <a:p>
            <a:pPr>
              <a:defRPr sz="1700"/>
            </a:pPr>
          </a:p>
          <a:p>
            <a:pPr>
              <a:defRPr sz="1700"/>
            </a:pPr>
            <a:r>
              <a:t>That gives me a repeatable environment. I can run requests through my code and inspect the calls the simulated dependencies receive. Where needed, the simulation can apply delays, errors, or rate limits to exercise failure handling.</a:t>
            </a:r>
          </a:p>
          <a:p>
            <a:pPr>
              <a:defRPr sz="1700"/>
            </a:pPr>
          </a:p>
          <a:p>
            <a:pPr>
              <a:defRPr sz="1700"/>
            </a:pPr>
            <a:r>
              <a:t>Now save the requests and assertions as a Postman collection and publish the simulation and collection to a workspace. Another agent can retrieve them, start the same dependency setup, and rerun the existing checks before changing anything.</a:t>
            </a:r>
          </a:p>
          <a:p>
            <a:pPr>
              <a:defRPr sz="1700"/>
            </a:pPr>
          </a:p>
          <a:p>
            <a:pPr>
              <a:defRPr sz="1700"/>
            </a:pPr>
            <a:r>
              <a:t>That’s how the agents work together in this demo. They work in separate sessions, and the second uses the API assets the first published. The workspace gives them a place to share those assets without passing a conversation transcript around.</a:t>
            </a:r>
          </a:p>
          <a:p>
            <a:pPr>
              <a:defRPr sz="1700"/>
            </a:pPr>
          </a:p>
          <a:p>
            <a:pPr>
              <a:defRPr sz="1700"/>
            </a:pPr>
            <a:r>
              <a:t>Let’s walk through the recording, starting with the dependencies Agent A discovers for the claims-review feature.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Speaker Card (6)">
    <p:spTree>
      <p:nvGrpSpPr>
        <p:cNvPr id="1" name=""/>
        <p:cNvGrpSpPr/>
        <p:nvPr/>
      </p:nvGrpSpPr>
      <p:grpSpPr>
        <a:xfrm>
          <a:off x="0" y="0"/>
          <a:ext cx="0" cy="0"/>
          <a:chOff x="0" y="0"/>
          <a:chExt cx="0" cy="0"/>
        </a:xfrm>
      </p:grpSpPr>
      <p:sp>
        <p:nvSpPr>
          <p:cNvPr id="73" name="Body Level One…"/>
          <p:cNvSpPr txBox="1"/>
          <p:nvPr>
            <p:ph type="body" idx="1" hasCustomPrompt="1"/>
          </p:nvPr>
        </p:nvSpPr>
        <p:spPr>
          <a:prstGeom prst="rect">
            <a:avLst/>
          </a:prstGeom>
        </p:spPr>
        <p:txBody>
          <a:bodyPr/>
          <a:lstStyle/>
          <a:p>
            <a:pPr/>
            <a:r>
              <a:t>Presentation title</a:t>
            </a:r>
          </a:p>
          <a:p>
            <a:pPr lvl="1"/>
            <a:r>
              <a:t/>
            </a:r>
          </a:p>
          <a:p>
            <a:pPr lvl="2"/>
            <a:r>
              <a:t/>
            </a:r>
          </a:p>
          <a:p>
            <a:pPr lvl="3"/>
            <a:r>
              <a:t/>
            </a:r>
          </a:p>
          <a:p>
            <a:pPr lvl="4"/>
            <a:r>
              <a:t/>
            </a:r>
          </a:p>
        </p:txBody>
      </p:sp>
      <p:sp>
        <p:nvSpPr>
          <p:cNvPr id="74" name="Text Placeholder 23"/>
          <p:cNvSpPr/>
          <p:nvPr>
            <p:ph type="body" sz="quarter" idx="21" hasCustomPrompt="1"/>
          </p:nvPr>
        </p:nvSpPr>
        <p:spPr>
          <a:xfrm>
            <a:off x="2729699" y="4981649"/>
            <a:ext cx="2182700"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75" name="Text Placeholder 23"/>
          <p:cNvSpPr/>
          <p:nvPr>
            <p:ph type="body" sz="quarter" idx="22" hasCustomPrompt="1"/>
          </p:nvPr>
        </p:nvSpPr>
        <p:spPr>
          <a:xfrm>
            <a:off x="2729699" y="5256567"/>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76" name="Text Placeholder 23"/>
          <p:cNvSpPr/>
          <p:nvPr>
            <p:ph type="body" sz="quarter" idx="23" hasCustomPrompt="1"/>
          </p:nvPr>
        </p:nvSpPr>
        <p:spPr>
          <a:xfrm>
            <a:off x="2729699" y="5531487"/>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77" name="Text Placeholder 23"/>
          <p:cNvSpPr/>
          <p:nvPr>
            <p:ph type="body" sz="quarter" idx="24" hasCustomPrompt="1"/>
          </p:nvPr>
        </p:nvSpPr>
        <p:spPr>
          <a:xfrm>
            <a:off x="2729699" y="5992307"/>
            <a:ext cx="2180977"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78" name="Text Placeholder 23"/>
          <p:cNvSpPr/>
          <p:nvPr>
            <p:ph type="body" sz="quarter" idx="25" hasCustomPrompt="1"/>
          </p:nvPr>
        </p:nvSpPr>
        <p:spPr>
          <a:xfrm>
            <a:off x="2729699" y="6268075"/>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79" name="Text Placeholder 23"/>
          <p:cNvSpPr/>
          <p:nvPr>
            <p:ph type="body" sz="quarter" idx="26" hasCustomPrompt="1"/>
          </p:nvPr>
        </p:nvSpPr>
        <p:spPr>
          <a:xfrm>
            <a:off x="2729699" y="6542992"/>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80" name="Text Placeholder 23"/>
          <p:cNvSpPr/>
          <p:nvPr>
            <p:ph type="body" sz="quarter" idx="27" hasCustomPrompt="1"/>
          </p:nvPr>
        </p:nvSpPr>
        <p:spPr>
          <a:xfrm>
            <a:off x="6276997" y="4981649"/>
            <a:ext cx="2182701"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81" name="Text Placeholder 23"/>
          <p:cNvSpPr/>
          <p:nvPr>
            <p:ph type="body" sz="quarter" idx="28" hasCustomPrompt="1"/>
          </p:nvPr>
        </p:nvSpPr>
        <p:spPr>
          <a:xfrm>
            <a:off x="6276997" y="5256567"/>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82" name="Text Placeholder 23"/>
          <p:cNvSpPr/>
          <p:nvPr>
            <p:ph type="body" sz="quarter" idx="29" hasCustomPrompt="1"/>
          </p:nvPr>
        </p:nvSpPr>
        <p:spPr>
          <a:xfrm>
            <a:off x="6276997" y="5531487"/>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83" name="Text Placeholder 23"/>
          <p:cNvSpPr/>
          <p:nvPr>
            <p:ph type="body" sz="quarter" idx="30" hasCustomPrompt="1"/>
          </p:nvPr>
        </p:nvSpPr>
        <p:spPr>
          <a:xfrm>
            <a:off x="6276997" y="5992307"/>
            <a:ext cx="2180977"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84" name="Text Placeholder 23"/>
          <p:cNvSpPr/>
          <p:nvPr>
            <p:ph type="body" sz="quarter" idx="31" hasCustomPrompt="1"/>
          </p:nvPr>
        </p:nvSpPr>
        <p:spPr>
          <a:xfrm>
            <a:off x="6276997" y="6268075"/>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85" name="Text Placeholder 23"/>
          <p:cNvSpPr/>
          <p:nvPr>
            <p:ph type="body" sz="quarter" idx="32" hasCustomPrompt="1"/>
          </p:nvPr>
        </p:nvSpPr>
        <p:spPr>
          <a:xfrm>
            <a:off x="6276997" y="6542992"/>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86" name="Text Placeholder 23"/>
          <p:cNvSpPr/>
          <p:nvPr>
            <p:ph type="body" sz="quarter" idx="33" hasCustomPrompt="1"/>
          </p:nvPr>
        </p:nvSpPr>
        <p:spPr>
          <a:xfrm>
            <a:off x="9818306" y="4981649"/>
            <a:ext cx="2182701"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87" name="Text Placeholder 23"/>
          <p:cNvSpPr/>
          <p:nvPr>
            <p:ph type="body" sz="quarter" idx="34" hasCustomPrompt="1"/>
          </p:nvPr>
        </p:nvSpPr>
        <p:spPr>
          <a:xfrm>
            <a:off x="9818306" y="5256567"/>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88" name="Text Placeholder 23"/>
          <p:cNvSpPr/>
          <p:nvPr>
            <p:ph type="body" sz="quarter" idx="35" hasCustomPrompt="1"/>
          </p:nvPr>
        </p:nvSpPr>
        <p:spPr>
          <a:xfrm>
            <a:off x="9818306" y="5531487"/>
            <a:ext cx="2188962"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89" name="Text Placeholder 23"/>
          <p:cNvSpPr/>
          <p:nvPr>
            <p:ph type="body" sz="quarter" idx="36" hasCustomPrompt="1"/>
          </p:nvPr>
        </p:nvSpPr>
        <p:spPr>
          <a:xfrm>
            <a:off x="9818306" y="5992307"/>
            <a:ext cx="2180977"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90" name="Text Placeholder 23"/>
          <p:cNvSpPr/>
          <p:nvPr>
            <p:ph type="body" sz="quarter" idx="37" hasCustomPrompt="1"/>
          </p:nvPr>
        </p:nvSpPr>
        <p:spPr>
          <a:xfrm>
            <a:off x="9818306" y="6268075"/>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91" name="Text Placeholder 23"/>
          <p:cNvSpPr/>
          <p:nvPr>
            <p:ph type="body" sz="quarter" idx="38" hasCustomPrompt="1"/>
          </p:nvPr>
        </p:nvSpPr>
        <p:spPr>
          <a:xfrm>
            <a:off x="9818306" y="6542992"/>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92" name="Google Shape;179;p20"/>
          <p:cNvSpPr/>
          <p:nvPr>
            <p:ph type="pic" sz="quarter" idx="39"/>
          </p:nvPr>
        </p:nvSpPr>
        <p:spPr>
          <a:xfrm>
            <a:off x="1585952" y="4833032"/>
            <a:ext cx="980110" cy="994557"/>
          </a:xfrm>
          <a:prstGeom prst="rect">
            <a:avLst/>
          </a:prstGeom>
        </p:spPr>
        <p:txBody>
          <a:bodyPr lIns="91439" tIns="45719" rIns="91439" bIns="45719">
            <a:noAutofit/>
          </a:bodyPr>
          <a:lstStyle/>
          <a:p>
            <a:pPr/>
          </a:p>
        </p:txBody>
      </p:sp>
      <p:sp>
        <p:nvSpPr>
          <p:cNvPr id="93" name="Google Shape;179;p20"/>
          <p:cNvSpPr/>
          <p:nvPr>
            <p:ph type="pic" sz="quarter" idx="40"/>
          </p:nvPr>
        </p:nvSpPr>
        <p:spPr>
          <a:xfrm>
            <a:off x="1585952" y="5865057"/>
            <a:ext cx="980110" cy="994557"/>
          </a:xfrm>
          <a:prstGeom prst="rect">
            <a:avLst/>
          </a:prstGeom>
        </p:spPr>
        <p:txBody>
          <a:bodyPr lIns="91439" tIns="45719" rIns="91439" bIns="45719">
            <a:noAutofit/>
          </a:bodyPr>
          <a:lstStyle/>
          <a:p>
            <a:pPr/>
          </a:p>
        </p:txBody>
      </p:sp>
      <p:sp>
        <p:nvSpPr>
          <p:cNvPr id="94" name="Google Shape;179;p20"/>
          <p:cNvSpPr/>
          <p:nvPr>
            <p:ph type="pic" sz="quarter" idx="41"/>
          </p:nvPr>
        </p:nvSpPr>
        <p:spPr>
          <a:xfrm>
            <a:off x="5125465" y="4833032"/>
            <a:ext cx="980110" cy="994557"/>
          </a:xfrm>
          <a:prstGeom prst="rect">
            <a:avLst/>
          </a:prstGeom>
        </p:spPr>
        <p:txBody>
          <a:bodyPr lIns="91439" tIns="45719" rIns="91439" bIns="45719">
            <a:noAutofit/>
          </a:bodyPr>
          <a:lstStyle/>
          <a:p>
            <a:pPr/>
          </a:p>
        </p:txBody>
      </p:sp>
      <p:sp>
        <p:nvSpPr>
          <p:cNvPr id="95" name="Google Shape;179;p20"/>
          <p:cNvSpPr/>
          <p:nvPr>
            <p:ph type="pic" sz="quarter" idx="42"/>
          </p:nvPr>
        </p:nvSpPr>
        <p:spPr>
          <a:xfrm>
            <a:off x="5125465" y="5865057"/>
            <a:ext cx="980110" cy="994557"/>
          </a:xfrm>
          <a:prstGeom prst="rect">
            <a:avLst/>
          </a:prstGeom>
        </p:spPr>
        <p:txBody>
          <a:bodyPr lIns="91439" tIns="45719" rIns="91439" bIns="45719">
            <a:noAutofit/>
          </a:bodyPr>
          <a:lstStyle/>
          <a:p>
            <a:pPr/>
          </a:p>
        </p:txBody>
      </p:sp>
      <p:sp>
        <p:nvSpPr>
          <p:cNvPr id="96" name="Google Shape;179;p20"/>
          <p:cNvSpPr/>
          <p:nvPr>
            <p:ph type="pic" sz="quarter" idx="43"/>
          </p:nvPr>
        </p:nvSpPr>
        <p:spPr>
          <a:xfrm>
            <a:off x="8677826" y="4833032"/>
            <a:ext cx="980110" cy="994557"/>
          </a:xfrm>
          <a:prstGeom prst="rect">
            <a:avLst/>
          </a:prstGeom>
        </p:spPr>
        <p:txBody>
          <a:bodyPr lIns="91439" tIns="45719" rIns="91439" bIns="45719">
            <a:noAutofit/>
          </a:bodyPr>
          <a:lstStyle/>
          <a:p>
            <a:pPr/>
          </a:p>
        </p:txBody>
      </p:sp>
      <p:sp>
        <p:nvSpPr>
          <p:cNvPr id="97" name="Google Shape;179;p20"/>
          <p:cNvSpPr/>
          <p:nvPr>
            <p:ph type="pic" sz="quarter" idx="44"/>
          </p:nvPr>
        </p:nvSpPr>
        <p:spPr>
          <a:xfrm>
            <a:off x="8677826" y="5865057"/>
            <a:ext cx="980110" cy="994557"/>
          </a:xfrm>
          <a:prstGeom prst="rect">
            <a:avLst/>
          </a:prstGeom>
        </p:spPr>
        <p:txBody>
          <a:bodyPr lIns="91439" tIns="45719" rIns="91439" bIns="45719">
            <a:noAutofit/>
          </a:bodyPr>
          <a:lstStyle/>
          <a:p>
            <a:pPr/>
          </a:p>
        </p:txBody>
      </p:sp>
      <p:sp>
        <p:nvSpPr>
          <p:cNvPr id="9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Card (5)">
    <p:spTree>
      <p:nvGrpSpPr>
        <p:cNvPr id="1" name=""/>
        <p:cNvGrpSpPr/>
        <p:nvPr/>
      </p:nvGrpSpPr>
      <p:grpSpPr>
        <a:xfrm>
          <a:off x="0" y="0"/>
          <a:ext cx="0" cy="0"/>
          <a:chOff x="0" y="0"/>
          <a:chExt cx="0" cy="0"/>
        </a:xfrm>
      </p:grpSpPr>
      <p:grpSp>
        <p:nvGrpSpPr>
          <p:cNvPr id="107" name="Rectangle 109"/>
          <p:cNvGrpSpPr/>
          <p:nvPr/>
        </p:nvGrpSpPr>
        <p:grpSpPr>
          <a:xfrm>
            <a:off x="12287632" y="5878297"/>
            <a:ext cx="710311" cy="979707"/>
            <a:chOff x="0" y="0"/>
            <a:chExt cx="710309" cy="979705"/>
          </a:xfrm>
        </p:grpSpPr>
        <p:sp>
          <p:nvSpPr>
            <p:cNvPr id="10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10" name="Rectangle 110"/>
          <p:cNvGrpSpPr/>
          <p:nvPr/>
        </p:nvGrpSpPr>
        <p:grpSpPr>
          <a:xfrm>
            <a:off x="12287631" y="4898603"/>
            <a:ext cx="710311" cy="979709"/>
            <a:chOff x="0" y="-1"/>
            <a:chExt cx="710309" cy="979708"/>
          </a:xfrm>
        </p:grpSpPr>
        <p:sp>
          <p:nvSpPr>
            <p:cNvPr id="10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13" name="Rectangle 111"/>
          <p:cNvGrpSpPr/>
          <p:nvPr/>
        </p:nvGrpSpPr>
        <p:grpSpPr>
          <a:xfrm>
            <a:off x="12287632" y="3918862"/>
            <a:ext cx="710311" cy="979706"/>
            <a:chOff x="0" y="0"/>
            <a:chExt cx="710309" cy="979705"/>
          </a:xfrm>
        </p:grpSpPr>
        <p:sp>
          <p:nvSpPr>
            <p:cNvPr id="11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16" name="Rectangle 112"/>
          <p:cNvGrpSpPr/>
          <p:nvPr/>
        </p:nvGrpSpPr>
        <p:grpSpPr>
          <a:xfrm>
            <a:off x="12287631" y="2939171"/>
            <a:ext cx="710311" cy="979707"/>
            <a:chOff x="0" y="0"/>
            <a:chExt cx="710309" cy="979705"/>
          </a:xfrm>
        </p:grpSpPr>
        <p:sp>
          <p:nvSpPr>
            <p:cNvPr id="11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19" name="Rectangle 113"/>
          <p:cNvGrpSpPr/>
          <p:nvPr/>
        </p:nvGrpSpPr>
        <p:grpSpPr>
          <a:xfrm>
            <a:off x="12287632" y="1959431"/>
            <a:ext cx="710311" cy="979707"/>
            <a:chOff x="0" y="0"/>
            <a:chExt cx="710309" cy="979705"/>
          </a:xfrm>
        </p:grpSpPr>
        <p:sp>
          <p:nvSpPr>
            <p:cNvPr id="11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22" name="Rectangle 114"/>
          <p:cNvGrpSpPr/>
          <p:nvPr/>
        </p:nvGrpSpPr>
        <p:grpSpPr>
          <a:xfrm>
            <a:off x="12287631" y="979736"/>
            <a:ext cx="710311" cy="979707"/>
            <a:chOff x="0" y="0"/>
            <a:chExt cx="710309" cy="979705"/>
          </a:xfrm>
        </p:grpSpPr>
        <p:sp>
          <p:nvSpPr>
            <p:cNvPr id="12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125" name="Rectangle 115"/>
          <p:cNvGrpSpPr/>
          <p:nvPr/>
        </p:nvGrpSpPr>
        <p:grpSpPr>
          <a:xfrm>
            <a:off x="12287631" y="-2"/>
            <a:ext cx="710311" cy="979706"/>
            <a:chOff x="0" y="0"/>
            <a:chExt cx="710309" cy="979705"/>
          </a:xfrm>
        </p:grpSpPr>
        <p:sp>
          <p:nvSpPr>
            <p:cNvPr id="12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128" name="Rectangle 118"/>
          <p:cNvGrpSpPr/>
          <p:nvPr/>
        </p:nvGrpSpPr>
        <p:grpSpPr>
          <a:xfrm>
            <a:off x="12997439" y="5715013"/>
            <a:ext cx="710311" cy="1142996"/>
            <a:chOff x="0" y="0"/>
            <a:chExt cx="710309" cy="1142994"/>
          </a:xfrm>
        </p:grpSpPr>
        <p:sp>
          <p:nvSpPr>
            <p:cNvPr id="12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131" name="Rectangle 119"/>
          <p:cNvGrpSpPr/>
          <p:nvPr/>
        </p:nvGrpSpPr>
        <p:grpSpPr>
          <a:xfrm>
            <a:off x="12997439" y="4572032"/>
            <a:ext cx="710311" cy="1142996"/>
            <a:chOff x="0" y="0"/>
            <a:chExt cx="710309" cy="1142994"/>
          </a:xfrm>
        </p:grpSpPr>
        <p:sp>
          <p:nvSpPr>
            <p:cNvPr id="12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134" name="Rectangle 120"/>
          <p:cNvGrpSpPr/>
          <p:nvPr/>
        </p:nvGrpSpPr>
        <p:grpSpPr>
          <a:xfrm>
            <a:off x="12997439" y="3428998"/>
            <a:ext cx="710311" cy="1142996"/>
            <a:chOff x="0" y="0"/>
            <a:chExt cx="710309" cy="1142994"/>
          </a:xfrm>
        </p:grpSpPr>
        <p:sp>
          <p:nvSpPr>
            <p:cNvPr id="13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137" name="Rectangle 121"/>
          <p:cNvGrpSpPr/>
          <p:nvPr/>
        </p:nvGrpSpPr>
        <p:grpSpPr>
          <a:xfrm>
            <a:off x="12997439" y="2286017"/>
            <a:ext cx="710311" cy="1142996"/>
            <a:chOff x="0" y="0"/>
            <a:chExt cx="710309" cy="1142994"/>
          </a:xfrm>
        </p:grpSpPr>
        <p:sp>
          <p:nvSpPr>
            <p:cNvPr id="13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140" name="Rectangle 122"/>
          <p:cNvGrpSpPr/>
          <p:nvPr/>
        </p:nvGrpSpPr>
        <p:grpSpPr>
          <a:xfrm>
            <a:off x="12997439" y="1142977"/>
            <a:ext cx="710311" cy="1142997"/>
            <a:chOff x="0" y="-1"/>
            <a:chExt cx="710309" cy="1142995"/>
          </a:xfrm>
        </p:grpSpPr>
        <p:sp>
          <p:nvSpPr>
            <p:cNvPr id="13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143" name="Rectangle 123"/>
          <p:cNvGrpSpPr/>
          <p:nvPr/>
        </p:nvGrpSpPr>
        <p:grpSpPr>
          <a:xfrm>
            <a:off x="13706754" y="-2365"/>
            <a:ext cx="710311" cy="1142995"/>
            <a:chOff x="0" y="0"/>
            <a:chExt cx="710309" cy="1142994"/>
          </a:xfrm>
        </p:grpSpPr>
        <p:sp>
          <p:nvSpPr>
            <p:cNvPr id="14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146" name="Rectangle 126"/>
          <p:cNvGrpSpPr/>
          <p:nvPr/>
        </p:nvGrpSpPr>
        <p:grpSpPr>
          <a:xfrm>
            <a:off x="13706756" y="5715013"/>
            <a:ext cx="710311" cy="1142996"/>
            <a:chOff x="0" y="0"/>
            <a:chExt cx="710309" cy="1142994"/>
          </a:xfrm>
        </p:grpSpPr>
        <p:sp>
          <p:nvSpPr>
            <p:cNvPr id="14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149" name="Rectangle 127"/>
          <p:cNvGrpSpPr/>
          <p:nvPr/>
        </p:nvGrpSpPr>
        <p:grpSpPr>
          <a:xfrm>
            <a:off x="13706754" y="4572032"/>
            <a:ext cx="710311" cy="1142996"/>
            <a:chOff x="0" y="0"/>
            <a:chExt cx="710309" cy="1142994"/>
          </a:xfrm>
        </p:grpSpPr>
        <p:sp>
          <p:nvSpPr>
            <p:cNvPr id="14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152" name="Rectangle 128"/>
          <p:cNvGrpSpPr/>
          <p:nvPr/>
        </p:nvGrpSpPr>
        <p:grpSpPr>
          <a:xfrm>
            <a:off x="12996453" y="-1157"/>
            <a:ext cx="710311" cy="1142995"/>
            <a:chOff x="0" y="0"/>
            <a:chExt cx="710309" cy="1142994"/>
          </a:xfrm>
        </p:grpSpPr>
        <p:sp>
          <p:nvSpPr>
            <p:cNvPr id="15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155" name="Rectangle 129"/>
          <p:cNvGrpSpPr/>
          <p:nvPr/>
        </p:nvGrpSpPr>
        <p:grpSpPr>
          <a:xfrm>
            <a:off x="13706754" y="2286017"/>
            <a:ext cx="710311" cy="1142996"/>
            <a:chOff x="0" y="0"/>
            <a:chExt cx="710309" cy="1142994"/>
          </a:xfrm>
        </p:grpSpPr>
        <p:sp>
          <p:nvSpPr>
            <p:cNvPr id="15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158" name="Rectangle 130"/>
          <p:cNvGrpSpPr/>
          <p:nvPr/>
        </p:nvGrpSpPr>
        <p:grpSpPr>
          <a:xfrm>
            <a:off x="13706756" y="1142977"/>
            <a:ext cx="710311" cy="1142997"/>
            <a:chOff x="0" y="-1"/>
            <a:chExt cx="710309" cy="1142995"/>
          </a:xfrm>
        </p:grpSpPr>
        <p:sp>
          <p:nvSpPr>
            <p:cNvPr id="15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161" name="Rectangle 131"/>
          <p:cNvGrpSpPr/>
          <p:nvPr/>
        </p:nvGrpSpPr>
        <p:grpSpPr>
          <a:xfrm>
            <a:off x="13706754" y="3427836"/>
            <a:ext cx="710311" cy="1142996"/>
            <a:chOff x="0" y="0"/>
            <a:chExt cx="710309" cy="1142994"/>
          </a:xfrm>
        </p:grpSpPr>
        <p:sp>
          <p:nvSpPr>
            <p:cNvPr id="15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162" name="Body Level One…"/>
          <p:cNvSpPr txBox="1"/>
          <p:nvPr>
            <p:ph type="body" idx="1" hasCustomPrompt="1"/>
          </p:nvPr>
        </p:nvSpPr>
        <p:spPr>
          <a:prstGeom prst="rect">
            <a:avLst/>
          </a:prstGeom>
        </p:spPr>
        <p:txBody>
          <a:bodyPr/>
          <a:lstStyle/>
          <a:p>
            <a:pPr/>
            <a:r>
              <a:t>Presentation title</a:t>
            </a:r>
          </a:p>
          <a:p>
            <a:pPr lvl="1"/>
            <a:r>
              <a:t/>
            </a:r>
          </a:p>
          <a:p>
            <a:pPr lvl="2"/>
            <a:r>
              <a:t/>
            </a:r>
          </a:p>
          <a:p>
            <a:pPr lvl="3"/>
            <a:r>
              <a:t/>
            </a:r>
          </a:p>
          <a:p>
            <a:pPr lvl="4"/>
            <a:r>
              <a:t/>
            </a:r>
          </a:p>
        </p:txBody>
      </p:sp>
      <p:sp>
        <p:nvSpPr>
          <p:cNvPr id="163" name="Text Placeholder 23"/>
          <p:cNvSpPr/>
          <p:nvPr>
            <p:ph type="body" sz="quarter" idx="21" hasCustomPrompt="1"/>
          </p:nvPr>
        </p:nvSpPr>
        <p:spPr>
          <a:xfrm>
            <a:off x="2729699" y="4981649"/>
            <a:ext cx="2182700"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164" name="Text Placeholder 23"/>
          <p:cNvSpPr/>
          <p:nvPr>
            <p:ph type="body" sz="quarter" idx="22" hasCustomPrompt="1"/>
          </p:nvPr>
        </p:nvSpPr>
        <p:spPr>
          <a:xfrm>
            <a:off x="2729699" y="5256567"/>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165" name="Text Placeholder 23"/>
          <p:cNvSpPr/>
          <p:nvPr>
            <p:ph type="body" sz="quarter" idx="23" hasCustomPrompt="1"/>
          </p:nvPr>
        </p:nvSpPr>
        <p:spPr>
          <a:xfrm>
            <a:off x="2729699" y="5531487"/>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166" name="Text Placeholder 23"/>
          <p:cNvSpPr/>
          <p:nvPr>
            <p:ph type="body" sz="quarter" idx="24" hasCustomPrompt="1"/>
          </p:nvPr>
        </p:nvSpPr>
        <p:spPr>
          <a:xfrm>
            <a:off x="2729699" y="5992307"/>
            <a:ext cx="2180977"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167" name="Text Placeholder 23"/>
          <p:cNvSpPr/>
          <p:nvPr>
            <p:ph type="body" sz="quarter" idx="25" hasCustomPrompt="1"/>
          </p:nvPr>
        </p:nvSpPr>
        <p:spPr>
          <a:xfrm>
            <a:off x="2729699" y="6268075"/>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168" name="Text Placeholder 23"/>
          <p:cNvSpPr/>
          <p:nvPr>
            <p:ph type="body" sz="quarter" idx="26" hasCustomPrompt="1"/>
          </p:nvPr>
        </p:nvSpPr>
        <p:spPr>
          <a:xfrm>
            <a:off x="2729699" y="6542992"/>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169" name="Text Placeholder 23"/>
          <p:cNvSpPr/>
          <p:nvPr>
            <p:ph type="body" sz="quarter" idx="27" hasCustomPrompt="1"/>
          </p:nvPr>
        </p:nvSpPr>
        <p:spPr>
          <a:xfrm>
            <a:off x="6276997" y="4981649"/>
            <a:ext cx="2182701"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170" name="Text Placeholder 23"/>
          <p:cNvSpPr/>
          <p:nvPr>
            <p:ph type="body" sz="quarter" idx="28" hasCustomPrompt="1"/>
          </p:nvPr>
        </p:nvSpPr>
        <p:spPr>
          <a:xfrm>
            <a:off x="6276997" y="5256567"/>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171" name="Text Placeholder 23"/>
          <p:cNvSpPr/>
          <p:nvPr>
            <p:ph type="body" sz="quarter" idx="29" hasCustomPrompt="1"/>
          </p:nvPr>
        </p:nvSpPr>
        <p:spPr>
          <a:xfrm>
            <a:off x="6276997" y="5531487"/>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172" name="Text Placeholder 23"/>
          <p:cNvSpPr/>
          <p:nvPr>
            <p:ph type="body" sz="quarter" idx="30" hasCustomPrompt="1"/>
          </p:nvPr>
        </p:nvSpPr>
        <p:spPr>
          <a:xfrm>
            <a:off x="6276997" y="5992307"/>
            <a:ext cx="2180977"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173" name="Text Placeholder 23"/>
          <p:cNvSpPr/>
          <p:nvPr>
            <p:ph type="body" sz="quarter" idx="31" hasCustomPrompt="1"/>
          </p:nvPr>
        </p:nvSpPr>
        <p:spPr>
          <a:xfrm>
            <a:off x="6276997" y="6268075"/>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174" name="Text Placeholder 23"/>
          <p:cNvSpPr/>
          <p:nvPr>
            <p:ph type="body" sz="quarter" idx="32" hasCustomPrompt="1"/>
          </p:nvPr>
        </p:nvSpPr>
        <p:spPr>
          <a:xfrm>
            <a:off x="6276997" y="6542992"/>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175" name="Text Placeholder 23"/>
          <p:cNvSpPr/>
          <p:nvPr>
            <p:ph type="body" sz="quarter" idx="33" hasCustomPrompt="1"/>
          </p:nvPr>
        </p:nvSpPr>
        <p:spPr>
          <a:xfrm>
            <a:off x="9818306" y="4981649"/>
            <a:ext cx="2182701"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176" name="Text Placeholder 23"/>
          <p:cNvSpPr/>
          <p:nvPr>
            <p:ph type="body" sz="quarter" idx="34" hasCustomPrompt="1"/>
          </p:nvPr>
        </p:nvSpPr>
        <p:spPr>
          <a:xfrm>
            <a:off x="9818306" y="5256567"/>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177" name="Text Placeholder 23"/>
          <p:cNvSpPr/>
          <p:nvPr>
            <p:ph type="body" sz="quarter" idx="35" hasCustomPrompt="1"/>
          </p:nvPr>
        </p:nvSpPr>
        <p:spPr>
          <a:xfrm>
            <a:off x="9818306" y="5531487"/>
            <a:ext cx="2188962"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pic>
        <p:nvPicPr>
          <p:cNvPr id="178" name="Picture 15" descr="Picture 15"/>
          <p:cNvPicPr>
            <a:picLocks noChangeAspect="1"/>
          </p:cNvPicPr>
          <p:nvPr/>
        </p:nvPicPr>
        <p:blipFill>
          <a:blip r:embed="rId2">
            <a:extLst/>
          </a:blip>
          <a:stretch>
            <a:fillRect/>
          </a:stretch>
        </p:blipFill>
        <p:spPr>
          <a:xfrm>
            <a:off x="0" y="0"/>
            <a:ext cx="1574800" cy="6858000"/>
          </a:xfrm>
          <a:prstGeom prst="rect">
            <a:avLst/>
          </a:prstGeom>
          <a:ln w="12700">
            <a:miter lim="400000"/>
          </a:ln>
        </p:spPr>
      </p:pic>
      <p:sp>
        <p:nvSpPr>
          <p:cNvPr id="179" name="Rectangle 35"/>
          <p:cNvSpPr/>
          <p:nvPr/>
        </p:nvSpPr>
        <p:spPr>
          <a:xfrm rot="5400000">
            <a:off x="6863525" y="-492267"/>
            <a:ext cx="36580" cy="10614026"/>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80" name="Rectangle 38"/>
          <p:cNvSpPr/>
          <p:nvPr/>
        </p:nvSpPr>
        <p:spPr>
          <a:xfrm rot="5400000">
            <a:off x="6863525" y="539756"/>
            <a:ext cx="36580" cy="10614029"/>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81" name="Rectangle 40"/>
          <p:cNvSpPr/>
          <p:nvPr/>
        </p:nvSpPr>
        <p:spPr>
          <a:xfrm>
            <a:off x="5093680" y="4796456"/>
            <a:ext cx="36580" cy="2061544"/>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82" name="Rectangle 41"/>
          <p:cNvSpPr/>
          <p:nvPr/>
        </p:nvSpPr>
        <p:spPr>
          <a:xfrm>
            <a:off x="8641250" y="4796456"/>
            <a:ext cx="36580" cy="2061544"/>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83" name="Google Shape;179;p20"/>
          <p:cNvSpPr/>
          <p:nvPr>
            <p:ph type="pic" sz="quarter" idx="36"/>
          </p:nvPr>
        </p:nvSpPr>
        <p:spPr>
          <a:xfrm>
            <a:off x="1585952" y="4833032"/>
            <a:ext cx="980110" cy="994557"/>
          </a:xfrm>
          <a:prstGeom prst="rect">
            <a:avLst/>
          </a:prstGeom>
        </p:spPr>
        <p:txBody>
          <a:bodyPr lIns="91439" tIns="45719" rIns="91439" bIns="45719">
            <a:noAutofit/>
          </a:bodyPr>
          <a:lstStyle/>
          <a:p>
            <a:pPr/>
          </a:p>
        </p:txBody>
      </p:sp>
      <p:sp>
        <p:nvSpPr>
          <p:cNvPr id="184" name="Google Shape;179;p20"/>
          <p:cNvSpPr/>
          <p:nvPr>
            <p:ph type="pic" sz="quarter" idx="37"/>
          </p:nvPr>
        </p:nvSpPr>
        <p:spPr>
          <a:xfrm>
            <a:off x="1585952" y="5865057"/>
            <a:ext cx="980110" cy="994557"/>
          </a:xfrm>
          <a:prstGeom prst="rect">
            <a:avLst/>
          </a:prstGeom>
        </p:spPr>
        <p:txBody>
          <a:bodyPr lIns="91439" tIns="45719" rIns="91439" bIns="45719">
            <a:noAutofit/>
          </a:bodyPr>
          <a:lstStyle/>
          <a:p>
            <a:pPr/>
          </a:p>
        </p:txBody>
      </p:sp>
      <p:sp>
        <p:nvSpPr>
          <p:cNvPr id="185" name="Google Shape;179;p20"/>
          <p:cNvSpPr/>
          <p:nvPr>
            <p:ph type="pic" sz="quarter" idx="38"/>
          </p:nvPr>
        </p:nvSpPr>
        <p:spPr>
          <a:xfrm>
            <a:off x="5125465" y="4833032"/>
            <a:ext cx="980110" cy="994557"/>
          </a:xfrm>
          <a:prstGeom prst="rect">
            <a:avLst/>
          </a:prstGeom>
        </p:spPr>
        <p:txBody>
          <a:bodyPr lIns="91439" tIns="45719" rIns="91439" bIns="45719">
            <a:noAutofit/>
          </a:bodyPr>
          <a:lstStyle/>
          <a:p>
            <a:pPr/>
          </a:p>
        </p:txBody>
      </p:sp>
      <p:sp>
        <p:nvSpPr>
          <p:cNvPr id="186" name="Google Shape;179;p20"/>
          <p:cNvSpPr/>
          <p:nvPr>
            <p:ph type="pic" sz="quarter" idx="39"/>
          </p:nvPr>
        </p:nvSpPr>
        <p:spPr>
          <a:xfrm>
            <a:off x="5125465" y="5865057"/>
            <a:ext cx="980110" cy="994557"/>
          </a:xfrm>
          <a:prstGeom prst="rect">
            <a:avLst/>
          </a:prstGeom>
        </p:spPr>
        <p:txBody>
          <a:bodyPr lIns="91439" tIns="45719" rIns="91439" bIns="45719">
            <a:noAutofit/>
          </a:bodyPr>
          <a:lstStyle/>
          <a:p>
            <a:pPr/>
          </a:p>
        </p:txBody>
      </p:sp>
      <p:sp>
        <p:nvSpPr>
          <p:cNvPr id="187" name="Google Shape;179;p20"/>
          <p:cNvSpPr/>
          <p:nvPr>
            <p:ph type="pic" sz="quarter" idx="40"/>
          </p:nvPr>
        </p:nvSpPr>
        <p:spPr>
          <a:xfrm>
            <a:off x="8677826" y="4833032"/>
            <a:ext cx="980110" cy="994557"/>
          </a:xfrm>
          <a:prstGeom prst="rect">
            <a:avLst/>
          </a:prstGeom>
        </p:spPr>
        <p:txBody>
          <a:bodyPr lIns="91439" tIns="45719" rIns="91439" bIns="45719">
            <a:noAutofit/>
          </a:bodyPr>
          <a:lstStyle/>
          <a:p>
            <a:pPr/>
          </a:p>
        </p:txBody>
      </p:sp>
      <p:sp>
        <p:nvSpPr>
          <p:cNvPr id="1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Card (4)">
    <p:spTree>
      <p:nvGrpSpPr>
        <p:cNvPr id="1" name=""/>
        <p:cNvGrpSpPr/>
        <p:nvPr/>
      </p:nvGrpSpPr>
      <p:grpSpPr>
        <a:xfrm>
          <a:off x="0" y="0"/>
          <a:ext cx="0" cy="0"/>
          <a:chOff x="0" y="0"/>
          <a:chExt cx="0" cy="0"/>
        </a:xfrm>
      </p:grpSpPr>
      <p:grpSp>
        <p:nvGrpSpPr>
          <p:cNvPr id="197" name="Rectangle 109"/>
          <p:cNvGrpSpPr/>
          <p:nvPr/>
        </p:nvGrpSpPr>
        <p:grpSpPr>
          <a:xfrm>
            <a:off x="12287632" y="5878297"/>
            <a:ext cx="710311" cy="979707"/>
            <a:chOff x="0" y="0"/>
            <a:chExt cx="710309" cy="979705"/>
          </a:xfrm>
        </p:grpSpPr>
        <p:sp>
          <p:nvSpPr>
            <p:cNvPr id="19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00" name="Rectangle 110"/>
          <p:cNvGrpSpPr/>
          <p:nvPr/>
        </p:nvGrpSpPr>
        <p:grpSpPr>
          <a:xfrm>
            <a:off x="12287631" y="4898603"/>
            <a:ext cx="710311" cy="979709"/>
            <a:chOff x="0" y="-1"/>
            <a:chExt cx="710309" cy="979708"/>
          </a:xfrm>
        </p:grpSpPr>
        <p:sp>
          <p:nvSpPr>
            <p:cNvPr id="19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03" name="Rectangle 111"/>
          <p:cNvGrpSpPr/>
          <p:nvPr/>
        </p:nvGrpSpPr>
        <p:grpSpPr>
          <a:xfrm>
            <a:off x="12287632" y="3918862"/>
            <a:ext cx="710311" cy="979706"/>
            <a:chOff x="0" y="0"/>
            <a:chExt cx="710309" cy="979705"/>
          </a:xfrm>
        </p:grpSpPr>
        <p:sp>
          <p:nvSpPr>
            <p:cNvPr id="20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06" name="Rectangle 112"/>
          <p:cNvGrpSpPr/>
          <p:nvPr/>
        </p:nvGrpSpPr>
        <p:grpSpPr>
          <a:xfrm>
            <a:off x="12287631" y="2939171"/>
            <a:ext cx="710311" cy="979707"/>
            <a:chOff x="0" y="0"/>
            <a:chExt cx="710309" cy="979705"/>
          </a:xfrm>
        </p:grpSpPr>
        <p:sp>
          <p:nvSpPr>
            <p:cNvPr id="20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09" name="Rectangle 113"/>
          <p:cNvGrpSpPr/>
          <p:nvPr/>
        </p:nvGrpSpPr>
        <p:grpSpPr>
          <a:xfrm>
            <a:off x="12287632" y="1959431"/>
            <a:ext cx="710311" cy="979707"/>
            <a:chOff x="0" y="0"/>
            <a:chExt cx="710309" cy="979705"/>
          </a:xfrm>
        </p:grpSpPr>
        <p:sp>
          <p:nvSpPr>
            <p:cNvPr id="20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12" name="Rectangle 114"/>
          <p:cNvGrpSpPr/>
          <p:nvPr/>
        </p:nvGrpSpPr>
        <p:grpSpPr>
          <a:xfrm>
            <a:off x="12287631" y="979736"/>
            <a:ext cx="710311" cy="979707"/>
            <a:chOff x="0" y="0"/>
            <a:chExt cx="710309" cy="979705"/>
          </a:xfrm>
        </p:grpSpPr>
        <p:sp>
          <p:nvSpPr>
            <p:cNvPr id="21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15" name="Rectangle 115"/>
          <p:cNvGrpSpPr/>
          <p:nvPr/>
        </p:nvGrpSpPr>
        <p:grpSpPr>
          <a:xfrm>
            <a:off x="12287631" y="-2"/>
            <a:ext cx="710311" cy="979706"/>
            <a:chOff x="0" y="0"/>
            <a:chExt cx="710309" cy="979705"/>
          </a:xfrm>
        </p:grpSpPr>
        <p:sp>
          <p:nvSpPr>
            <p:cNvPr id="21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18" name="Rectangle 118"/>
          <p:cNvGrpSpPr/>
          <p:nvPr/>
        </p:nvGrpSpPr>
        <p:grpSpPr>
          <a:xfrm>
            <a:off x="12997439" y="5715013"/>
            <a:ext cx="710311" cy="1142996"/>
            <a:chOff x="0" y="0"/>
            <a:chExt cx="710309" cy="1142994"/>
          </a:xfrm>
        </p:grpSpPr>
        <p:sp>
          <p:nvSpPr>
            <p:cNvPr id="21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21" name="Rectangle 119"/>
          <p:cNvGrpSpPr/>
          <p:nvPr/>
        </p:nvGrpSpPr>
        <p:grpSpPr>
          <a:xfrm>
            <a:off x="12997439" y="4572032"/>
            <a:ext cx="710311" cy="1142996"/>
            <a:chOff x="0" y="0"/>
            <a:chExt cx="710309" cy="1142994"/>
          </a:xfrm>
        </p:grpSpPr>
        <p:sp>
          <p:nvSpPr>
            <p:cNvPr id="21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24" name="Rectangle 120"/>
          <p:cNvGrpSpPr/>
          <p:nvPr/>
        </p:nvGrpSpPr>
        <p:grpSpPr>
          <a:xfrm>
            <a:off x="12997439" y="3428998"/>
            <a:ext cx="710311" cy="1142996"/>
            <a:chOff x="0" y="0"/>
            <a:chExt cx="710309" cy="1142994"/>
          </a:xfrm>
        </p:grpSpPr>
        <p:sp>
          <p:nvSpPr>
            <p:cNvPr id="22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27" name="Rectangle 121"/>
          <p:cNvGrpSpPr/>
          <p:nvPr/>
        </p:nvGrpSpPr>
        <p:grpSpPr>
          <a:xfrm>
            <a:off x="12997439" y="2286017"/>
            <a:ext cx="710311" cy="1142996"/>
            <a:chOff x="0" y="0"/>
            <a:chExt cx="710309" cy="1142994"/>
          </a:xfrm>
        </p:grpSpPr>
        <p:sp>
          <p:nvSpPr>
            <p:cNvPr id="22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30" name="Rectangle 122"/>
          <p:cNvGrpSpPr/>
          <p:nvPr/>
        </p:nvGrpSpPr>
        <p:grpSpPr>
          <a:xfrm>
            <a:off x="12997439" y="1142977"/>
            <a:ext cx="710311" cy="1142997"/>
            <a:chOff x="0" y="-1"/>
            <a:chExt cx="710309" cy="1142995"/>
          </a:xfrm>
        </p:grpSpPr>
        <p:sp>
          <p:nvSpPr>
            <p:cNvPr id="22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33" name="Rectangle 123"/>
          <p:cNvGrpSpPr/>
          <p:nvPr/>
        </p:nvGrpSpPr>
        <p:grpSpPr>
          <a:xfrm>
            <a:off x="13706754" y="-2365"/>
            <a:ext cx="710311" cy="1142995"/>
            <a:chOff x="0" y="0"/>
            <a:chExt cx="710309" cy="1142994"/>
          </a:xfrm>
        </p:grpSpPr>
        <p:sp>
          <p:nvSpPr>
            <p:cNvPr id="23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36" name="Rectangle 126"/>
          <p:cNvGrpSpPr/>
          <p:nvPr/>
        </p:nvGrpSpPr>
        <p:grpSpPr>
          <a:xfrm>
            <a:off x="13706756" y="5715013"/>
            <a:ext cx="710311" cy="1142996"/>
            <a:chOff x="0" y="0"/>
            <a:chExt cx="710309" cy="1142994"/>
          </a:xfrm>
        </p:grpSpPr>
        <p:sp>
          <p:nvSpPr>
            <p:cNvPr id="23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39" name="Rectangle 127"/>
          <p:cNvGrpSpPr/>
          <p:nvPr/>
        </p:nvGrpSpPr>
        <p:grpSpPr>
          <a:xfrm>
            <a:off x="13706754" y="4572032"/>
            <a:ext cx="710311" cy="1142996"/>
            <a:chOff x="0" y="0"/>
            <a:chExt cx="710309" cy="1142994"/>
          </a:xfrm>
        </p:grpSpPr>
        <p:sp>
          <p:nvSpPr>
            <p:cNvPr id="23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42" name="Rectangle 128"/>
          <p:cNvGrpSpPr/>
          <p:nvPr/>
        </p:nvGrpSpPr>
        <p:grpSpPr>
          <a:xfrm>
            <a:off x="12996453" y="-1157"/>
            <a:ext cx="710311" cy="1142995"/>
            <a:chOff x="0" y="0"/>
            <a:chExt cx="710309" cy="1142994"/>
          </a:xfrm>
        </p:grpSpPr>
        <p:sp>
          <p:nvSpPr>
            <p:cNvPr id="24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45" name="Rectangle 129"/>
          <p:cNvGrpSpPr/>
          <p:nvPr/>
        </p:nvGrpSpPr>
        <p:grpSpPr>
          <a:xfrm>
            <a:off x="13706754" y="2286017"/>
            <a:ext cx="710311" cy="1142996"/>
            <a:chOff x="0" y="0"/>
            <a:chExt cx="710309" cy="1142994"/>
          </a:xfrm>
        </p:grpSpPr>
        <p:sp>
          <p:nvSpPr>
            <p:cNvPr id="24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248" name="Rectangle 130"/>
          <p:cNvGrpSpPr/>
          <p:nvPr/>
        </p:nvGrpSpPr>
        <p:grpSpPr>
          <a:xfrm>
            <a:off x="13706756" y="1142977"/>
            <a:ext cx="710311" cy="1142997"/>
            <a:chOff x="0" y="-1"/>
            <a:chExt cx="710309" cy="1142995"/>
          </a:xfrm>
        </p:grpSpPr>
        <p:sp>
          <p:nvSpPr>
            <p:cNvPr id="24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251" name="Rectangle 131"/>
          <p:cNvGrpSpPr/>
          <p:nvPr/>
        </p:nvGrpSpPr>
        <p:grpSpPr>
          <a:xfrm>
            <a:off x="13706754" y="3427836"/>
            <a:ext cx="710311" cy="1142996"/>
            <a:chOff x="0" y="0"/>
            <a:chExt cx="710309" cy="1142994"/>
          </a:xfrm>
        </p:grpSpPr>
        <p:sp>
          <p:nvSpPr>
            <p:cNvPr id="24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252" name="Body Level One…"/>
          <p:cNvSpPr txBox="1"/>
          <p:nvPr>
            <p:ph type="body" idx="1" hasCustomPrompt="1"/>
          </p:nvPr>
        </p:nvSpPr>
        <p:spPr>
          <a:prstGeom prst="rect">
            <a:avLst/>
          </a:prstGeom>
        </p:spPr>
        <p:txBody>
          <a:bodyPr/>
          <a:lstStyle/>
          <a:p>
            <a:pPr/>
            <a:r>
              <a:t>Presentation title</a:t>
            </a:r>
          </a:p>
          <a:p>
            <a:pPr lvl="1"/>
            <a:r>
              <a:t/>
            </a:r>
          </a:p>
          <a:p>
            <a:pPr lvl="2"/>
            <a:r>
              <a:t/>
            </a:r>
          </a:p>
          <a:p>
            <a:pPr lvl="3"/>
            <a:r>
              <a:t/>
            </a:r>
          </a:p>
          <a:p>
            <a:pPr lvl="4"/>
            <a:r>
              <a:t/>
            </a:r>
          </a:p>
        </p:txBody>
      </p:sp>
      <p:sp>
        <p:nvSpPr>
          <p:cNvPr id="253" name="Text Placeholder 23"/>
          <p:cNvSpPr/>
          <p:nvPr>
            <p:ph type="body" sz="quarter" idx="21" hasCustomPrompt="1"/>
          </p:nvPr>
        </p:nvSpPr>
        <p:spPr>
          <a:xfrm>
            <a:off x="2729699" y="4981649"/>
            <a:ext cx="3951945"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254" name="Text Placeholder 23"/>
          <p:cNvSpPr/>
          <p:nvPr>
            <p:ph type="body" sz="quarter" idx="22" hasCustomPrompt="1"/>
          </p:nvPr>
        </p:nvSpPr>
        <p:spPr>
          <a:xfrm>
            <a:off x="2729699" y="5256567"/>
            <a:ext cx="3948825"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255" name="Text Placeholder 23"/>
          <p:cNvSpPr/>
          <p:nvPr>
            <p:ph type="body" sz="quarter" idx="23" hasCustomPrompt="1"/>
          </p:nvPr>
        </p:nvSpPr>
        <p:spPr>
          <a:xfrm>
            <a:off x="2729699" y="5531487"/>
            <a:ext cx="3948825"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256" name="Text Placeholder 23"/>
          <p:cNvSpPr/>
          <p:nvPr>
            <p:ph type="body" sz="quarter" idx="24" hasCustomPrompt="1"/>
          </p:nvPr>
        </p:nvSpPr>
        <p:spPr>
          <a:xfrm>
            <a:off x="2729699" y="5992307"/>
            <a:ext cx="3948825"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257" name="Text Placeholder 23"/>
          <p:cNvSpPr/>
          <p:nvPr>
            <p:ph type="body" sz="quarter" idx="25" hasCustomPrompt="1"/>
          </p:nvPr>
        </p:nvSpPr>
        <p:spPr>
          <a:xfrm>
            <a:off x="2729699" y="6268075"/>
            <a:ext cx="3948825"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258" name="Text Placeholder 23"/>
          <p:cNvSpPr/>
          <p:nvPr>
            <p:ph type="body" sz="quarter" idx="26" hasCustomPrompt="1"/>
          </p:nvPr>
        </p:nvSpPr>
        <p:spPr>
          <a:xfrm>
            <a:off x="2729699" y="6542992"/>
            <a:ext cx="3948825"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259" name="Text Placeholder 23"/>
          <p:cNvSpPr/>
          <p:nvPr>
            <p:ph type="body" sz="quarter" idx="27" hasCustomPrompt="1"/>
          </p:nvPr>
        </p:nvSpPr>
        <p:spPr>
          <a:xfrm>
            <a:off x="8052182" y="4981649"/>
            <a:ext cx="3951945"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260" name="Text Placeholder 23"/>
          <p:cNvSpPr/>
          <p:nvPr>
            <p:ph type="body" sz="quarter" idx="28" hasCustomPrompt="1"/>
          </p:nvPr>
        </p:nvSpPr>
        <p:spPr>
          <a:xfrm>
            <a:off x="8052182" y="5256567"/>
            <a:ext cx="3948825"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261" name="Text Placeholder 23"/>
          <p:cNvSpPr/>
          <p:nvPr>
            <p:ph type="body" sz="quarter" idx="29" hasCustomPrompt="1"/>
          </p:nvPr>
        </p:nvSpPr>
        <p:spPr>
          <a:xfrm>
            <a:off x="8052182" y="5531487"/>
            <a:ext cx="3948825"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262" name="Text Placeholder 23"/>
          <p:cNvSpPr/>
          <p:nvPr>
            <p:ph type="body" sz="quarter" idx="30" hasCustomPrompt="1"/>
          </p:nvPr>
        </p:nvSpPr>
        <p:spPr>
          <a:xfrm>
            <a:off x="8052182" y="5992307"/>
            <a:ext cx="3948825"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263" name="Text Placeholder 23"/>
          <p:cNvSpPr/>
          <p:nvPr>
            <p:ph type="body" sz="quarter" idx="31" hasCustomPrompt="1"/>
          </p:nvPr>
        </p:nvSpPr>
        <p:spPr>
          <a:xfrm>
            <a:off x="8052182" y="6268075"/>
            <a:ext cx="3948825"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264" name="Text Placeholder 23"/>
          <p:cNvSpPr/>
          <p:nvPr>
            <p:ph type="body" sz="quarter" idx="32" hasCustomPrompt="1"/>
          </p:nvPr>
        </p:nvSpPr>
        <p:spPr>
          <a:xfrm>
            <a:off x="8052182" y="6542992"/>
            <a:ext cx="3948825"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pic>
        <p:nvPicPr>
          <p:cNvPr id="265" name="Picture 15" descr="Picture 15"/>
          <p:cNvPicPr>
            <a:picLocks noChangeAspect="1"/>
          </p:cNvPicPr>
          <p:nvPr/>
        </p:nvPicPr>
        <p:blipFill>
          <a:blip r:embed="rId2">
            <a:extLst/>
          </a:blip>
          <a:stretch>
            <a:fillRect/>
          </a:stretch>
        </p:blipFill>
        <p:spPr>
          <a:xfrm>
            <a:off x="0" y="0"/>
            <a:ext cx="1574800" cy="6858000"/>
          </a:xfrm>
          <a:prstGeom prst="rect">
            <a:avLst/>
          </a:prstGeom>
          <a:ln w="12700">
            <a:miter lim="400000"/>
          </a:ln>
        </p:spPr>
      </p:pic>
      <p:sp>
        <p:nvSpPr>
          <p:cNvPr id="266" name="Rectangle 35"/>
          <p:cNvSpPr/>
          <p:nvPr/>
        </p:nvSpPr>
        <p:spPr>
          <a:xfrm rot="5400000">
            <a:off x="6863525" y="-492267"/>
            <a:ext cx="36580" cy="10614026"/>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67" name="Rectangle 38"/>
          <p:cNvSpPr/>
          <p:nvPr/>
        </p:nvSpPr>
        <p:spPr>
          <a:xfrm rot="5400000">
            <a:off x="6863525" y="539756"/>
            <a:ext cx="36580" cy="10614029"/>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68" name="Rectangle 40"/>
          <p:cNvSpPr/>
          <p:nvPr/>
        </p:nvSpPr>
        <p:spPr>
          <a:xfrm>
            <a:off x="6867466" y="4796456"/>
            <a:ext cx="36580" cy="2061544"/>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69" name="Google Shape;179;p20"/>
          <p:cNvSpPr/>
          <p:nvPr>
            <p:ph type="pic" sz="quarter" idx="33"/>
          </p:nvPr>
        </p:nvSpPr>
        <p:spPr>
          <a:xfrm>
            <a:off x="1585952" y="4833032"/>
            <a:ext cx="980110" cy="994557"/>
          </a:xfrm>
          <a:prstGeom prst="rect">
            <a:avLst/>
          </a:prstGeom>
        </p:spPr>
        <p:txBody>
          <a:bodyPr lIns="91439" tIns="45719" rIns="91439" bIns="45719">
            <a:noAutofit/>
          </a:bodyPr>
          <a:lstStyle/>
          <a:p>
            <a:pPr/>
          </a:p>
        </p:txBody>
      </p:sp>
      <p:sp>
        <p:nvSpPr>
          <p:cNvPr id="270" name="Google Shape;179;p20"/>
          <p:cNvSpPr/>
          <p:nvPr>
            <p:ph type="pic" sz="quarter" idx="34"/>
          </p:nvPr>
        </p:nvSpPr>
        <p:spPr>
          <a:xfrm>
            <a:off x="1585952" y="5865057"/>
            <a:ext cx="980110" cy="994557"/>
          </a:xfrm>
          <a:prstGeom prst="rect">
            <a:avLst/>
          </a:prstGeom>
        </p:spPr>
        <p:txBody>
          <a:bodyPr lIns="91439" tIns="45719" rIns="91439" bIns="45719">
            <a:noAutofit/>
          </a:bodyPr>
          <a:lstStyle/>
          <a:p>
            <a:pPr/>
          </a:p>
        </p:txBody>
      </p:sp>
      <p:sp>
        <p:nvSpPr>
          <p:cNvPr id="271" name="Google Shape;179;p20"/>
          <p:cNvSpPr/>
          <p:nvPr>
            <p:ph type="pic" sz="quarter" idx="35"/>
          </p:nvPr>
        </p:nvSpPr>
        <p:spPr>
          <a:xfrm>
            <a:off x="6904042" y="4833032"/>
            <a:ext cx="980110" cy="994557"/>
          </a:xfrm>
          <a:prstGeom prst="rect">
            <a:avLst/>
          </a:prstGeom>
        </p:spPr>
        <p:txBody>
          <a:bodyPr lIns="91439" tIns="45719" rIns="91439" bIns="45719">
            <a:noAutofit/>
          </a:bodyPr>
          <a:lstStyle/>
          <a:p>
            <a:pPr/>
          </a:p>
        </p:txBody>
      </p:sp>
      <p:sp>
        <p:nvSpPr>
          <p:cNvPr id="272" name="Google Shape;179;p20"/>
          <p:cNvSpPr/>
          <p:nvPr>
            <p:ph type="pic" sz="quarter" idx="36"/>
          </p:nvPr>
        </p:nvSpPr>
        <p:spPr>
          <a:xfrm>
            <a:off x="6904042" y="5865057"/>
            <a:ext cx="980110" cy="994557"/>
          </a:xfrm>
          <a:prstGeom prst="rect">
            <a:avLst/>
          </a:prstGeom>
        </p:spPr>
        <p:txBody>
          <a:bodyPr lIns="91439" tIns="45719" rIns="91439" bIns="45719">
            <a:noAutofit/>
          </a:bodyPr>
          <a:lstStyle/>
          <a:p>
            <a:pPr/>
          </a:p>
        </p:txBody>
      </p:sp>
      <p:sp>
        <p:nvSpPr>
          <p:cNvPr id="27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Card (3)">
    <p:spTree>
      <p:nvGrpSpPr>
        <p:cNvPr id="1" name=""/>
        <p:cNvGrpSpPr/>
        <p:nvPr/>
      </p:nvGrpSpPr>
      <p:grpSpPr>
        <a:xfrm>
          <a:off x="0" y="0"/>
          <a:ext cx="0" cy="0"/>
          <a:chOff x="0" y="0"/>
          <a:chExt cx="0" cy="0"/>
        </a:xfrm>
      </p:grpSpPr>
      <p:grpSp>
        <p:nvGrpSpPr>
          <p:cNvPr id="282" name="Rectangle 109"/>
          <p:cNvGrpSpPr/>
          <p:nvPr/>
        </p:nvGrpSpPr>
        <p:grpSpPr>
          <a:xfrm>
            <a:off x="12287632" y="5878297"/>
            <a:ext cx="710311" cy="979707"/>
            <a:chOff x="0" y="0"/>
            <a:chExt cx="710309" cy="979705"/>
          </a:xfrm>
        </p:grpSpPr>
        <p:sp>
          <p:nvSpPr>
            <p:cNvPr id="280"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85" name="Rectangle 110"/>
          <p:cNvGrpSpPr/>
          <p:nvPr/>
        </p:nvGrpSpPr>
        <p:grpSpPr>
          <a:xfrm>
            <a:off x="12287631" y="4898603"/>
            <a:ext cx="710311" cy="979709"/>
            <a:chOff x="0" y="-1"/>
            <a:chExt cx="710309" cy="979708"/>
          </a:xfrm>
        </p:grpSpPr>
        <p:sp>
          <p:nvSpPr>
            <p:cNvPr id="283"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4"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88" name="Rectangle 111"/>
          <p:cNvGrpSpPr/>
          <p:nvPr/>
        </p:nvGrpSpPr>
        <p:grpSpPr>
          <a:xfrm>
            <a:off x="12287632" y="3918862"/>
            <a:ext cx="710311" cy="979706"/>
            <a:chOff x="0" y="0"/>
            <a:chExt cx="710309" cy="979705"/>
          </a:xfrm>
        </p:grpSpPr>
        <p:sp>
          <p:nvSpPr>
            <p:cNvPr id="286"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91" name="Rectangle 112"/>
          <p:cNvGrpSpPr/>
          <p:nvPr/>
        </p:nvGrpSpPr>
        <p:grpSpPr>
          <a:xfrm>
            <a:off x="12287631" y="2939171"/>
            <a:ext cx="710311" cy="979707"/>
            <a:chOff x="0" y="0"/>
            <a:chExt cx="710309" cy="979705"/>
          </a:xfrm>
        </p:grpSpPr>
        <p:sp>
          <p:nvSpPr>
            <p:cNvPr id="289"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94" name="Rectangle 113"/>
          <p:cNvGrpSpPr/>
          <p:nvPr/>
        </p:nvGrpSpPr>
        <p:grpSpPr>
          <a:xfrm>
            <a:off x="12287632" y="1959431"/>
            <a:ext cx="710311" cy="979707"/>
            <a:chOff x="0" y="0"/>
            <a:chExt cx="710309" cy="979705"/>
          </a:xfrm>
        </p:grpSpPr>
        <p:sp>
          <p:nvSpPr>
            <p:cNvPr id="292"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97" name="Rectangle 114"/>
          <p:cNvGrpSpPr/>
          <p:nvPr/>
        </p:nvGrpSpPr>
        <p:grpSpPr>
          <a:xfrm>
            <a:off x="12287631" y="979736"/>
            <a:ext cx="710311" cy="979707"/>
            <a:chOff x="0" y="0"/>
            <a:chExt cx="710309" cy="979705"/>
          </a:xfrm>
        </p:grpSpPr>
        <p:sp>
          <p:nvSpPr>
            <p:cNvPr id="295"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6"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00" name="Rectangle 115"/>
          <p:cNvGrpSpPr/>
          <p:nvPr/>
        </p:nvGrpSpPr>
        <p:grpSpPr>
          <a:xfrm>
            <a:off x="12287631" y="-2"/>
            <a:ext cx="710311" cy="979706"/>
            <a:chOff x="0" y="0"/>
            <a:chExt cx="710309" cy="979705"/>
          </a:xfrm>
        </p:grpSpPr>
        <p:sp>
          <p:nvSpPr>
            <p:cNvPr id="298"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03" name="Rectangle 118"/>
          <p:cNvGrpSpPr/>
          <p:nvPr/>
        </p:nvGrpSpPr>
        <p:grpSpPr>
          <a:xfrm>
            <a:off x="12997439" y="5715013"/>
            <a:ext cx="710311" cy="1142996"/>
            <a:chOff x="0" y="0"/>
            <a:chExt cx="710309" cy="1142994"/>
          </a:xfrm>
        </p:grpSpPr>
        <p:sp>
          <p:nvSpPr>
            <p:cNvPr id="301"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06" name="Rectangle 119"/>
          <p:cNvGrpSpPr/>
          <p:nvPr/>
        </p:nvGrpSpPr>
        <p:grpSpPr>
          <a:xfrm>
            <a:off x="12997439" y="4572032"/>
            <a:ext cx="710311" cy="1142996"/>
            <a:chOff x="0" y="0"/>
            <a:chExt cx="710309" cy="1142994"/>
          </a:xfrm>
        </p:grpSpPr>
        <p:sp>
          <p:nvSpPr>
            <p:cNvPr id="304"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09" name="Rectangle 120"/>
          <p:cNvGrpSpPr/>
          <p:nvPr/>
        </p:nvGrpSpPr>
        <p:grpSpPr>
          <a:xfrm>
            <a:off x="12997439" y="3428998"/>
            <a:ext cx="710311" cy="1142996"/>
            <a:chOff x="0" y="0"/>
            <a:chExt cx="710309" cy="1142994"/>
          </a:xfrm>
        </p:grpSpPr>
        <p:sp>
          <p:nvSpPr>
            <p:cNvPr id="307"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12" name="Rectangle 121"/>
          <p:cNvGrpSpPr/>
          <p:nvPr/>
        </p:nvGrpSpPr>
        <p:grpSpPr>
          <a:xfrm>
            <a:off x="12997439" y="2286017"/>
            <a:ext cx="710311" cy="1142996"/>
            <a:chOff x="0" y="0"/>
            <a:chExt cx="710309" cy="1142994"/>
          </a:xfrm>
        </p:grpSpPr>
        <p:sp>
          <p:nvSpPr>
            <p:cNvPr id="310"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15" name="Rectangle 122"/>
          <p:cNvGrpSpPr/>
          <p:nvPr/>
        </p:nvGrpSpPr>
        <p:grpSpPr>
          <a:xfrm>
            <a:off x="12997439" y="1142977"/>
            <a:ext cx="710311" cy="1142997"/>
            <a:chOff x="0" y="-1"/>
            <a:chExt cx="710309" cy="1142995"/>
          </a:xfrm>
        </p:grpSpPr>
        <p:sp>
          <p:nvSpPr>
            <p:cNvPr id="313"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18" name="Rectangle 123"/>
          <p:cNvGrpSpPr/>
          <p:nvPr/>
        </p:nvGrpSpPr>
        <p:grpSpPr>
          <a:xfrm>
            <a:off x="13706754" y="-2365"/>
            <a:ext cx="710311" cy="1142995"/>
            <a:chOff x="0" y="0"/>
            <a:chExt cx="710309" cy="1142994"/>
          </a:xfrm>
        </p:grpSpPr>
        <p:sp>
          <p:nvSpPr>
            <p:cNvPr id="316"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21" name="Rectangle 126"/>
          <p:cNvGrpSpPr/>
          <p:nvPr/>
        </p:nvGrpSpPr>
        <p:grpSpPr>
          <a:xfrm>
            <a:off x="13706756" y="5715013"/>
            <a:ext cx="710311" cy="1142996"/>
            <a:chOff x="0" y="0"/>
            <a:chExt cx="710309" cy="1142994"/>
          </a:xfrm>
        </p:grpSpPr>
        <p:sp>
          <p:nvSpPr>
            <p:cNvPr id="319"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24" name="Rectangle 127"/>
          <p:cNvGrpSpPr/>
          <p:nvPr/>
        </p:nvGrpSpPr>
        <p:grpSpPr>
          <a:xfrm>
            <a:off x="13706754" y="4572032"/>
            <a:ext cx="710311" cy="1142996"/>
            <a:chOff x="0" y="0"/>
            <a:chExt cx="710309" cy="1142994"/>
          </a:xfrm>
        </p:grpSpPr>
        <p:sp>
          <p:nvSpPr>
            <p:cNvPr id="322"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27" name="Rectangle 128"/>
          <p:cNvGrpSpPr/>
          <p:nvPr/>
        </p:nvGrpSpPr>
        <p:grpSpPr>
          <a:xfrm>
            <a:off x="12996453" y="-1157"/>
            <a:ext cx="710311" cy="1142995"/>
            <a:chOff x="0" y="0"/>
            <a:chExt cx="710309" cy="1142994"/>
          </a:xfrm>
        </p:grpSpPr>
        <p:sp>
          <p:nvSpPr>
            <p:cNvPr id="325"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30" name="Rectangle 129"/>
          <p:cNvGrpSpPr/>
          <p:nvPr/>
        </p:nvGrpSpPr>
        <p:grpSpPr>
          <a:xfrm>
            <a:off x="13706754" y="2286017"/>
            <a:ext cx="710311" cy="1142996"/>
            <a:chOff x="0" y="0"/>
            <a:chExt cx="710309" cy="1142994"/>
          </a:xfrm>
        </p:grpSpPr>
        <p:sp>
          <p:nvSpPr>
            <p:cNvPr id="328"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33" name="Rectangle 130"/>
          <p:cNvGrpSpPr/>
          <p:nvPr/>
        </p:nvGrpSpPr>
        <p:grpSpPr>
          <a:xfrm>
            <a:off x="13706756" y="1142977"/>
            <a:ext cx="710311" cy="1142997"/>
            <a:chOff x="0" y="-1"/>
            <a:chExt cx="710309" cy="1142995"/>
          </a:xfrm>
        </p:grpSpPr>
        <p:sp>
          <p:nvSpPr>
            <p:cNvPr id="331"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36" name="Rectangle 131"/>
          <p:cNvGrpSpPr/>
          <p:nvPr/>
        </p:nvGrpSpPr>
        <p:grpSpPr>
          <a:xfrm>
            <a:off x="13706754" y="3427836"/>
            <a:ext cx="710311" cy="1142996"/>
            <a:chOff x="0" y="0"/>
            <a:chExt cx="710309" cy="1142994"/>
          </a:xfrm>
        </p:grpSpPr>
        <p:sp>
          <p:nvSpPr>
            <p:cNvPr id="334"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337" name="Body Level One…"/>
          <p:cNvSpPr txBox="1"/>
          <p:nvPr>
            <p:ph type="body" idx="1" hasCustomPrompt="1"/>
          </p:nvPr>
        </p:nvSpPr>
        <p:spPr>
          <a:xfrm>
            <a:off x="1762617" y="190498"/>
            <a:ext cx="10238389" cy="5474157"/>
          </a:xfrm>
          <a:prstGeom prst="rect">
            <a:avLst/>
          </a:prstGeom>
        </p:spPr>
        <p:txBody>
          <a:bodyPr/>
          <a:lstStyle/>
          <a:p>
            <a:pPr/>
            <a:r>
              <a:t>Presentation title</a:t>
            </a:r>
          </a:p>
          <a:p>
            <a:pPr lvl="1"/>
            <a:r>
              <a:t/>
            </a:r>
          </a:p>
          <a:p>
            <a:pPr lvl="2"/>
            <a:r>
              <a:t/>
            </a:r>
          </a:p>
          <a:p>
            <a:pPr lvl="3"/>
            <a:r>
              <a:t/>
            </a:r>
          </a:p>
          <a:p>
            <a:pPr lvl="4"/>
            <a:r>
              <a:t/>
            </a:r>
          </a:p>
        </p:txBody>
      </p:sp>
      <p:sp>
        <p:nvSpPr>
          <p:cNvPr id="338" name="Text Placeholder 23"/>
          <p:cNvSpPr/>
          <p:nvPr>
            <p:ph type="body" sz="quarter" idx="21" hasCustomPrompt="1"/>
          </p:nvPr>
        </p:nvSpPr>
        <p:spPr>
          <a:xfrm>
            <a:off x="2729699" y="5992307"/>
            <a:ext cx="2180977"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339" name="Text Placeholder 23"/>
          <p:cNvSpPr/>
          <p:nvPr>
            <p:ph type="body" sz="quarter" idx="22" hasCustomPrompt="1"/>
          </p:nvPr>
        </p:nvSpPr>
        <p:spPr>
          <a:xfrm>
            <a:off x="2729699" y="6268075"/>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340" name="Text Placeholder 23"/>
          <p:cNvSpPr/>
          <p:nvPr>
            <p:ph type="body" sz="quarter" idx="23" hasCustomPrompt="1"/>
          </p:nvPr>
        </p:nvSpPr>
        <p:spPr>
          <a:xfrm>
            <a:off x="2729699" y="6542992"/>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341" name="Text Placeholder 23"/>
          <p:cNvSpPr/>
          <p:nvPr>
            <p:ph type="body" sz="quarter" idx="24" hasCustomPrompt="1"/>
          </p:nvPr>
        </p:nvSpPr>
        <p:spPr>
          <a:xfrm>
            <a:off x="6276997" y="5992307"/>
            <a:ext cx="2180977"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342" name="Text Placeholder 23"/>
          <p:cNvSpPr/>
          <p:nvPr>
            <p:ph type="body" sz="quarter" idx="25" hasCustomPrompt="1"/>
          </p:nvPr>
        </p:nvSpPr>
        <p:spPr>
          <a:xfrm>
            <a:off x="6276997" y="6268075"/>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343" name="Text Placeholder 23"/>
          <p:cNvSpPr/>
          <p:nvPr>
            <p:ph type="body" sz="quarter" idx="26" hasCustomPrompt="1"/>
          </p:nvPr>
        </p:nvSpPr>
        <p:spPr>
          <a:xfrm>
            <a:off x="6276997" y="6542992"/>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344" name="Text Placeholder 23"/>
          <p:cNvSpPr/>
          <p:nvPr>
            <p:ph type="body" sz="quarter" idx="27" hasCustomPrompt="1"/>
          </p:nvPr>
        </p:nvSpPr>
        <p:spPr>
          <a:xfrm>
            <a:off x="9818306" y="5992307"/>
            <a:ext cx="2180977"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345" name="Text Placeholder 23"/>
          <p:cNvSpPr/>
          <p:nvPr>
            <p:ph type="body" sz="quarter" idx="28" hasCustomPrompt="1"/>
          </p:nvPr>
        </p:nvSpPr>
        <p:spPr>
          <a:xfrm>
            <a:off x="9818306" y="6268075"/>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346" name="Text Placeholder 23"/>
          <p:cNvSpPr/>
          <p:nvPr>
            <p:ph type="body" sz="quarter" idx="29" hasCustomPrompt="1"/>
          </p:nvPr>
        </p:nvSpPr>
        <p:spPr>
          <a:xfrm>
            <a:off x="9818306" y="6542992"/>
            <a:ext cx="2180977"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pic>
        <p:nvPicPr>
          <p:cNvPr id="347" name="Picture 15" descr="Picture 15"/>
          <p:cNvPicPr>
            <a:picLocks noChangeAspect="1"/>
          </p:cNvPicPr>
          <p:nvPr/>
        </p:nvPicPr>
        <p:blipFill>
          <a:blip r:embed="rId2">
            <a:extLst/>
          </a:blip>
          <a:stretch>
            <a:fillRect/>
          </a:stretch>
        </p:blipFill>
        <p:spPr>
          <a:xfrm>
            <a:off x="0" y="0"/>
            <a:ext cx="1574800" cy="6858000"/>
          </a:xfrm>
          <a:prstGeom prst="rect">
            <a:avLst/>
          </a:prstGeom>
          <a:ln w="12700">
            <a:miter lim="400000"/>
          </a:ln>
        </p:spPr>
      </p:pic>
      <p:sp>
        <p:nvSpPr>
          <p:cNvPr id="348" name="Rectangle 38"/>
          <p:cNvSpPr/>
          <p:nvPr/>
        </p:nvSpPr>
        <p:spPr>
          <a:xfrm rot="5400000">
            <a:off x="6863525" y="539756"/>
            <a:ext cx="36580" cy="10614029"/>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349" name="Rectangle 40"/>
          <p:cNvSpPr/>
          <p:nvPr/>
        </p:nvSpPr>
        <p:spPr>
          <a:xfrm>
            <a:off x="5093680" y="5828481"/>
            <a:ext cx="36580" cy="102952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350" name="Rectangle 41"/>
          <p:cNvSpPr/>
          <p:nvPr/>
        </p:nvSpPr>
        <p:spPr>
          <a:xfrm>
            <a:off x="8641250" y="5828481"/>
            <a:ext cx="36580" cy="102952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351" name="Google Shape;179;p20"/>
          <p:cNvSpPr/>
          <p:nvPr>
            <p:ph type="pic" sz="quarter" idx="30"/>
          </p:nvPr>
        </p:nvSpPr>
        <p:spPr>
          <a:xfrm>
            <a:off x="1585952" y="5865057"/>
            <a:ext cx="980110" cy="994557"/>
          </a:xfrm>
          <a:prstGeom prst="rect">
            <a:avLst/>
          </a:prstGeom>
        </p:spPr>
        <p:txBody>
          <a:bodyPr lIns="91439" tIns="45719" rIns="91439" bIns="45719">
            <a:noAutofit/>
          </a:bodyPr>
          <a:lstStyle/>
          <a:p>
            <a:pPr/>
          </a:p>
        </p:txBody>
      </p:sp>
      <p:sp>
        <p:nvSpPr>
          <p:cNvPr id="352" name="Google Shape;179;p20"/>
          <p:cNvSpPr/>
          <p:nvPr>
            <p:ph type="pic" sz="quarter" idx="31"/>
          </p:nvPr>
        </p:nvSpPr>
        <p:spPr>
          <a:xfrm>
            <a:off x="5125465" y="5865057"/>
            <a:ext cx="980110" cy="994557"/>
          </a:xfrm>
          <a:prstGeom prst="rect">
            <a:avLst/>
          </a:prstGeom>
        </p:spPr>
        <p:txBody>
          <a:bodyPr lIns="91439" tIns="45719" rIns="91439" bIns="45719">
            <a:noAutofit/>
          </a:bodyPr>
          <a:lstStyle/>
          <a:p>
            <a:pPr/>
          </a:p>
        </p:txBody>
      </p:sp>
      <p:sp>
        <p:nvSpPr>
          <p:cNvPr id="353" name="Google Shape;179;p20"/>
          <p:cNvSpPr/>
          <p:nvPr>
            <p:ph type="pic" sz="quarter" idx="32"/>
          </p:nvPr>
        </p:nvSpPr>
        <p:spPr>
          <a:xfrm>
            <a:off x="8677826" y="5865057"/>
            <a:ext cx="980110" cy="994557"/>
          </a:xfrm>
          <a:prstGeom prst="rect">
            <a:avLst/>
          </a:prstGeom>
        </p:spPr>
        <p:txBody>
          <a:bodyPr lIns="91439" tIns="45719" rIns="91439" bIns="45719">
            <a:noAutofit/>
          </a:bodyPr>
          <a:lstStyle/>
          <a:p>
            <a:pPr/>
          </a:p>
        </p:txBody>
      </p:sp>
      <p:sp>
        <p:nvSpPr>
          <p:cNvPr id="35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Card (2)">
    <p:spTree>
      <p:nvGrpSpPr>
        <p:cNvPr id="1" name=""/>
        <p:cNvGrpSpPr/>
        <p:nvPr/>
      </p:nvGrpSpPr>
      <p:grpSpPr>
        <a:xfrm>
          <a:off x="0" y="0"/>
          <a:ext cx="0" cy="0"/>
          <a:chOff x="0" y="0"/>
          <a:chExt cx="0" cy="0"/>
        </a:xfrm>
      </p:grpSpPr>
      <p:grpSp>
        <p:nvGrpSpPr>
          <p:cNvPr id="363" name="Rectangle 109"/>
          <p:cNvGrpSpPr/>
          <p:nvPr/>
        </p:nvGrpSpPr>
        <p:grpSpPr>
          <a:xfrm>
            <a:off x="12287632" y="5878297"/>
            <a:ext cx="710311" cy="979707"/>
            <a:chOff x="0" y="0"/>
            <a:chExt cx="710309" cy="979705"/>
          </a:xfrm>
        </p:grpSpPr>
        <p:sp>
          <p:nvSpPr>
            <p:cNvPr id="36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66" name="Rectangle 110"/>
          <p:cNvGrpSpPr/>
          <p:nvPr/>
        </p:nvGrpSpPr>
        <p:grpSpPr>
          <a:xfrm>
            <a:off x="12287631" y="4898603"/>
            <a:ext cx="710311" cy="979709"/>
            <a:chOff x="0" y="-1"/>
            <a:chExt cx="710309" cy="979708"/>
          </a:xfrm>
        </p:grpSpPr>
        <p:sp>
          <p:nvSpPr>
            <p:cNvPr id="36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69" name="Rectangle 111"/>
          <p:cNvGrpSpPr/>
          <p:nvPr/>
        </p:nvGrpSpPr>
        <p:grpSpPr>
          <a:xfrm>
            <a:off x="12287632" y="3918862"/>
            <a:ext cx="710311" cy="979706"/>
            <a:chOff x="0" y="0"/>
            <a:chExt cx="710309" cy="979705"/>
          </a:xfrm>
        </p:grpSpPr>
        <p:sp>
          <p:nvSpPr>
            <p:cNvPr id="36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72" name="Rectangle 112"/>
          <p:cNvGrpSpPr/>
          <p:nvPr/>
        </p:nvGrpSpPr>
        <p:grpSpPr>
          <a:xfrm>
            <a:off x="12287631" y="2939171"/>
            <a:ext cx="710311" cy="979707"/>
            <a:chOff x="0" y="0"/>
            <a:chExt cx="710309" cy="979705"/>
          </a:xfrm>
        </p:grpSpPr>
        <p:sp>
          <p:nvSpPr>
            <p:cNvPr id="37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75" name="Rectangle 113"/>
          <p:cNvGrpSpPr/>
          <p:nvPr/>
        </p:nvGrpSpPr>
        <p:grpSpPr>
          <a:xfrm>
            <a:off x="12287632" y="1959431"/>
            <a:ext cx="710311" cy="979707"/>
            <a:chOff x="0" y="0"/>
            <a:chExt cx="710309" cy="979705"/>
          </a:xfrm>
        </p:grpSpPr>
        <p:sp>
          <p:nvSpPr>
            <p:cNvPr id="37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78" name="Rectangle 114"/>
          <p:cNvGrpSpPr/>
          <p:nvPr/>
        </p:nvGrpSpPr>
        <p:grpSpPr>
          <a:xfrm>
            <a:off x="12287631" y="979736"/>
            <a:ext cx="710311" cy="979707"/>
            <a:chOff x="0" y="0"/>
            <a:chExt cx="710309" cy="979705"/>
          </a:xfrm>
        </p:grpSpPr>
        <p:sp>
          <p:nvSpPr>
            <p:cNvPr id="37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81" name="Rectangle 115"/>
          <p:cNvGrpSpPr/>
          <p:nvPr/>
        </p:nvGrpSpPr>
        <p:grpSpPr>
          <a:xfrm>
            <a:off x="12287631" y="-2"/>
            <a:ext cx="710311" cy="979706"/>
            <a:chOff x="0" y="0"/>
            <a:chExt cx="710309" cy="979705"/>
          </a:xfrm>
        </p:grpSpPr>
        <p:sp>
          <p:nvSpPr>
            <p:cNvPr id="37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84" name="Rectangle 118"/>
          <p:cNvGrpSpPr/>
          <p:nvPr/>
        </p:nvGrpSpPr>
        <p:grpSpPr>
          <a:xfrm>
            <a:off x="12997439" y="5715013"/>
            <a:ext cx="710311" cy="1142996"/>
            <a:chOff x="0" y="0"/>
            <a:chExt cx="710309" cy="1142994"/>
          </a:xfrm>
        </p:grpSpPr>
        <p:sp>
          <p:nvSpPr>
            <p:cNvPr id="38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87" name="Rectangle 119"/>
          <p:cNvGrpSpPr/>
          <p:nvPr/>
        </p:nvGrpSpPr>
        <p:grpSpPr>
          <a:xfrm>
            <a:off x="12997439" y="4572032"/>
            <a:ext cx="710311" cy="1142996"/>
            <a:chOff x="0" y="0"/>
            <a:chExt cx="710309" cy="1142994"/>
          </a:xfrm>
        </p:grpSpPr>
        <p:sp>
          <p:nvSpPr>
            <p:cNvPr id="38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90" name="Rectangle 120"/>
          <p:cNvGrpSpPr/>
          <p:nvPr/>
        </p:nvGrpSpPr>
        <p:grpSpPr>
          <a:xfrm>
            <a:off x="12997439" y="3428998"/>
            <a:ext cx="710311" cy="1142996"/>
            <a:chOff x="0" y="0"/>
            <a:chExt cx="710309" cy="1142994"/>
          </a:xfrm>
        </p:grpSpPr>
        <p:sp>
          <p:nvSpPr>
            <p:cNvPr id="38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93" name="Rectangle 121"/>
          <p:cNvGrpSpPr/>
          <p:nvPr/>
        </p:nvGrpSpPr>
        <p:grpSpPr>
          <a:xfrm>
            <a:off x="12997439" y="2286017"/>
            <a:ext cx="710311" cy="1142996"/>
            <a:chOff x="0" y="0"/>
            <a:chExt cx="710309" cy="1142994"/>
          </a:xfrm>
        </p:grpSpPr>
        <p:sp>
          <p:nvSpPr>
            <p:cNvPr id="39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96" name="Rectangle 122"/>
          <p:cNvGrpSpPr/>
          <p:nvPr/>
        </p:nvGrpSpPr>
        <p:grpSpPr>
          <a:xfrm>
            <a:off x="12997439" y="1142977"/>
            <a:ext cx="710311" cy="1142997"/>
            <a:chOff x="0" y="-1"/>
            <a:chExt cx="710309" cy="1142995"/>
          </a:xfrm>
        </p:grpSpPr>
        <p:sp>
          <p:nvSpPr>
            <p:cNvPr id="39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99" name="Rectangle 123"/>
          <p:cNvGrpSpPr/>
          <p:nvPr/>
        </p:nvGrpSpPr>
        <p:grpSpPr>
          <a:xfrm>
            <a:off x="13706754" y="-2365"/>
            <a:ext cx="710311" cy="1142995"/>
            <a:chOff x="0" y="0"/>
            <a:chExt cx="710309" cy="1142994"/>
          </a:xfrm>
        </p:grpSpPr>
        <p:sp>
          <p:nvSpPr>
            <p:cNvPr id="39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02" name="Rectangle 126"/>
          <p:cNvGrpSpPr/>
          <p:nvPr/>
        </p:nvGrpSpPr>
        <p:grpSpPr>
          <a:xfrm>
            <a:off x="13706756" y="5715013"/>
            <a:ext cx="710311" cy="1142996"/>
            <a:chOff x="0" y="0"/>
            <a:chExt cx="710309" cy="1142994"/>
          </a:xfrm>
        </p:grpSpPr>
        <p:sp>
          <p:nvSpPr>
            <p:cNvPr id="40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05" name="Rectangle 127"/>
          <p:cNvGrpSpPr/>
          <p:nvPr/>
        </p:nvGrpSpPr>
        <p:grpSpPr>
          <a:xfrm>
            <a:off x="13706754" y="4572032"/>
            <a:ext cx="710311" cy="1142996"/>
            <a:chOff x="0" y="0"/>
            <a:chExt cx="710309" cy="1142994"/>
          </a:xfrm>
        </p:grpSpPr>
        <p:sp>
          <p:nvSpPr>
            <p:cNvPr id="40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08" name="Rectangle 128"/>
          <p:cNvGrpSpPr/>
          <p:nvPr/>
        </p:nvGrpSpPr>
        <p:grpSpPr>
          <a:xfrm>
            <a:off x="12996453" y="-1157"/>
            <a:ext cx="710311" cy="1142995"/>
            <a:chOff x="0" y="0"/>
            <a:chExt cx="710309" cy="1142994"/>
          </a:xfrm>
        </p:grpSpPr>
        <p:sp>
          <p:nvSpPr>
            <p:cNvPr id="40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11" name="Rectangle 129"/>
          <p:cNvGrpSpPr/>
          <p:nvPr/>
        </p:nvGrpSpPr>
        <p:grpSpPr>
          <a:xfrm>
            <a:off x="13706754" y="2286017"/>
            <a:ext cx="710311" cy="1142996"/>
            <a:chOff x="0" y="0"/>
            <a:chExt cx="710309" cy="1142994"/>
          </a:xfrm>
        </p:grpSpPr>
        <p:sp>
          <p:nvSpPr>
            <p:cNvPr id="40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14" name="Rectangle 130"/>
          <p:cNvGrpSpPr/>
          <p:nvPr/>
        </p:nvGrpSpPr>
        <p:grpSpPr>
          <a:xfrm>
            <a:off x="13706756" y="1142977"/>
            <a:ext cx="710311" cy="1142997"/>
            <a:chOff x="0" y="-1"/>
            <a:chExt cx="710309" cy="1142995"/>
          </a:xfrm>
        </p:grpSpPr>
        <p:sp>
          <p:nvSpPr>
            <p:cNvPr id="41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17" name="Rectangle 131"/>
          <p:cNvGrpSpPr/>
          <p:nvPr/>
        </p:nvGrpSpPr>
        <p:grpSpPr>
          <a:xfrm>
            <a:off x="13706754" y="3427836"/>
            <a:ext cx="710311" cy="1142996"/>
            <a:chOff x="0" y="0"/>
            <a:chExt cx="710309" cy="1142994"/>
          </a:xfrm>
        </p:grpSpPr>
        <p:sp>
          <p:nvSpPr>
            <p:cNvPr id="41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18" name="Body Level One…"/>
          <p:cNvSpPr txBox="1"/>
          <p:nvPr>
            <p:ph type="body" idx="1" hasCustomPrompt="1"/>
          </p:nvPr>
        </p:nvSpPr>
        <p:spPr>
          <a:xfrm>
            <a:off x="1762617" y="190500"/>
            <a:ext cx="10238389" cy="5474154"/>
          </a:xfrm>
          <a:prstGeom prst="rect">
            <a:avLst/>
          </a:prstGeom>
        </p:spPr>
        <p:txBody>
          <a:bodyPr/>
          <a:lstStyle/>
          <a:p>
            <a:pPr/>
            <a:r>
              <a:t>Presentation title</a:t>
            </a:r>
          </a:p>
          <a:p>
            <a:pPr lvl="1"/>
            <a:r>
              <a:t/>
            </a:r>
          </a:p>
          <a:p>
            <a:pPr lvl="2"/>
            <a:r>
              <a:t/>
            </a:r>
          </a:p>
          <a:p>
            <a:pPr lvl="3"/>
            <a:r>
              <a:t/>
            </a:r>
          </a:p>
          <a:p>
            <a:pPr lvl="4"/>
            <a:r>
              <a:t/>
            </a:r>
          </a:p>
        </p:txBody>
      </p:sp>
      <p:pic>
        <p:nvPicPr>
          <p:cNvPr id="419" name="Picture 15" descr="Picture 15"/>
          <p:cNvPicPr>
            <a:picLocks noChangeAspect="1"/>
          </p:cNvPicPr>
          <p:nvPr/>
        </p:nvPicPr>
        <p:blipFill>
          <a:blip r:embed="rId2">
            <a:extLst/>
          </a:blip>
          <a:stretch>
            <a:fillRect/>
          </a:stretch>
        </p:blipFill>
        <p:spPr>
          <a:xfrm>
            <a:off x="0" y="0"/>
            <a:ext cx="1574800" cy="6858000"/>
          </a:xfrm>
          <a:prstGeom prst="rect">
            <a:avLst/>
          </a:prstGeom>
          <a:ln w="12700">
            <a:miter lim="400000"/>
          </a:ln>
        </p:spPr>
      </p:pic>
      <p:sp>
        <p:nvSpPr>
          <p:cNvPr id="420" name="Text Placeholder 23"/>
          <p:cNvSpPr/>
          <p:nvPr>
            <p:ph type="body" sz="quarter" idx="21" hasCustomPrompt="1"/>
          </p:nvPr>
        </p:nvSpPr>
        <p:spPr>
          <a:xfrm>
            <a:off x="2729699" y="5992307"/>
            <a:ext cx="3948825"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421" name="Text Placeholder 23"/>
          <p:cNvSpPr/>
          <p:nvPr>
            <p:ph type="body" sz="quarter" idx="22" hasCustomPrompt="1"/>
          </p:nvPr>
        </p:nvSpPr>
        <p:spPr>
          <a:xfrm>
            <a:off x="2729699" y="6268075"/>
            <a:ext cx="3948825"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422" name="Text Placeholder 23"/>
          <p:cNvSpPr/>
          <p:nvPr>
            <p:ph type="body" sz="quarter" idx="23" hasCustomPrompt="1"/>
          </p:nvPr>
        </p:nvSpPr>
        <p:spPr>
          <a:xfrm>
            <a:off x="2729699" y="6542992"/>
            <a:ext cx="3948825"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423" name="Text Placeholder 23"/>
          <p:cNvSpPr/>
          <p:nvPr>
            <p:ph type="body" sz="quarter" idx="24" hasCustomPrompt="1"/>
          </p:nvPr>
        </p:nvSpPr>
        <p:spPr>
          <a:xfrm>
            <a:off x="8052182" y="5992307"/>
            <a:ext cx="3948825"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424" name="Text Placeholder 23"/>
          <p:cNvSpPr/>
          <p:nvPr>
            <p:ph type="body" sz="quarter" idx="25" hasCustomPrompt="1"/>
          </p:nvPr>
        </p:nvSpPr>
        <p:spPr>
          <a:xfrm>
            <a:off x="8052182" y="6268075"/>
            <a:ext cx="3948825"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425" name="Text Placeholder 23"/>
          <p:cNvSpPr/>
          <p:nvPr>
            <p:ph type="body" sz="quarter" idx="26" hasCustomPrompt="1"/>
          </p:nvPr>
        </p:nvSpPr>
        <p:spPr>
          <a:xfrm>
            <a:off x="8052182" y="6542992"/>
            <a:ext cx="3948825"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426" name="Rectangle 24"/>
          <p:cNvSpPr/>
          <p:nvPr/>
        </p:nvSpPr>
        <p:spPr>
          <a:xfrm rot="5400000">
            <a:off x="6863525" y="539756"/>
            <a:ext cx="36580" cy="10614029"/>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27" name="Rectangle 25"/>
          <p:cNvSpPr/>
          <p:nvPr/>
        </p:nvSpPr>
        <p:spPr>
          <a:xfrm>
            <a:off x="6867466" y="5828481"/>
            <a:ext cx="36580" cy="102952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28" name="Google Shape;179;p20"/>
          <p:cNvSpPr/>
          <p:nvPr>
            <p:ph type="pic" sz="quarter" idx="27"/>
          </p:nvPr>
        </p:nvSpPr>
        <p:spPr>
          <a:xfrm>
            <a:off x="1585952" y="5865057"/>
            <a:ext cx="980110" cy="994557"/>
          </a:xfrm>
          <a:prstGeom prst="rect">
            <a:avLst/>
          </a:prstGeom>
        </p:spPr>
        <p:txBody>
          <a:bodyPr lIns="91439" tIns="45719" rIns="91439" bIns="45719">
            <a:noAutofit/>
          </a:bodyPr>
          <a:lstStyle/>
          <a:p>
            <a:pPr/>
          </a:p>
        </p:txBody>
      </p:sp>
      <p:sp>
        <p:nvSpPr>
          <p:cNvPr id="429" name="Google Shape;179;p20"/>
          <p:cNvSpPr/>
          <p:nvPr>
            <p:ph type="pic" sz="quarter" idx="28"/>
          </p:nvPr>
        </p:nvSpPr>
        <p:spPr>
          <a:xfrm>
            <a:off x="6904042" y="5865057"/>
            <a:ext cx="980110" cy="994557"/>
          </a:xfrm>
          <a:prstGeom prst="rect">
            <a:avLst/>
          </a:prstGeom>
        </p:spPr>
        <p:txBody>
          <a:bodyPr lIns="91439" tIns="45719" rIns="91439" bIns="45719">
            <a:noAutofit/>
          </a:bodyPr>
          <a:lstStyle/>
          <a:p>
            <a:pPr/>
          </a:p>
        </p:txBody>
      </p:sp>
      <p:sp>
        <p:nvSpPr>
          <p:cNvPr id="4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Card (1)">
    <p:spTree>
      <p:nvGrpSpPr>
        <p:cNvPr id="1" name=""/>
        <p:cNvGrpSpPr/>
        <p:nvPr/>
      </p:nvGrpSpPr>
      <p:grpSpPr>
        <a:xfrm>
          <a:off x="0" y="0"/>
          <a:ext cx="0" cy="0"/>
          <a:chOff x="0" y="0"/>
          <a:chExt cx="0" cy="0"/>
        </a:xfrm>
      </p:grpSpPr>
      <p:grpSp>
        <p:nvGrpSpPr>
          <p:cNvPr id="439" name="Rectangle 109"/>
          <p:cNvGrpSpPr/>
          <p:nvPr/>
        </p:nvGrpSpPr>
        <p:grpSpPr>
          <a:xfrm>
            <a:off x="12287632" y="5878297"/>
            <a:ext cx="710311" cy="979707"/>
            <a:chOff x="0" y="0"/>
            <a:chExt cx="710309" cy="979705"/>
          </a:xfrm>
        </p:grpSpPr>
        <p:sp>
          <p:nvSpPr>
            <p:cNvPr id="437"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442" name="Rectangle 110"/>
          <p:cNvGrpSpPr/>
          <p:nvPr/>
        </p:nvGrpSpPr>
        <p:grpSpPr>
          <a:xfrm>
            <a:off x="12287631" y="4898603"/>
            <a:ext cx="710311" cy="979709"/>
            <a:chOff x="0" y="-1"/>
            <a:chExt cx="710309" cy="979708"/>
          </a:xfrm>
        </p:grpSpPr>
        <p:sp>
          <p:nvSpPr>
            <p:cNvPr id="440"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1"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445" name="Rectangle 111"/>
          <p:cNvGrpSpPr/>
          <p:nvPr/>
        </p:nvGrpSpPr>
        <p:grpSpPr>
          <a:xfrm>
            <a:off x="12287632" y="3918862"/>
            <a:ext cx="710311" cy="979706"/>
            <a:chOff x="0" y="0"/>
            <a:chExt cx="710309" cy="979705"/>
          </a:xfrm>
        </p:grpSpPr>
        <p:sp>
          <p:nvSpPr>
            <p:cNvPr id="443"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448" name="Rectangle 112"/>
          <p:cNvGrpSpPr/>
          <p:nvPr/>
        </p:nvGrpSpPr>
        <p:grpSpPr>
          <a:xfrm>
            <a:off x="12287631" y="2939171"/>
            <a:ext cx="710311" cy="979707"/>
            <a:chOff x="0" y="0"/>
            <a:chExt cx="710309" cy="979705"/>
          </a:xfrm>
        </p:grpSpPr>
        <p:sp>
          <p:nvSpPr>
            <p:cNvPr id="446"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451" name="Rectangle 113"/>
          <p:cNvGrpSpPr/>
          <p:nvPr/>
        </p:nvGrpSpPr>
        <p:grpSpPr>
          <a:xfrm>
            <a:off x="12287632" y="1959431"/>
            <a:ext cx="710311" cy="979707"/>
            <a:chOff x="0" y="0"/>
            <a:chExt cx="710309" cy="979705"/>
          </a:xfrm>
        </p:grpSpPr>
        <p:sp>
          <p:nvSpPr>
            <p:cNvPr id="449"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454" name="Rectangle 114"/>
          <p:cNvGrpSpPr/>
          <p:nvPr/>
        </p:nvGrpSpPr>
        <p:grpSpPr>
          <a:xfrm>
            <a:off x="12287631" y="979736"/>
            <a:ext cx="710311" cy="979707"/>
            <a:chOff x="0" y="0"/>
            <a:chExt cx="710309" cy="979705"/>
          </a:xfrm>
        </p:grpSpPr>
        <p:sp>
          <p:nvSpPr>
            <p:cNvPr id="452"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3"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457" name="Rectangle 115"/>
          <p:cNvGrpSpPr/>
          <p:nvPr/>
        </p:nvGrpSpPr>
        <p:grpSpPr>
          <a:xfrm>
            <a:off x="12287631" y="-2"/>
            <a:ext cx="710311" cy="979706"/>
            <a:chOff x="0" y="0"/>
            <a:chExt cx="710309" cy="979705"/>
          </a:xfrm>
        </p:grpSpPr>
        <p:sp>
          <p:nvSpPr>
            <p:cNvPr id="455"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460" name="Rectangle 118"/>
          <p:cNvGrpSpPr/>
          <p:nvPr/>
        </p:nvGrpSpPr>
        <p:grpSpPr>
          <a:xfrm>
            <a:off x="12997439" y="5715013"/>
            <a:ext cx="710311" cy="1142996"/>
            <a:chOff x="0" y="0"/>
            <a:chExt cx="710309" cy="1142994"/>
          </a:xfrm>
        </p:grpSpPr>
        <p:sp>
          <p:nvSpPr>
            <p:cNvPr id="458"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463" name="Rectangle 119"/>
          <p:cNvGrpSpPr/>
          <p:nvPr/>
        </p:nvGrpSpPr>
        <p:grpSpPr>
          <a:xfrm>
            <a:off x="12997439" y="4572032"/>
            <a:ext cx="710311" cy="1142996"/>
            <a:chOff x="0" y="0"/>
            <a:chExt cx="710309" cy="1142994"/>
          </a:xfrm>
        </p:grpSpPr>
        <p:sp>
          <p:nvSpPr>
            <p:cNvPr id="461"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466" name="Rectangle 120"/>
          <p:cNvGrpSpPr/>
          <p:nvPr/>
        </p:nvGrpSpPr>
        <p:grpSpPr>
          <a:xfrm>
            <a:off x="12997439" y="3428998"/>
            <a:ext cx="710311" cy="1142996"/>
            <a:chOff x="0" y="0"/>
            <a:chExt cx="710309" cy="1142994"/>
          </a:xfrm>
        </p:grpSpPr>
        <p:sp>
          <p:nvSpPr>
            <p:cNvPr id="464"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469" name="Rectangle 121"/>
          <p:cNvGrpSpPr/>
          <p:nvPr/>
        </p:nvGrpSpPr>
        <p:grpSpPr>
          <a:xfrm>
            <a:off x="12997439" y="2286017"/>
            <a:ext cx="710311" cy="1142996"/>
            <a:chOff x="0" y="0"/>
            <a:chExt cx="710309" cy="1142994"/>
          </a:xfrm>
        </p:grpSpPr>
        <p:sp>
          <p:nvSpPr>
            <p:cNvPr id="467"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472" name="Rectangle 122"/>
          <p:cNvGrpSpPr/>
          <p:nvPr/>
        </p:nvGrpSpPr>
        <p:grpSpPr>
          <a:xfrm>
            <a:off x="12997439" y="1142977"/>
            <a:ext cx="710311" cy="1142997"/>
            <a:chOff x="0" y="-1"/>
            <a:chExt cx="710309" cy="1142995"/>
          </a:xfrm>
        </p:grpSpPr>
        <p:sp>
          <p:nvSpPr>
            <p:cNvPr id="470"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75" name="Rectangle 123"/>
          <p:cNvGrpSpPr/>
          <p:nvPr/>
        </p:nvGrpSpPr>
        <p:grpSpPr>
          <a:xfrm>
            <a:off x="13706754" y="-2365"/>
            <a:ext cx="710311" cy="1142995"/>
            <a:chOff x="0" y="0"/>
            <a:chExt cx="710309" cy="1142994"/>
          </a:xfrm>
        </p:grpSpPr>
        <p:sp>
          <p:nvSpPr>
            <p:cNvPr id="473"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78" name="Rectangle 126"/>
          <p:cNvGrpSpPr/>
          <p:nvPr/>
        </p:nvGrpSpPr>
        <p:grpSpPr>
          <a:xfrm>
            <a:off x="13706756" y="5715013"/>
            <a:ext cx="710311" cy="1142996"/>
            <a:chOff x="0" y="0"/>
            <a:chExt cx="710309" cy="1142994"/>
          </a:xfrm>
        </p:grpSpPr>
        <p:sp>
          <p:nvSpPr>
            <p:cNvPr id="476"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81" name="Rectangle 127"/>
          <p:cNvGrpSpPr/>
          <p:nvPr/>
        </p:nvGrpSpPr>
        <p:grpSpPr>
          <a:xfrm>
            <a:off x="13706754" y="4572032"/>
            <a:ext cx="710311" cy="1142996"/>
            <a:chOff x="0" y="0"/>
            <a:chExt cx="710309" cy="1142994"/>
          </a:xfrm>
        </p:grpSpPr>
        <p:sp>
          <p:nvSpPr>
            <p:cNvPr id="479"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84" name="Rectangle 128"/>
          <p:cNvGrpSpPr/>
          <p:nvPr/>
        </p:nvGrpSpPr>
        <p:grpSpPr>
          <a:xfrm>
            <a:off x="12996453" y="-1157"/>
            <a:ext cx="710311" cy="1142995"/>
            <a:chOff x="0" y="0"/>
            <a:chExt cx="710309" cy="1142994"/>
          </a:xfrm>
        </p:grpSpPr>
        <p:sp>
          <p:nvSpPr>
            <p:cNvPr id="482"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87" name="Rectangle 129"/>
          <p:cNvGrpSpPr/>
          <p:nvPr/>
        </p:nvGrpSpPr>
        <p:grpSpPr>
          <a:xfrm>
            <a:off x="13706754" y="2286017"/>
            <a:ext cx="710311" cy="1142996"/>
            <a:chOff x="0" y="0"/>
            <a:chExt cx="710309" cy="1142994"/>
          </a:xfrm>
        </p:grpSpPr>
        <p:sp>
          <p:nvSpPr>
            <p:cNvPr id="485"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90" name="Rectangle 130"/>
          <p:cNvGrpSpPr/>
          <p:nvPr/>
        </p:nvGrpSpPr>
        <p:grpSpPr>
          <a:xfrm>
            <a:off x="13706756" y="1142977"/>
            <a:ext cx="710311" cy="1142997"/>
            <a:chOff x="0" y="-1"/>
            <a:chExt cx="710309" cy="1142995"/>
          </a:xfrm>
        </p:grpSpPr>
        <p:sp>
          <p:nvSpPr>
            <p:cNvPr id="488"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93" name="Rectangle 131"/>
          <p:cNvGrpSpPr/>
          <p:nvPr/>
        </p:nvGrpSpPr>
        <p:grpSpPr>
          <a:xfrm>
            <a:off x="13706754" y="3427836"/>
            <a:ext cx="710311" cy="1142996"/>
            <a:chOff x="0" y="0"/>
            <a:chExt cx="710309" cy="1142994"/>
          </a:xfrm>
        </p:grpSpPr>
        <p:sp>
          <p:nvSpPr>
            <p:cNvPr id="491"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94" name="Body Level One…"/>
          <p:cNvSpPr txBox="1"/>
          <p:nvPr>
            <p:ph type="body" idx="1" hasCustomPrompt="1"/>
          </p:nvPr>
        </p:nvSpPr>
        <p:spPr>
          <a:xfrm>
            <a:off x="1762617" y="190500"/>
            <a:ext cx="10238389" cy="5474154"/>
          </a:xfrm>
          <a:prstGeom prst="rect">
            <a:avLst/>
          </a:prstGeom>
        </p:spPr>
        <p:txBody>
          <a:bodyPr/>
          <a:lstStyle/>
          <a:p>
            <a:pPr/>
            <a:r>
              <a:t>Presentation title</a:t>
            </a:r>
          </a:p>
          <a:p>
            <a:pPr lvl="1"/>
            <a:r>
              <a:t/>
            </a:r>
          </a:p>
          <a:p>
            <a:pPr lvl="2"/>
            <a:r>
              <a:t/>
            </a:r>
          </a:p>
          <a:p>
            <a:pPr lvl="3"/>
            <a:r>
              <a:t/>
            </a:r>
          </a:p>
          <a:p>
            <a:pPr lvl="4"/>
            <a:r>
              <a:t/>
            </a:r>
          </a:p>
        </p:txBody>
      </p:sp>
      <p:pic>
        <p:nvPicPr>
          <p:cNvPr id="495" name="Picture 15" descr="Picture 15"/>
          <p:cNvPicPr>
            <a:picLocks noChangeAspect="1"/>
          </p:cNvPicPr>
          <p:nvPr/>
        </p:nvPicPr>
        <p:blipFill>
          <a:blip r:embed="rId2">
            <a:extLst/>
          </a:blip>
          <a:stretch>
            <a:fillRect/>
          </a:stretch>
        </p:blipFill>
        <p:spPr>
          <a:xfrm>
            <a:off x="0" y="0"/>
            <a:ext cx="1574800" cy="6858000"/>
          </a:xfrm>
          <a:prstGeom prst="rect">
            <a:avLst/>
          </a:prstGeom>
          <a:ln w="12700">
            <a:miter lim="400000"/>
          </a:ln>
        </p:spPr>
      </p:pic>
      <p:sp>
        <p:nvSpPr>
          <p:cNvPr id="496" name="Text Placeholder 23"/>
          <p:cNvSpPr/>
          <p:nvPr>
            <p:ph type="body" sz="quarter" idx="21" hasCustomPrompt="1"/>
          </p:nvPr>
        </p:nvSpPr>
        <p:spPr>
          <a:xfrm>
            <a:off x="2729698" y="5992307"/>
            <a:ext cx="9270215" cy="152605"/>
          </a:xfrm>
          <a:prstGeom prst="rect">
            <a:avLst/>
          </a:prstGeom>
        </p:spPr>
        <p:txBody>
          <a:bodyPr/>
          <a:lstStyle>
            <a:lvl1pPr defTabSz="703806">
              <a:spcBef>
                <a:spcPts val="700"/>
              </a:spcBef>
              <a:defRPr sz="1000">
                <a:latin typeface="+mj-lt"/>
                <a:ea typeface="+mj-ea"/>
                <a:cs typeface="+mj-cs"/>
                <a:sym typeface="Mona Sans"/>
              </a:defRPr>
            </a:lvl1pPr>
          </a:lstStyle>
          <a:p>
            <a:pPr/>
            <a:r>
              <a:t>First &amp; Last Name</a:t>
            </a:r>
          </a:p>
        </p:txBody>
      </p:sp>
      <p:sp>
        <p:nvSpPr>
          <p:cNvPr id="497" name="Text Placeholder 23"/>
          <p:cNvSpPr/>
          <p:nvPr>
            <p:ph type="body" sz="quarter" idx="22" hasCustomPrompt="1"/>
          </p:nvPr>
        </p:nvSpPr>
        <p:spPr>
          <a:xfrm>
            <a:off x="2729698" y="6268075"/>
            <a:ext cx="9270215" cy="152605"/>
          </a:xfrm>
          <a:prstGeom prst="rect">
            <a:avLst/>
          </a:prstGeom>
        </p:spPr>
        <p:txBody>
          <a:bodyPr anchor="b"/>
          <a:lstStyle>
            <a:lvl1pPr defTabSz="703806">
              <a:lnSpc>
                <a:spcPct val="100000"/>
              </a:lnSpc>
              <a:spcBef>
                <a:spcPts val="700"/>
              </a:spcBef>
              <a:defRPr sz="1000">
                <a:solidFill>
                  <a:srgbClr val="B0BAC2"/>
                </a:solidFill>
              </a:defRPr>
            </a:lvl1pPr>
          </a:lstStyle>
          <a:p>
            <a:pPr/>
            <a:r>
              <a:t>Position</a:t>
            </a:r>
          </a:p>
        </p:txBody>
      </p:sp>
      <p:sp>
        <p:nvSpPr>
          <p:cNvPr id="498" name="Text Placeholder 23"/>
          <p:cNvSpPr/>
          <p:nvPr>
            <p:ph type="body" sz="quarter" idx="23" hasCustomPrompt="1"/>
          </p:nvPr>
        </p:nvSpPr>
        <p:spPr>
          <a:xfrm>
            <a:off x="2729698" y="6542992"/>
            <a:ext cx="9270215" cy="152605"/>
          </a:xfrm>
          <a:prstGeom prst="rect">
            <a:avLst/>
          </a:prstGeom>
        </p:spPr>
        <p:txBody>
          <a:bodyPr anchor="b"/>
          <a:lstStyle>
            <a:lvl1pPr defTabSz="703806">
              <a:lnSpc>
                <a:spcPct val="100000"/>
              </a:lnSpc>
              <a:spcBef>
                <a:spcPts val="700"/>
              </a:spcBef>
              <a:defRPr sz="1000">
                <a:solidFill>
                  <a:srgbClr val="B0BAC2"/>
                </a:solidFill>
              </a:defRPr>
            </a:lvl1pPr>
          </a:lstStyle>
          <a:p>
            <a:pPr/>
            <a:r>
              <a:t>Company</a:t>
            </a:r>
          </a:p>
        </p:txBody>
      </p:sp>
      <p:sp>
        <p:nvSpPr>
          <p:cNvPr id="499" name="Rectangle 22"/>
          <p:cNvSpPr/>
          <p:nvPr/>
        </p:nvSpPr>
        <p:spPr>
          <a:xfrm rot="5400000">
            <a:off x="6863525" y="539756"/>
            <a:ext cx="36580" cy="10614029"/>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00" name="Google Shape;179;p20"/>
          <p:cNvSpPr/>
          <p:nvPr>
            <p:ph type="pic" sz="quarter" idx="24"/>
          </p:nvPr>
        </p:nvSpPr>
        <p:spPr>
          <a:xfrm>
            <a:off x="1585952" y="5865057"/>
            <a:ext cx="980110" cy="994557"/>
          </a:xfrm>
          <a:prstGeom prst="rect">
            <a:avLst/>
          </a:prstGeom>
        </p:spPr>
        <p:txBody>
          <a:bodyPr lIns="91439" tIns="45719" rIns="91439" bIns="45719">
            <a:noAutofit/>
          </a:bodyPr>
          <a:lstStyle/>
          <a:p>
            <a:pPr/>
          </a:p>
        </p:txBody>
      </p:sp>
      <p:sp>
        <p:nvSpPr>
          <p:cNvPr id="501" name="Slide Number"/>
          <p:cNvSpPr txBox="1"/>
          <p:nvPr>
            <p:ph type="sldNum" sz="quarter" idx="2"/>
          </p:nvPr>
        </p:nvSpPr>
        <p:spPr>
          <a:xfrm>
            <a:off x="8454848" y="6221732"/>
            <a:ext cx="273652" cy="26923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genda">
    <p:spTree>
      <p:nvGrpSpPr>
        <p:cNvPr id="1" name=""/>
        <p:cNvGrpSpPr/>
        <p:nvPr/>
      </p:nvGrpSpPr>
      <p:grpSpPr>
        <a:xfrm>
          <a:off x="0" y="0"/>
          <a:ext cx="0" cy="0"/>
          <a:chOff x="0" y="0"/>
          <a:chExt cx="0" cy="0"/>
        </a:xfrm>
      </p:grpSpPr>
      <p:grpSp>
        <p:nvGrpSpPr>
          <p:cNvPr id="510" name="Rectangle 109"/>
          <p:cNvGrpSpPr/>
          <p:nvPr/>
        </p:nvGrpSpPr>
        <p:grpSpPr>
          <a:xfrm>
            <a:off x="12287632" y="5878297"/>
            <a:ext cx="710311" cy="979707"/>
            <a:chOff x="0" y="0"/>
            <a:chExt cx="710309" cy="979705"/>
          </a:xfrm>
        </p:grpSpPr>
        <p:sp>
          <p:nvSpPr>
            <p:cNvPr id="508"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13" name="Rectangle 110"/>
          <p:cNvGrpSpPr/>
          <p:nvPr/>
        </p:nvGrpSpPr>
        <p:grpSpPr>
          <a:xfrm>
            <a:off x="12287631" y="4898603"/>
            <a:ext cx="710311" cy="979709"/>
            <a:chOff x="0" y="-1"/>
            <a:chExt cx="710309" cy="979708"/>
          </a:xfrm>
        </p:grpSpPr>
        <p:sp>
          <p:nvSpPr>
            <p:cNvPr id="511"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2"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16" name="Rectangle 111"/>
          <p:cNvGrpSpPr/>
          <p:nvPr/>
        </p:nvGrpSpPr>
        <p:grpSpPr>
          <a:xfrm>
            <a:off x="12287632" y="3918862"/>
            <a:ext cx="710311" cy="979706"/>
            <a:chOff x="0" y="0"/>
            <a:chExt cx="710309" cy="979705"/>
          </a:xfrm>
        </p:grpSpPr>
        <p:sp>
          <p:nvSpPr>
            <p:cNvPr id="514"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19" name="Rectangle 112"/>
          <p:cNvGrpSpPr/>
          <p:nvPr/>
        </p:nvGrpSpPr>
        <p:grpSpPr>
          <a:xfrm>
            <a:off x="12287631" y="2939171"/>
            <a:ext cx="710311" cy="979707"/>
            <a:chOff x="0" y="0"/>
            <a:chExt cx="710309" cy="979705"/>
          </a:xfrm>
        </p:grpSpPr>
        <p:sp>
          <p:nvSpPr>
            <p:cNvPr id="517"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22" name="Rectangle 113"/>
          <p:cNvGrpSpPr/>
          <p:nvPr/>
        </p:nvGrpSpPr>
        <p:grpSpPr>
          <a:xfrm>
            <a:off x="12287632" y="1959431"/>
            <a:ext cx="710311" cy="979707"/>
            <a:chOff x="0" y="0"/>
            <a:chExt cx="710309" cy="979705"/>
          </a:xfrm>
        </p:grpSpPr>
        <p:sp>
          <p:nvSpPr>
            <p:cNvPr id="520"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25" name="Rectangle 114"/>
          <p:cNvGrpSpPr/>
          <p:nvPr/>
        </p:nvGrpSpPr>
        <p:grpSpPr>
          <a:xfrm>
            <a:off x="12287631" y="979736"/>
            <a:ext cx="710311" cy="979707"/>
            <a:chOff x="0" y="0"/>
            <a:chExt cx="710309" cy="979705"/>
          </a:xfrm>
        </p:grpSpPr>
        <p:sp>
          <p:nvSpPr>
            <p:cNvPr id="523"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4"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28" name="Rectangle 115"/>
          <p:cNvGrpSpPr/>
          <p:nvPr/>
        </p:nvGrpSpPr>
        <p:grpSpPr>
          <a:xfrm>
            <a:off x="12287631" y="-2"/>
            <a:ext cx="710311" cy="979706"/>
            <a:chOff x="0" y="0"/>
            <a:chExt cx="710309" cy="979705"/>
          </a:xfrm>
        </p:grpSpPr>
        <p:sp>
          <p:nvSpPr>
            <p:cNvPr id="526"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31" name="Rectangle 118"/>
          <p:cNvGrpSpPr/>
          <p:nvPr/>
        </p:nvGrpSpPr>
        <p:grpSpPr>
          <a:xfrm>
            <a:off x="12997439" y="5715013"/>
            <a:ext cx="710311" cy="1142996"/>
            <a:chOff x="0" y="0"/>
            <a:chExt cx="710309" cy="1142994"/>
          </a:xfrm>
        </p:grpSpPr>
        <p:sp>
          <p:nvSpPr>
            <p:cNvPr id="529"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34" name="Rectangle 119"/>
          <p:cNvGrpSpPr/>
          <p:nvPr/>
        </p:nvGrpSpPr>
        <p:grpSpPr>
          <a:xfrm>
            <a:off x="12997439" y="4572032"/>
            <a:ext cx="710311" cy="1142996"/>
            <a:chOff x="0" y="0"/>
            <a:chExt cx="710309" cy="1142994"/>
          </a:xfrm>
        </p:grpSpPr>
        <p:sp>
          <p:nvSpPr>
            <p:cNvPr id="532"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37" name="Rectangle 120"/>
          <p:cNvGrpSpPr/>
          <p:nvPr/>
        </p:nvGrpSpPr>
        <p:grpSpPr>
          <a:xfrm>
            <a:off x="12997439" y="3428998"/>
            <a:ext cx="710311" cy="1142996"/>
            <a:chOff x="0" y="0"/>
            <a:chExt cx="710309" cy="1142994"/>
          </a:xfrm>
        </p:grpSpPr>
        <p:sp>
          <p:nvSpPr>
            <p:cNvPr id="535"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40" name="Rectangle 121"/>
          <p:cNvGrpSpPr/>
          <p:nvPr/>
        </p:nvGrpSpPr>
        <p:grpSpPr>
          <a:xfrm>
            <a:off x="12997439" y="2286017"/>
            <a:ext cx="710311" cy="1142996"/>
            <a:chOff x="0" y="0"/>
            <a:chExt cx="710309" cy="1142994"/>
          </a:xfrm>
        </p:grpSpPr>
        <p:sp>
          <p:nvSpPr>
            <p:cNvPr id="538"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43" name="Rectangle 122"/>
          <p:cNvGrpSpPr/>
          <p:nvPr/>
        </p:nvGrpSpPr>
        <p:grpSpPr>
          <a:xfrm>
            <a:off x="12997439" y="1142977"/>
            <a:ext cx="710311" cy="1142997"/>
            <a:chOff x="0" y="-1"/>
            <a:chExt cx="710309" cy="1142995"/>
          </a:xfrm>
        </p:grpSpPr>
        <p:sp>
          <p:nvSpPr>
            <p:cNvPr id="541"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46" name="Rectangle 123"/>
          <p:cNvGrpSpPr/>
          <p:nvPr/>
        </p:nvGrpSpPr>
        <p:grpSpPr>
          <a:xfrm>
            <a:off x="13706754" y="-2365"/>
            <a:ext cx="710311" cy="1142995"/>
            <a:chOff x="0" y="0"/>
            <a:chExt cx="710309" cy="1142994"/>
          </a:xfrm>
        </p:grpSpPr>
        <p:sp>
          <p:nvSpPr>
            <p:cNvPr id="544"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49" name="Rectangle 126"/>
          <p:cNvGrpSpPr/>
          <p:nvPr/>
        </p:nvGrpSpPr>
        <p:grpSpPr>
          <a:xfrm>
            <a:off x="13706756" y="5715013"/>
            <a:ext cx="710311" cy="1142996"/>
            <a:chOff x="0" y="0"/>
            <a:chExt cx="710309" cy="1142994"/>
          </a:xfrm>
        </p:grpSpPr>
        <p:sp>
          <p:nvSpPr>
            <p:cNvPr id="547"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52" name="Rectangle 127"/>
          <p:cNvGrpSpPr/>
          <p:nvPr/>
        </p:nvGrpSpPr>
        <p:grpSpPr>
          <a:xfrm>
            <a:off x="13706754" y="4572032"/>
            <a:ext cx="710311" cy="1142996"/>
            <a:chOff x="0" y="0"/>
            <a:chExt cx="710309" cy="1142994"/>
          </a:xfrm>
        </p:grpSpPr>
        <p:sp>
          <p:nvSpPr>
            <p:cNvPr id="550"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55" name="Rectangle 128"/>
          <p:cNvGrpSpPr/>
          <p:nvPr/>
        </p:nvGrpSpPr>
        <p:grpSpPr>
          <a:xfrm>
            <a:off x="12996453" y="-1157"/>
            <a:ext cx="710311" cy="1142995"/>
            <a:chOff x="0" y="0"/>
            <a:chExt cx="710309" cy="1142994"/>
          </a:xfrm>
        </p:grpSpPr>
        <p:sp>
          <p:nvSpPr>
            <p:cNvPr id="553"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58" name="Rectangle 129"/>
          <p:cNvGrpSpPr/>
          <p:nvPr/>
        </p:nvGrpSpPr>
        <p:grpSpPr>
          <a:xfrm>
            <a:off x="13706754" y="2286017"/>
            <a:ext cx="710311" cy="1142996"/>
            <a:chOff x="0" y="0"/>
            <a:chExt cx="710309" cy="1142994"/>
          </a:xfrm>
        </p:grpSpPr>
        <p:sp>
          <p:nvSpPr>
            <p:cNvPr id="556"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61" name="Rectangle 130"/>
          <p:cNvGrpSpPr/>
          <p:nvPr/>
        </p:nvGrpSpPr>
        <p:grpSpPr>
          <a:xfrm>
            <a:off x="13706756" y="1142977"/>
            <a:ext cx="710311" cy="1142997"/>
            <a:chOff x="0" y="-1"/>
            <a:chExt cx="710309" cy="1142995"/>
          </a:xfrm>
        </p:grpSpPr>
        <p:sp>
          <p:nvSpPr>
            <p:cNvPr id="559"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64" name="Rectangle 131"/>
          <p:cNvGrpSpPr/>
          <p:nvPr/>
        </p:nvGrpSpPr>
        <p:grpSpPr>
          <a:xfrm>
            <a:off x="13706754" y="3427836"/>
            <a:ext cx="710311" cy="1142996"/>
            <a:chOff x="0" y="0"/>
            <a:chExt cx="710309" cy="1142994"/>
          </a:xfrm>
        </p:grpSpPr>
        <p:sp>
          <p:nvSpPr>
            <p:cNvPr id="562"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565" name="Body Level One…"/>
          <p:cNvSpPr txBox="1"/>
          <p:nvPr>
            <p:ph type="body" sz="quarter" idx="1" hasCustomPrompt="1"/>
          </p:nvPr>
        </p:nvSpPr>
        <p:spPr>
          <a:xfrm>
            <a:off x="4404700" y="318246"/>
            <a:ext cx="726130" cy="5804126"/>
          </a:xfrm>
          <a:prstGeom prst="rect">
            <a:avLst/>
          </a:prstGeom>
        </p:spPr>
        <p:txBody>
          <a:bodyPr lIns="45718" tIns="45718" rIns="45718" bIns="45718"/>
          <a:lstStyle>
            <a:lvl1pPr>
              <a:defRPr sz="2700">
                <a:solidFill>
                  <a:srgbClr val="B0BAC2"/>
                </a:solidFill>
              </a:defRPr>
            </a:lvl1pPr>
            <a:lvl2pPr>
              <a:defRPr sz="2700">
                <a:solidFill>
                  <a:srgbClr val="B0BAC2"/>
                </a:solidFill>
              </a:defRPr>
            </a:lvl2pPr>
            <a:lvl3pPr>
              <a:defRPr sz="2700">
                <a:solidFill>
                  <a:srgbClr val="B0BAC2"/>
                </a:solidFill>
              </a:defRPr>
            </a:lvl3pPr>
            <a:lvl4pPr>
              <a:defRPr sz="2700">
                <a:solidFill>
                  <a:srgbClr val="B0BAC2"/>
                </a:solidFill>
              </a:defRPr>
            </a:lvl4pPr>
            <a:lvl5pPr>
              <a:defRPr sz="2700">
                <a:solidFill>
                  <a:srgbClr val="B0BAC2"/>
                </a:solidFill>
              </a:defRPr>
            </a:lvl5pPr>
          </a:lstStyle>
          <a:p>
            <a:pPr/>
            <a:r>
              <a:t>01</a:t>
            </a:r>
          </a:p>
          <a:p>
            <a:pPr lvl="1"/>
            <a:r>
              <a:t/>
            </a:r>
          </a:p>
          <a:p>
            <a:pPr lvl="2"/>
            <a:r>
              <a:t/>
            </a:r>
          </a:p>
          <a:p>
            <a:pPr lvl="3"/>
            <a:r>
              <a:t/>
            </a:r>
          </a:p>
          <a:p>
            <a:pPr lvl="4"/>
            <a:r>
              <a:t/>
            </a:r>
          </a:p>
        </p:txBody>
      </p:sp>
      <p:sp>
        <p:nvSpPr>
          <p:cNvPr id="566" name="Text Placeholder 2"/>
          <p:cNvSpPr/>
          <p:nvPr>
            <p:ph type="body" idx="21" hasCustomPrompt="1"/>
          </p:nvPr>
        </p:nvSpPr>
        <p:spPr>
          <a:xfrm>
            <a:off x="5130825" y="318246"/>
            <a:ext cx="6650237" cy="5804126"/>
          </a:xfrm>
          <a:prstGeom prst="rect">
            <a:avLst/>
          </a:prstGeom>
        </p:spPr>
        <p:txBody>
          <a:bodyPr lIns="45718" tIns="45718" rIns="45718" bIns="45718"/>
          <a:lstStyle>
            <a:lvl1pPr>
              <a:defRPr sz="2700"/>
            </a:lvl1pPr>
          </a:lstStyle>
          <a:p>
            <a:pPr/>
            <a:r>
              <a:t>Section title
Section title 
Section title
Section title
Section title
Section title 
Section title 
Section title
Section title  </a:t>
            </a:r>
          </a:p>
        </p:txBody>
      </p:sp>
      <p:sp>
        <p:nvSpPr>
          <p:cNvPr id="567" name="Rectangle 6"/>
          <p:cNvSpPr/>
          <p:nvPr/>
        </p:nvSpPr>
        <p:spPr>
          <a:xfrm>
            <a:off x="4073606" y="-4"/>
            <a:ext cx="12704" cy="6455444"/>
          </a:xfrm>
          <a:prstGeom prst="rect">
            <a:avLst/>
          </a:prstGeom>
          <a:solidFill>
            <a:srgbClr val="909692"/>
          </a:solidFill>
          <a:ln w="12700">
            <a:miter lim="400000"/>
          </a:ln>
        </p:spPr>
        <p:txBody>
          <a:bodyPr lIns="45718" tIns="45718" rIns="45718" bIns="45718" anchor="ctr"/>
          <a:lstStyle/>
          <a:p>
            <a:pPr algn="ctr">
              <a:defRPr>
                <a:solidFill>
                  <a:srgbClr val="FFFFFF"/>
                </a:solidFill>
              </a:defRPr>
            </a:pPr>
          </a:p>
        </p:txBody>
      </p:sp>
      <p:sp>
        <p:nvSpPr>
          <p:cNvPr id="568" name="TextBox 15"/>
          <p:cNvSpPr txBox="1"/>
          <p:nvPr/>
        </p:nvSpPr>
        <p:spPr>
          <a:xfrm>
            <a:off x="407762" y="318247"/>
            <a:ext cx="3265787" cy="207518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ct val="90000"/>
              </a:lnSpc>
              <a:defRPr sz="7200">
                <a:solidFill>
                  <a:srgbClr val="FFFFFF"/>
                </a:solidFill>
                <a:latin typeface="Mona Sans Display"/>
                <a:ea typeface="Mona Sans Display"/>
                <a:cs typeface="Mona Sans Display"/>
                <a:sym typeface="Mona Sans Display"/>
              </a:defRPr>
            </a:pPr>
            <a:r>
              <a:t>Session</a:t>
            </a:r>
            <a:br/>
            <a:r>
              <a:rPr>
                <a:solidFill>
                  <a:srgbClr val="B0BAC2"/>
                </a:solidFill>
              </a:rPr>
              <a:t>Agenda</a:t>
            </a:r>
          </a:p>
        </p:txBody>
      </p:sp>
      <p:sp>
        <p:nvSpPr>
          <p:cNvPr id="569" name="Rectangle 3"/>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70" name="Rectangle 4"/>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571" name="Text Placeholder 13"/>
          <p:cNvSpPr/>
          <p:nvPr>
            <p:ph type="body" sz="quarter" idx="22"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57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Section">
    <p:spTree>
      <p:nvGrpSpPr>
        <p:cNvPr id="1" name=""/>
        <p:cNvGrpSpPr/>
        <p:nvPr/>
      </p:nvGrpSpPr>
      <p:grpSpPr>
        <a:xfrm>
          <a:off x="0" y="0"/>
          <a:ext cx="0" cy="0"/>
          <a:chOff x="0" y="0"/>
          <a:chExt cx="0" cy="0"/>
        </a:xfrm>
      </p:grpSpPr>
      <p:grpSp>
        <p:nvGrpSpPr>
          <p:cNvPr id="581" name="Rectangle 109"/>
          <p:cNvGrpSpPr/>
          <p:nvPr/>
        </p:nvGrpSpPr>
        <p:grpSpPr>
          <a:xfrm>
            <a:off x="12287632" y="5878297"/>
            <a:ext cx="710311" cy="979707"/>
            <a:chOff x="0" y="0"/>
            <a:chExt cx="710309" cy="979705"/>
          </a:xfrm>
        </p:grpSpPr>
        <p:sp>
          <p:nvSpPr>
            <p:cNvPr id="579"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84" name="Rectangle 110"/>
          <p:cNvGrpSpPr/>
          <p:nvPr/>
        </p:nvGrpSpPr>
        <p:grpSpPr>
          <a:xfrm>
            <a:off x="12287631" y="4898603"/>
            <a:ext cx="710311" cy="979709"/>
            <a:chOff x="0" y="-1"/>
            <a:chExt cx="710309" cy="979708"/>
          </a:xfrm>
        </p:grpSpPr>
        <p:sp>
          <p:nvSpPr>
            <p:cNvPr id="582"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3"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87" name="Rectangle 111"/>
          <p:cNvGrpSpPr/>
          <p:nvPr/>
        </p:nvGrpSpPr>
        <p:grpSpPr>
          <a:xfrm>
            <a:off x="12287632" y="3918862"/>
            <a:ext cx="710311" cy="979706"/>
            <a:chOff x="0" y="0"/>
            <a:chExt cx="710309" cy="979705"/>
          </a:xfrm>
        </p:grpSpPr>
        <p:sp>
          <p:nvSpPr>
            <p:cNvPr id="585"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90" name="Rectangle 112"/>
          <p:cNvGrpSpPr/>
          <p:nvPr/>
        </p:nvGrpSpPr>
        <p:grpSpPr>
          <a:xfrm>
            <a:off x="12287631" y="2939171"/>
            <a:ext cx="710311" cy="979707"/>
            <a:chOff x="0" y="0"/>
            <a:chExt cx="710309" cy="979705"/>
          </a:xfrm>
        </p:grpSpPr>
        <p:sp>
          <p:nvSpPr>
            <p:cNvPr id="588"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93" name="Rectangle 113"/>
          <p:cNvGrpSpPr/>
          <p:nvPr/>
        </p:nvGrpSpPr>
        <p:grpSpPr>
          <a:xfrm>
            <a:off x="12287632" y="1959431"/>
            <a:ext cx="710311" cy="979707"/>
            <a:chOff x="0" y="0"/>
            <a:chExt cx="710309" cy="979705"/>
          </a:xfrm>
        </p:grpSpPr>
        <p:sp>
          <p:nvSpPr>
            <p:cNvPr id="591"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96" name="Rectangle 114"/>
          <p:cNvGrpSpPr/>
          <p:nvPr/>
        </p:nvGrpSpPr>
        <p:grpSpPr>
          <a:xfrm>
            <a:off x="12287631" y="979736"/>
            <a:ext cx="710311" cy="979707"/>
            <a:chOff x="0" y="0"/>
            <a:chExt cx="710309" cy="979705"/>
          </a:xfrm>
        </p:grpSpPr>
        <p:sp>
          <p:nvSpPr>
            <p:cNvPr id="594"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5"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99" name="Rectangle 115"/>
          <p:cNvGrpSpPr/>
          <p:nvPr/>
        </p:nvGrpSpPr>
        <p:grpSpPr>
          <a:xfrm>
            <a:off x="12287631" y="-2"/>
            <a:ext cx="710311" cy="979706"/>
            <a:chOff x="0" y="0"/>
            <a:chExt cx="710309" cy="979705"/>
          </a:xfrm>
        </p:grpSpPr>
        <p:sp>
          <p:nvSpPr>
            <p:cNvPr id="597"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02" name="Rectangle 118"/>
          <p:cNvGrpSpPr/>
          <p:nvPr/>
        </p:nvGrpSpPr>
        <p:grpSpPr>
          <a:xfrm>
            <a:off x="12997439" y="5715013"/>
            <a:ext cx="710311" cy="1142996"/>
            <a:chOff x="0" y="0"/>
            <a:chExt cx="710309" cy="1142994"/>
          </a:xfrm>
        </p:grpSpPr>
        <p:sp>
          <p:nvSpPr>
            <p:cNvPr id="600"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05" name="Rectangle 119"/>
          <p:cNvGrpSpPr/>
          <p:nvPr/>
        </p:nvGrpSpPr>
        <p:grpSpPr>
          <a:xfrm>
            <a:off x="12997439" y="4572032"/>
            <a:ext cx="710311" cy="1142996"/>
            <a:chOff x="0" y="0"/>
            <a:chExt cx="710309" cy="1142994"/>
          </a:xfrm>
        </p:grpSpPr>
        <p:sp>
          <p:nvSpPr>
            <p:cNvPr id="603"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08" name="Rectangle 120"/>
          <p:cNvGrpSpPr/>
          <p:nvPr/>
        </p:nvGrpSpPr>
        <p:grpSpPr>
          <a:xfrm>
            <a:off x="12997439" y="3428998"/>
            <a:ext cx="710311" cy="1142996"/>
            <a:chOff x="0" y="0"/>
            <a:chExt cx="710309" cy="1142994"/>
          </a:xfrm>
        </p:grpSpPr>
        <p:sp>
          <p:nvSpPr>
            <p:cNvPr id="606"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11" name="Rectangle 121"/>
          <p:cNvGrpSpPr/>
          <p:nvPr/>
        </p:nvGrpSpPr>
        <p:grpSpPr>
          <a:xfrm>
            <a:off x="12997439" y="2286017"/>
            <a:ext cx="710311" cy="1142996"/>
            <a:chOff x="0" y="0"/>
            <a:chExt cx="710309" cy="1142994"/>
          </a:xfrm>
        </p:grpSpPr>
        <p:sp>
          <p:nvSpPr>
            <p:cNvPr id="609"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14" name="Rectangle 122"/>
          <p:cNvGrpSpPr/>
          <p:nvPr/>
        </p:nvGrpSpPr>
        <p:grpSpPr>
          <a:xfrm>
            <a:off x="12997439" y="1142977"/>
            <a:ext cx="710311" cy="1142997"/>
            <a:chOff x="0" y="-1"/>
            <a:chExt cx="710309" cy="1142995"/>
          </a:xfrm>
        </p:grpSpPr>
        <p:sp>
          <p:nvSpPr>
            <p:cNvPr id="612"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17" name="Rectangle 123"/>
          <p:cNvGrpSpPr/>
          <p:nvPr/>
        </p:nvGrpSpPr>
        <p:grpSpPr>
          <a:xfrm>
            <a:off x="13706754" y="-2365"/>
            <a:ext cx="710311" cy="1142995"/>
            <a:chOff x="0" y="0"/>
            <a:chExt cx="710309" cy="1142994"/>
          </a:xfrm>
        </p:grpSpPr>
        <p:sp>
          <p:nvSpPr>
            <p:cNvPr id="615"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20" name="Rectangle 126"/>
          <p:cNvGrpSpPr/>
          <p:nvPr/>
        </p:nvGrpSpPr>
        <p:grpSpPr>
          <a:xfrm>
            <a:off x="13706756" y="5715013"/>
            <a:ext cx="710311" cy="1142996"/>
            <a:chOff x="0" y="0"/>
            <a:chExt cx="710309" cy="1142994"/>
          </a:xfrm>
        </p:grpSpPr>
        <p:sp>
          <p:nvSpPr>
            <p:cNvPr id="618"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23" name="Rectangle 127"/>
          <p:cNvGrpSpPr/>
          <p:nvPr/>
        </p:nvGrpSpPr>
        <p:grpSpPr>
          <a:xfrm>
            <a:off x="13706754" y="4572032"/>
            <a:ext cx="710311" cy="1142996"/>
            <a:chOff x="0" y="0"/>
            <a:chExt cx="710309" cy="1142994"/>
          </a:xfrm>
        </p:grpSpPr>
        <p:sp>
          <p:nvSpPr>
            <p:cNvPr id="621"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26" name="Rectangle 128"/>
          <p:cNvGrpSpPr/>
          <p:nvPr/>
        </p:nvGrpSpPr>
        <p:grpSpPr>
          <a:xfrm>
            <a:off x="12996453" y="-1157"/>
            <a:ext cx="710311" cy="1142995"/>
            <a:chOff x="0" y="0"/>
            <a:chExt cx="710309" cy="1142994"/>
          </a:xfrm>
        </p:grpSpPr>
        <p:sp>
          <p:nvSpPr>
            <p:cNvPr id="624"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29" name="Rectangle 129"/>
          <p:cNvGrpSpPr/>
          <p:nvPr/>
        </p:nvGrpSpPr>
        <p:grpSpPr>
          <a:xfrm>
            <a:off x="13706754" y="2286017"/>
            <a:ext cx="710311" cy="1142996"/>
            <a:chOff x="0" y="0"/>
            <a:chExt cx="710309" cy="1142994"/>
          </a:xfrm>
        </p:grpSpPr>
        <p:sp>
          <p:nvSpPr>
            <p:cNvPr id="627"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32" name="Rectangle 130"/>
          <p:cNvGrpSpPr/>
          <p:nvPr/>
        </p:nvGrpSpPr>
        <p:grpSpPr>
          <a:xfrm>
            <a:off x="13706756" y="1142977"/>
            <a:ext cx="710311" cy="1142997"/>
            <a:chOff x="0" y="-1"/>
            <a:chExt cx="710309" cy="1142995"/>
          </a:xfrm>
        </p:grpSpPr>
        <p:sp>
          <p:nvSpPr>
            <p:cNvPr id="630"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35" name="Rectangle 131"/>
          <p:cNvGrpSpPr/>
          <p:nvPr/>
        </p:nvGrpSpPr>
        <p:grpSpPr>
          <a:xfrm>
            <a:off x="13706754" y="3427836"/>
            <a:ext cx="710311" cy="1142996"/>
            <a:chOff x="0" y="0"/>
            <a:chExt cx="710309" cy="1142994"/>
          </a:xfrm>
        </p:grpSpPr>
        <p:sp>
          <p:nvSpPr>
            <p:cNvPr id="633"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36" name="Body Level One…"/>
          <p:cNvSpPr txBox="1"/>
          <p:nvPr>
            <p:ph type="body" idx="1" hasCustomPrompt="1"/>
          </p:nvPr>
        </p:nvSpPr>
        <p:spPr>
          <a:xfrm>
            <a:off x="397260" y="419100"/>
            <a:ext cx="11412154" cy="6017825"/>
          </a:xfrm>
          <a:prstGeom prst="rect">
            <a:avLst/>
          </a:prstGeom>
        </p:spPr>
        <p:txBody>
          <a:bodyPr anchor="b"/>
          <a:lstStyle>
            <a:lvl1pPr>
              <a:defRPr sz="9600">
                <a:latin typeface="Mona-Sans Regular"/>
                <a:ea typeface="Mona-Sans Regular"/>
                <a:cs typeface="Mona-Sans Regular"/>
                <a:sym typeface="Mona-Sans Regular"/>
              </a:defRPr>
            </a:lvl1pPr>
            <a:lvl2pPr>
              <a:defRPr sz="9600">
                <a:latin typeface="Mona-Sans Regular"/>
                <a:ea typeface="Mona-Sans Regular"/>
                <a:cs typeface="Mona-Sans Regular"/>
                <a:sym typeface="Mona-Sans Regular"/>
              </a:defRPr>
            </a:lvl2pPr>
            <a:lvl3pPr>
              <a:defRPr sz="9600">
                <a:latin typeface="Mona-Sans Regular"/>
                <a:ea typeface="Mona-Sans Regular"/>
                <a:cs typeface="Mona-Sans Regular"/>
                <a:sym typeface="Mona-Sans Regular"/>
              </a:defRPr>
            </a:lvl3pPr>
            <a:lvl4pPr>
              <a:defRPr sz="9600">
                <a:latin typeface="Mona-Sans Regular"/>
                <a:ea typeface="Mona-Sans Regular"/>
                <a:cs typeface="Mona-Sans Regular"/>
                <a:sym typeface="Mona-Sans Regular"/>
              </a:defRPr>
            </a:lvl4pPr>
            <a:lvl5pPr>
              <a:defRPr sz="9600">
                <a:latin typeface="Mona-Sans Regular"/>
                <a:ea typeface="Mona-Sans Regular"/>
                <a:cs typeface="Mona-Sans Regular"/>
                <a:sym typeface="Mona-Sans Regular"/>
              </a:defRPr>
            </a:lvl5pPr>
          </a:lstStyle>
          <a:p>
            <a:pPr/>
            <a:r>
              <a:t>Section name</a:t>
            </a:r>
          </a:p>
          <a:p>
            <a:pPr lvl="1"/>
            <a:r>
              <a:t/>
            </a:r>
          </a:p>
          <a:p>
            <a:pPr lvl="2"/>
            <a:r>
              <a:t/>
            </a:r>
          </a:p>
          <a:p>
            <a:pPr lvl="3"/>
            <a:r>
              <a:t/>
            </a:r>
          </a:p>
          <a:p>
            <a:pPr lvl="4"/>
            <a:r>
              <a:t/>
            </a:r>
          </a:p>
        </p:txBody>
      </p:sp>
      <p:sp>
        <p:nvSpPr>
          <p:cNvPr id="637" name="Rectangle 1"/>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38" name="Rectangle 2"/>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639" name="Text Placeholder 13"/>
          <p:cNvSpPr/>
          <p:nvPr>
            <p:ph type="body" sz="quarter" idx="21"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6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Large statement">
    <p:spTree>
      <p:nvGrpSpPr>
        <p:cNvPr id="1" name=""/>
        <p:cNvGrpSpPr/>
        <p:nvPr/>
      </p:nvGrpSpPr>
      <p:grpSpPr>
        <a:xfrm>
          <a:off x="0" y="0"/>
          <a:ext cx="0" cy="0"/>
          <a:chOff x="0" y="0"/>
          <a:chExt cx="0" cy="0"/>
        </a:xfrm>
      </p:grpSpPr>
      <p:grpSp>
        <p:nvGrpSpPr>
          <p:cNvPr id="649" name="Rectangle 109"/>
          <p:cNvGrpSpPr/>
          <p:nvPr/>
        </p:nvGrpSpPr>
        <p:grpSpPr>
          <a:xfrm>
            <a:off x="12287632" y="5878297"/>
            <a:ext cx="710311" cy="979707"/>
            <a:chOff x="0" y="0"/>
            <a:chExt cx="710309" cy="979705"/>
          </a:xfrm>
        </p:grpSpPr>
        <p:sp>
          <p:nvSpPr>
            <p:cNvPr id="647"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652" name="Rectangle 110"/>
          <p:cNvGrpSpPr/>
          <p:nvPr/>
        </p:nvGrpSpPr>
        <p:grpSpPr>
          <a:xfrm>
            <a:off x="12287631" y="4898603"/>
            <a:ext cx="710311" cy="979709"/>
            <a:chOff x="0" y="-1"/>
            <a:chExt cx="710309" cy="979708"/>
          </a:xfrm>
        </p:grpSpPr>
        <p:sp>
          <p:nvSpPr>
            <p:cNvPr id="650"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1"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655" name="Rectangle 111"/>
          <p:cNvGrpSpPr/>
          <p:nvPr/>
        </p:nvGrpSpPr>
        <p:grpSpPr>
          <a:xfrm>
            <a:off x="12287632" y="3918862"/>
            <a:ext cx="710311" cy="979706"/>
            <a:chOff x="0" y="0"/>
            <a:chExt cx="710309" cy="979705"/>
          </a:xfrm>
        </p:grpSpPr>
        <p:sp>
          <p:nvSpPr>
            <p:cNvPr id="653"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658" name="Rectangle 112"/>
          <p:cNvGrpSpPr/>
          <p:nvPr/>
        </p:nvGrpSpPr>
        <p:grpSpPr>
          <a:xfrm>
            <a:off x="12287631" y="2939171"/>
            <a:ext cx="710311" cy="979707"/>
            <a:chOff x="0" y="0"/>
            <a:chExt cx="710309" cy="979705"/>
          </a:xfrm>
        </p:grpSpPr>
        <p:sp>
          <p:nvSpPr>
            <p:cNvPr id="656"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661" name="Rectangle 113"/>
          <p:cNvGrpSpPr/>
          <p:nvPr/>
        </p:nvGrpSpPr>
        <p:grpSpPr>
          <a:xfrm>
            <a:off x="12287632" y="1959431"/>
            <a:ext cx="710311" cy="979707"/>
            <a:chOff x="0" y="0"/>
            <a:chExt cx="710309" cy="979705"/>
          </a:xfrm>
        </p:grpSpPr>
        <p:sp>
          <p:nvSpPr>
            <p:cNvPr id="659"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664" name="Rectangle 114"/>
          <p:cNvGrpSpPr/>
          <p:nvPr/>
        </p:nvGrpSpPr>
        <p:grpSpPr>
          <a:xfrm>
            <a:off x="12287631" y="979736"/>
            <a:ext cx="710311" cy="979707"/>
            <a:chOff x="0" y="0"/>
            <a:chExt cx="710309" cy="979705"/>
          </a:xfrm>
        </p:grpSpPr>
        <p:sp>
          <p:nvSpPr>
            <p:cNvPr id="662"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3"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667" name="Rectangle 115"/>
          <p:cNvGrpSpPr/>
          <p:nvPr/>
        </p:nvGrpSpPr>
        <p:grpSpPr>
          <a:xfrm>
            <a:off x="12287631" y="-2"/>
            <a:ext cx="710311" cy="979706"/>
            <a:chOff x="0" y="0"/>
            <a:chExt cx="710309" cy="979705"/>
          </a:xfrm>
        </p:grpSpPr>
        <p:sp>
          <p:nvSpPr>
            <p:cNvPr id="665"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70" name="Rectangle 118"/>
          <p:cNvGrpSpPr/>
          <p:nvPr/>
        </p:nvGrpSpPr>
        <p:grpSpPr>
          <a:xfrm>
            <a:off x="12997439" y="5715013"/>
            <a:ext cx="710311" cy="1142996"/>
            <a:chOff x="0" y="0"/>
            <a:chExt cx="710309" cy="1142994"/>
          </a:xfrm>
        </p:grpSpPr>
        <p:sp>
          <p:nvSpPr>
            <p:cNvPr id="668"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73" name="Rectangle 119"/>
          <p:cNvGrpSpPr/>
          <p:nvPr/>
        </p:nvGrpSpPr>
        <p:grpSpPr>
          <a:xfrm>
            <a:off x="12997439" y="4572032"/>
            <a:ext cx="710311" cy="1142996"/>
            <a:chOff x="0" y="0"/>
            <a:chExt cx="710309" cy="1142994"/>
          </a:xfrm>
        </p:grpSpPr>
        <p:sp>
          <p:nvSpPr>
            <p:cNvPr id="671"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76" name="Rectangle 120"/>
          <p:cNvGrpSpPr/>
          <p:nvPr/>
        </p:nvGrpSpPr>
        <p:grpSpPr>
          <a:xfrm>
            <a:off x="12997439" y="3428998"/>
            <a:ext cx="710311" cy="1142996"/>
            <a:chOff x="0" y="0"/>
            <a:chExt cx="710309" cy="1142994"/>
          </a:xfrm>
        </p:grpSpPr>
        <p:sp>
          <p:nvSpPr>
            <p:cNvPr id="674"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79" name="Rectangle 121"/>
          <p:cNvGrpSpPr/>
          <p:nvPr/>
        </p:nvGrpSpPr>
        <p:grpSpPr>
          <a:xfrm>
            <a:off x="12997439" y="2286017"/>
            <a:ext cx="710311" cy="1142996"/>
            <a:chOff x="0" y="0"/>
            <a:chExt cx="710309" cy="1142994"/>
          </a:xfrm>
        </p:grpSpPr>
        <p:sp>
          <p:nvSpPr>
            <p:cNvPr id="677"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82" name="Rectangle 122"/>
          <p:cNvGrpSpPr/>
          <p:nvPr/>
        </p:nvGrpSpPr>
        <p:grpSpPr>
          <a:xfrm>
            <a:off x="12997439" y="1142977"/>
            <a:ext cx="710311" cy="1142997"/>
            <a:chOff x="0" y="-1"/>
            <a:chExt cx="710309" cy="1142995"/>
          </a:xfrm>
        </p:grpSpPr>
        <p:sp>
          <p:nvSpPr>
            <p:cNvPr id="680"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85" name="Rectangle 123"/>
          <p:cNvGrpSpPr/>
          <p:nvPr/>
        </p:nvGrpSpPr>
        <p:grpSpPr>
          <a:xfrm>
            <a:off x="13706754" y="-2365"/>
            <a:ext cx="710311" cy="1142995"/>
            <a:chOff x="0" y="0"/>
            <a:chExt cx="710309" cy="1142994"/>
          </a:xfrm>
        </p:grpSpPr>
        <p:sp>
          <p:nvSpPr>
            <p:cNvPr id="683"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88" name="Rectangle 126"/>
          <p:cNvGrpSpPr/>
          <p:nvPr/>
        </p:nvGrpSpPr>
        <p:grpSpPr>
          <a:xfrm>
            <a:off x="13706756" y="5715013"/>
            <a:ext cx="710311" cy="1142996"/>
            <a:chOff x="0" y="0"/>
            <a:chExt cx="710309" cy="1142994"/>
          </a:xfrm>
        </p:grpSpPr>
        <p:sp>
          <p:nvSpPr>
            <p:cNvPr id="686"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91" name="Rectangle 127"/>
          <p:cNvGrpSpPr/>
          <p:nvPr/>
        </p:nvGrpSpPr>
        <p:grpSpPr>
          <a:xfrm>
            <a:off x="13706754" y="4572032"/>
            <a:ext cx="710311" cy="1142996"/>
            <a:chOff x="0" y="0"/>
            <a:chExt cx="710309" cy="1142994"/>
          </a:xfrm>
        </p:grpSpPr>
        <p:sp>
          <p:nvSpPr>
            <p:cNvPr id="689"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94" name="Rectangle 128"/>
          <p:cNvGrpSpPr/>
          <p:nvPr/>
        </p:nvGrpSpPr>
        <p:grpSpPr>
          <a:xfrm>
            <a:off x="12996453" y="-1157"/>
            <a:ext cx="710311" cy="1142995"/>
            <a:chOff x="0" y="0"/>
            <a:chExt cx="710309" cy="1142994"/>
          </a:xfrm>
        </p:grpSpPr>
        <p:sp>
          <p:nvSpPr>
            <p:cNvPr id="692"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97" name="Rectangle 129"/>
          <p:cNvGrpSpPr/>
          <p:nvPr/>
        </p:nvGrpSpPr>
        <p:grpSpPr>
          <a:xfrm>
            <a:off x="13706754" y="2286017"/>
            <a:ext cx="710311" cy="1142996"/>
            <a:chOff x="0" y="0"/>
            <a:chExt cx="710309" cy="1142994"/>
          </a:xfrm>
        </p:grpSpPr>
        <p:sp>
          <p:nvSpPr>
            <p:cNvPr id="695"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00" name="Rectangle 130"/>
          <p:cNvGrpSpPr/>
          <p:nvPr/>
        </p:nvGrpSpPr>
        <p:grpSpPr>
          <a:xfrm>
            <a:off x="13706756" y="1142977"/>
            <a:ext cx="710311" cy="1142997"/>
            <a:chOff x="0" y="-1"/>
            <a:chExt cx="710309" cy="1142995"/>
          </a:xfrm>
        </p:grpSpPr>
        <p:sp>
          <p:nvSpPr>
            <p:cNvPr id="698"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03" name="Rectangle 131"/>
          <p:cNvGrpSpPr/>
          <p:nvPr/>
        </p:nvGrpSpPr>
        <p:grpSpPr>
          <a:xfrm>
            <a:off x="13706754" y="3427836"/>
            <a:ext cx="710311" cy="1142996"/>
            <a:chOff x="0" y="0"/>
            <a:chExt cx="710309" cy="1142994"/>
          </a:xfrm>
        </p:grpSpPr>
        <p:sp>
          <p:nvSpPr>
            <p:cNvPr id="701"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704" name="Body Level One…"/>
          <p:cNvSpPr txBox="1"/>
          <p:nvPr>
            <p:ph type="body" idx="1" hasCustomPrompt="1"/>
          </p:nvPr>
        </p:nvSpPr>
        <p:spPr>
          <a:xfrm>
            <a:off x="188912" y="786082"/>
            <a:ext cx="11811001" cy="5285838"/>
          </a:xfrm>
          <a:prstGeom prst="rect">
            <a:avLst/>
          </a:prstGeom>
        </p:spPr>
        <p:txBody>
          <a:bodyPr anchor="ctr"/>
          <a:lstStyle>
            <a:lvl1pPr algn="ctr">
              <a:defRPr sz="6000">
                <a:latin typeface="Mona-Sans Regular"/>
                <a:ea typeface="Mona-Sans Regular"/>
                <a:cs typeface="Mona-Sans Regular"/>
                <a:sym typeface="Mona-Sans Regular"/>
              </a:defRPr>
            </a:lvl1pPr>
            <a:lvl2pPr algn="ctr">
              <a:defRPr sz="6000">
                <a:latin typeface="Mona-Sans Regular"/>
                <a:ea typeface="Mona-Sans Regular"/>
                <a:cs typeface="Mona-Sans Regular"/>
                <a:sym typeface="Mona-Sans Regular"/>
              </a:defRPr>
            </a:lvl2pPr>
            <a:lvl3pPr algn="ctr">
              <a:defRPr sz="6000">
                <a:latin typeface="Mona-Sans Regular"/>
                <a:ea typeface="Mona-Sans Regular"/>
                <a:cs typeface="Mona-Sans Regular"/>
                <a:sym typeface="Mona-Sans Regular"/>
              </a:defRPr>
            </a:lvl3pPr>
            <a:lvl4pPr algn="ctr">
              <a:defRPr sz="6000">
                <a:latin typeface="Mona-Sans Regular"/>
                <a:ea typeface="Mona-Sans Regular"/>
                <a:cs typeface="Mona-Sans Regular"/>
                <a:sym typeface="Mona-Sans Regular"/>
              </a:defRPr>
            </a:lvl4pPr>
            <a:lvl5pPr algn="ctr">
              <a:defRPr sz="6000">
                <a:latin typeface="Mona-Sans Regular"/>
                <a:ea typeface="Mona-Sans Regular"/>
                <a:cs typeface="Mona-Sans Regular"/>
                <a:sym typeface="Mona-Sans Regular"/>
              </a:defRPr>
            </a:lvl5pPr>
          </a:lstStyle>
          <a:p>
            <a:pPr/>
            <a:r>
              <a:t>Large Statement</a:t>
            </a:r>
          </a:p>
          <a:p>
            <a:pPr lvl="1"/>
            <a:r>
              <a:t/>
            </a:r>
          </a:p>
          <a:p>
            <a:pPr lvl="2"/>
            <a:r>
              <a:t/>
            </a:r>
          </a:p>
          <a:p>
            <a:pPr lvl="3"/>
            <a:r>
              <a:t/>
            </a:r>
          </a:p>
          <a:p>
            <a:pPr lvl="4"/>
            <a:r>
              <a:t/>
            </a:r>
          </a:p>
        </p:txBody>
      </p:sp>
      <p:sp>
        <p:nvSpPr>
          <p:cNvPr id="705" name="Rectangle 2"/>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706" name="Rectangle 3"/>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707" name="Text Placeholder 13"/>
          <p:cNvSpPr/>
          <p:nvPr>
            <p:ph type="body" sz="quarter" idx="21"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7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p:spTree>
      <p:nvGrpSpPr>
        <p:cNvPr id="1" name=""/>
        <p:cNvGrpSpPr/>
        <p:nvPr/>
      </p:nvGrpSpPr>
      <p:grpSpPr>
        <a:xfrm>
          <a:off x="0" y="0"/>
          <a:ext cx="0" cy="0"/>
          <a:chOff x="0" y="0"/>
          <a:chExt cx="0" cy="0"/>
        </a:xfrm>
      </p:grpSpPr>
      <p:grpSp>
        <p:nvGrpSpPr>
          <p:cNvPr id="717" name="Rectangle 109"/>
          <p:cNvGrpSpPr/>
          <p:nvPr/>
        </p:nvGrpSpPr>
        <p:grpSpPr>
          <a:xfrm>
            <a:off x="12287632" y="5878297"/>
            <a:ext cx="710311" cy="979707"/>
            <a:chOff x="0" y="0"/>
            <a:chExt cx="710309" cy="979705"/>
          </a:xfrm>
        </p:grpSpPr>
        <p:sp>
          <p:nvSpPr>
            <p:cNvPr id="71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20" name="Rectangle 110"/>
          <p:cNvGrpSpPr/>
          <p:nvPr/>
        </p:nvGrpSpPr>
        <p:grpSpPr>
          <a:xfrm>
            <a:off x="12287631" y="4898603"/>
            <a:ext cx="710311" cy="979709"/>
            <a:chOff x="0" y="-1"/>
            <a:chExt cx="710309" cy="979708"/>
          </a:xfrm>
        </p:grpSpPr>
        <p:sp>
          <p:nvSpPr>
            <p:cNvPr id="71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23" name="Rectangle 111"/>
          <p:cNvGrpSpPr/>
          <p:nvPr/>
        </p:nvGrpSpPr>
        <p:grpSpPr>
          <a:xfrm>
            <a:off x="12287632" y="3918862"/>
            <a:ext cx="710311" cy="979706"/>
            <a:chOff x="0" y="0"/>
            <a:chExt cx="710309" cy="979705"/>
          </a:xfrm>
        </p:grpSpPr>
        <p:sp>
          <p:nvSpPr>
            <p:cNvPr id="72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26" name="Rectangle 112"/>
          <p:cNvGrpSpPr/>
          <p:nvPr/>
        </p:nvGrpSpPr>
        <p:grpSpPr>
          <a:xfrm>
            <a:off x="12287631" y="2939171"/>
            <a:ext cx="710311" cy="979707"/>
            <a:chOff x="0" y="0"/>
            <a:chExt cx="710309" cy="979705"/>
          </a:xfrm>
        </p:grpSpPr>
        <p:sp>
          <p:nvSpPr>
            <p:cNvPr id="72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29" name="Rectangle 113"/>
          <p:cNvGrpSpPr/>
          <p:nvPr/>
        </p:nvGrpSpPr>
        <p:grpSpPr>
          <a:xfrm>
            <a:off x="12287632" y="1959431"/>
            <a:ext cx="710311" cy="979707"/>
            <a:chOff x="0" y="0"/>
            <a:chExt cx="710309" cy="979705"/>
          </a:xfrm>
        </p:grpSpPr>
        <p:sp>
          <p:nvSpPr>
            <p:cNvPr id="72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32" name="Rectangle 114"/>
          <p:cNvGrpSpPr/>
          <p:nvPr/>
        </p:nvGrpSpPr>
        <p:grpSpPr>
          <a:xfrm>
            <a:off x="12287631" y="979736"/>
            <a:ext cx="710311" cy="979707"/>
            <a:chOff x="0" y="0"/>
            <a:chExt cx="710309" cy="979705"/>
          </a:xfrm>
        </p:grpSpPr>
        <p:sp>
          <p:nvSpPr>
            <p:cNvPr id="73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35" name="Rectangle 115"/>
          <p:cNvGrpSpPr/>
          <p:nvPr/>
        </p:nvGrpSpPr>
        <p:grpSpPr>
          <a:xfrm>
            <a:off x="12287631" y="-2"/>
            <a:ext cx="710311" cy="979706"/>
            <a:chOff x="0" y="0"/>
            <a:chExt cx="710309" cy="979705"/>
          </a:xfrm>
        </p:grpSpPr>
        <p:sp>
          <p:nvSpPr>
            <p:cNvPr id="73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38" name="Rectangle 118"/>
          <p:cNvGrpSpPr/>
          <p:nvPr/>
        </p:nvGrpSpPr>
        <p:grpSpPr>
          <a:xfrm>
            <a:off x="12997439" y="5715013"/>
            <a:ext cx="710311" cy="1142996"/>
            <a:chOff x="0" y="0"/>
            <a:chExt cx="710309" cy="1142994"/>
          </a:xfrm>
        </p:grpSpPr>
        <p:sp>
          <p:nvSpPr>
            <p:cNvPr id="73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41" name="Rectangle 119"/>
          <p:cNvGrpSpPr/>
          <p:nvPr/>
        </p:nvGrpSpPr>
        <p:grpSpPr>
          <a:xfrm>
            <a:off x="12997439" y="4572032"/>
            <a:ext cx="710311" cy="1142996"/>
            <a:chOff x="0" y="0"/>
            <a:chExt cx="710309" cy="1142994"/>
          </a:xfrm>
        </p:grpSpPr>
        <p:sp>
          <p:nvSpPr>
            <p:cNvPr id="73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44" name="Rectangle 120"/>
          <p:cNvGrpSpPr/>
          <p:nvPr/>
        </p:nvGrpSpPr>
        <p:grpSpPr>
          <a:xfrm>
            <a:off x="12997439" y="3428998"/>
            <a:ext cx="710311" cy="1142996"/>
            <a:chOff x="0" y="0"/>
            <a:chExt cx="710309" cy="1142994"/>
          </a:xfrm>
        </p:grpSpPr>
        <p:sp>
          <p:nvSpPr>
            <p:cNvPr id="74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47" name="Rectangle 121"/>
          <p:cNvGrpSpPr/>
          <p:nvPr/>
        </p:nvGrpSpPr>
        <p:grpSpPr>
          <a:xfrm>
            <a:off x="12997439" y="2286017"/>
            <a:ext cx="710311" cy="1142996"/>
            <a:chOff x="0" y="0"/>
            <a:chExt cx="710309" cy="1142994"/>
          </a:xfrm>
        </p:grpSpPr>
        <p:sp>
          <p:nvSpPr>
            <p:cNvPr id="74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50" name="Rectangle 122"/>
          <p:cNvGrpSpPr/>
          <p:nvPr/>
        </p:nvGrpSpPr>
        <p:grpSpPr>
          <a:xfrm>
            <a:off x="12997439" y="1142977"/>
            <a:ext cx="710311" cy="1142997"/>
            <a:chOff x="0" y="-1"/>
            <a:chExt cx="710309" cy="1142995"/>
          </a:xfrm>
        </p:grpSpPr>
        <p:sp>
          <p:nvSpPr>
            <p:cNvPr id="74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53" name="Rectangle 123"/>
          <p:cNvGrpSpPr/>
          <p:nvPr/>
        </p:nvGrpSpPr>
        <p:grpSpPr>
          <a:xfrm>
            <a:off x="13706754" y="-2365"/>
            <a:ext cx="710311" cy="1142995"/>
            <a:chOff x="0" y="0"/>
            <a:chExt cx="710309" cy="1142994"/>
          </a:xfrm>
        </p:grpSpPr>
        <p:sp>
          <p:nvSpPr>
            <p:cNvPr id="75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56" name="Rectangle 126"/>
          <p:cNvGrpSpPr/>
          <p:nvPr/>
        </p:nvGrpSpPr>
        <p:grpSpPr>
          <a:xfrm>
            <a:off x="13706756" y="5715013"/>
            <a:ext cx="710311" cy="1142996"/>
            <a:chOff x="0" y="0"/>
            <a:chExt cx="710309" cy="1142994"/>
          </a:xfrm>
        </p:grpSpPr>
        <p:sp>
          <p:nvSpPr>
            <p:cNvPr id="75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59" name="Rectangle 127"/>
          <p:cNvGrpSpPr/>
          <p:nvPr/>
        </p:nvGrpSpPr>
        <p:grpSpPr>
          <a:xfrm>
            <a:off x="13706754" y="4572032"/>
            <a:ext cx="710311" cy="1142996"/>
            <a:chOff x="0" y="0"/>
            <a:chExt cx="710309" cy="1142994"/>
          </a:xfrm>
        </p:grpSpPr>
        <p:sp>
          <p:nvSpPr>
            <p:cNvPr id="75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62" name="Rectangle 128"/>
          <p:cNvGrpSpPr/>
          <p:nvPr/>
        </p:nvGrpSpPr>
        <p:grpSpPr>
          <a:xfrm>
            <a:off x="12996453" y="-1157"/>
            <a:ext cx="710311" cy="1142995"/>
            <a:chOff x="0" y="0"/>
            <a:chExt cx="710309" cy="1142994"/>
          </a:xfrm>
        </p:grpSpPr>
        <p:sp>
          <p:nvSpPr>
            <p:cNvPr id="76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65" name="Rectangle 129"/>
          <p:cNvGrpSpPr/>
          <p:nvPr/>
        </p:nvGrpSpPr>
        <p:grpSpPr>
          <a:xfrm>
            <a:off x="13706754" y="2286017"/>
            <a:ext cx="710311" cy="1142996"/>
            <a:chOff x="0" y="0"/>
            <a:chExt cx="710309" cy="1142994"/>
          </a:xfrm>
        </p:grpSpPr>
        <p:sp>
          <p:nvSpPr>
            <p:cNvPr id="76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68" name="Rectangle 130"/>
          <p:cNvGrpSpPr/>
          <p:nvPr/>
        </p:nvGrpSpPr>
        <p:grpSpPr>
          <a:xfrm>
            <a:off x="13706756" y="1142977"/>
            <a:ext cx="710311" cy="1142997"/>
            <a:chOff x="0" y="-1"/>
            <a:chExt cx="710309" cy="1142995"/>
          </a:xfrm>
        </p:grpSpPr>
        <p:sp>
          <p:nvSpPr>
            <p:cNvPr id="76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71" name="Rectangle 131"/>
          <p:cNvGrpSpPr/>
          <p:nvPr/>
        </p:nvGrpSpPr>
        <p:grpSpPr>
          <a:xfrm>
            <a:off x="13706754" y="3427836"/>
            <a:ext cx="710311" cy="1142996"/>
            <a:chOff x="0" y="0"/>
            <a:chExt cx="710309" cy="1142994"/>
          </a:xfrm>
        </p:grpSpPr>
        <p:sp>
          <p:nvSpPr>
            <p:cNvPr id="76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772" name="Body Level One…"/>
          <p:cNvSpPr txBox="1"/>
          <p:nvPr>
            <p:ph type="body" sz="quarter" idx="1" hasCustomPrompt="1"/>
          </p:nvPr>
        </p:nvSpPr>
        <p:spPr>
          <a:xfrm>
            <a:off x="814421" y="5591395"/>
            <a:ext cx="10966303" cy="274626"/>
          </a:xfrm>
          <a:prstGeom prst="rect">
            <a:avLst/>
          </a:prstGeom>
        </p:spPr>
        <p:txBody>
          <a:bodyPr/>
          <a:lstStyle>
            <a:lvl1pPr>
              <a:defRPr cap="all" sz="1600">
                <a:latin typeface="Mona Sans Mono"/>
                <a:ea typeface="Mona Sans Mono"/>
                <a:cs typeface="Mona Sans Mono"/>
                <a:sym typeface="Mona Sans Mono"/>
              </a:defRPr>
            </a:lvl1pPr>
            <a:lvl2pPr>
              <a:defRPr cap="all" sz="1600">
                <a:latin typeface="Mona Sans Mono"/>
                <a:ea typeface="Mona Sans Mono"/>
                <a:cs typeface="Mona Sans Mono"/>
                <a:sym typeface="Mona Sans Mono"/>
              </a:defRPr>
            </a:lvl2pPr>
            <a:lvl3pPr>
              <a:defRPr cap="all" sz="1600">
                <a:latin typeface="Mona Sans Mono"/>
                <a:ea typeface="Mona Sans Mono"/>
                <a:cs typeface="Mona Sans Mono"/>
                <a:sym typeface="Mona Sans Mono"/>
              </a:defRPr>
            </a:lvl3pPr>
            <a:lvl4pPr>
              <a:defRPr cap="all" sz="1600">
                <a:latin typeface="Mona Sans Mono"/>
                <a:ea typeface="Mona Sans Mono"/>
                <a:cs typeface="Mona Sans Mono"/>
                <a:sym typeface="Mona Sans Mono"/>
              </a:defRPr>
            </a:lvl4pPr>
            <a:lvl5pPr>
              <a:defRPr cap="all" sz="1600">
                <a:latin typeface="Mona Sans Mono"/>
                <a:ea typeface="Mona Sans Mono"/>
                <a:cs typeface="Mona Sans Mono"/>
                <a:sym typeface="Mona Sans Mono"/>
              </a:defRPr>
            </a:lvl5pPr>
          </a:lstStyle>
          <a:p>
            <a:pPr/>
            <a:r>
              <a:t>First &amp; last name</a:t>
            </a:r>
          </a:p>
          <a:p>
            <a:pPr lvl="1"/>
            <a:r>
              <a:t/>
            </a:r>
          </a:p>
          <a:p>
            <a:pPr lvl="2"/>
            <a:r>
              <a:t/>
            </a:r>
          </a:p>
          <a:p>
            <a:pPr lvl="3"/>
            <a:r>
              <a:t/>
            </a:r>
          </a:p>
          <a:p>
            <a:pPr lvl="4"/>
            <a:r>
              <a:t/>
            </a:r>
          </a:p>
        </p:txBody>
      </p:sp>
      <p:sp>
        <p:nvSpPr>
          <p:cNvPr id="773" name="Text Placeholder 10"/>
          <p:cNvSpPr/>
          <p:nvPr>
            <p:ph type="body" sz="quarter" idx="21" hasCustomPrompt="1"/>
          </p:nvPr>
        </p:nvSpPr>
        <p:spPr>
          <a:xfrm>
            <a:off x="814419" y="5885126"/>
            <a:ext cx="10966306" cy="198604"/>
          </a:xfrm>
          <a:prstGeom prst="rect">
            <a:avLst/>
          </a:prstGeom>
        </p:spPr>
        <p:txBody>
          <a:bodyPr/>
          <a:lstStyle>
            <a:lvl1pPr defTabSz="776928">
              <a:spcBef>
                <a:spcPts val="800"/>
              </a:spcBef>
              <a:defRPr sz="1300">
                <a:solidFill>
                  <a:srgbClr val="B0BAC2"/>
                </a:solidFill>
                <a:latin typeface="Mona Sans Display Medium"/>
                <a:ea typeface="Mona Sans Display Medium"/>
                <a:cs typeface="Mona Sans Display Medium"/>
                <a:sym typeface="Mona Sans Display Medium"/>
              </a:defRPr>
            </a:lvl1pPr>
          </a:lstStyle>
          <a:p>
            <a:pPr/>
            <a:r>
              <a:t>Position, Company</a:t>
            </a:r>
          </a:p>
        </p:txBody>
      </p:sp>
      <p:sp>
        <p:nvSpPr>
          <p:cNvPr id="774" name="Rectangle 12"/>
          <p:cNvSpPr/>
          <p:nvPr/>
        </p:nvSpPr>
        <p:spPr>
          <a:xfrm>
            <a:off x="406844" y="5416705"/>
            <a:ext cx="11375136" cy="18292"/>
          </a:xfrm>
          <a:prstGeom prst="rect">
            <a:avLst/>
          </a:prstGeom>
          <a:solidFill>
            <a:srgbClr val="5A615C"/>
          </a:solidFill>
          <a:ln w="12700">
            <a:miter lim="400000"/>
          </a:ln>
        </p:spPr>
        <p:txBody>
          <a:bodyPr lIns="45718" tIns="45718" rIns="45718" bIns="45718" anchor="ctr"/>
          <a:lstStyle/>
          <a:p>
            <a:pPr algn="ctr">
              <a:defRPr>
                <a:solidFill>
                  <a:srgbClr val="FFFFFF"/>
                </a:solidFill>
              </a:defRPr>
            </a:pPr>
          </a:p>
        </p:txBody>
      </p:sp>
      <p:sp>
        <p:nvSpPr>
          <p:cNvPr id="775" name="Rectangle 13"/>
          <p:cNvSpPr/>
          <p:nvPr/>
        </p:nvSpPr>
        <p:spPr>
          <a:xfrm>
            <a:off x="408101" y="5604009"/>
            <a:ext cx="100588" cy="100588"/>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776" name="TextBox 16"/>
          <p:cNvSpPr txBox="1"/>
          <p:nvPr/>
        </p:nvSpPr>
        <p:spPr>
          <a:xfrm>
            <a:off x="406844" y="312752"/>
            <a:ext cx="181868" cy="609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4000">
                <a:solidFill>
                  <a:schemeClr val="accent1"/>
                </a:solidFill>
                <a:latin typeface="Mona Sans Mono"/>
                <a:ea typeface="Mona Sans Mono"/>
                <a:cs typeface="Mona Sans Mono"/>
                <a:sym typeface="Mona Sans Mono"/>
              </a:defRPr>
            </a:lvl1pPr>
          </a:lstStyle>
          <a:p>
            <a:pPr/>
            <a:r>
              <a:t>“</a:t>
            </a:r>
          </a:p>
        </p:txBody>
      </p:sp>
      <p:sp>
        <p:nvSpPr>
          <p:cNvPr id="777" name="Text Placeholder 9"/>
          <p:cNvSpPr/>
          <p:nvPr>
            <p:ph type="body" idx="22" hasCustomPrompt="1"/>
          </p:nvPr>
        </p:nvSpPr>
        <p:spPr>
          <a:xfrm>
            <a:off x="386635" y="741969"/>
            <a:ext cx="11422778" cy="4516613"/>
          </a:xfrm>
          <a:prstGeom prst="rect">
            <a:avLst/>
          </a:prstGeom>
        </p:spPr>
        <p:txBody>
          <a:bodyPr anchor="ctr"/>
          <a:lstStyle>
            <a:lvl1pPr>
              <a:defRPr sz="4000">
                <a:latin typeface="Mona Sans Mono"/>
                <a:ea typeface="Mona Sans Mono"/>
                <a:cs typeface="Mona Sans Mono"/>
                <a:sym typeface="Mona Sans Mono"/>
              </a:defRPr>
            </a:lvl1pPr>
          </a:lstStyle>
          <a:p>
            <a:pPr/>
            <a:r>
              <a:t>Quote / testimonial</a:t>
            </a:r>
          </a:p>
        </p:txBody>
      </p:sp>
      <p:sp>
        <p:nvSpPr>
          <p:cNvPr id="778" name="Rectangle 1"/>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779" name="Rectangle 8"/>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780" name="Text Placeholder 13"/>
          <p:cNvSpPr/>
          <p:nvPr>
            <p:ph type="body" sz="quarter" idx="23"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7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Large number &amp; statement">
    <p:spTree>
      <p:nvGrpSpPr>
        <p:cNvPr id="1" name=""/>
        <p:cNvGrpSpPr/>
        <p:nvPr/>
      </p:nvGrpSpPr>
      <p:grpSpPr>
        <a:xfrm>
          <a:off x="0" y="0"/>
          <a:ext cx="0" cy="0"/>
          <a:chOff x="0" y="0"/>
          <a:chExt cx="0" cy="0"/>
        </a:xfrm>
      </p:grpSpPr>
      <p:grpSp>
        <p:nvGrpSpPr>
          <p:cNvPr id="790" name="Rectangle 109"/>
          <p:cNvGrpSpPr/>
          <p:nvPr/>
        </p:nvGrpSpPr>
        <p:grpSpPr>
          <a:xfrm>
            <a:off x="12287632" y="5878297"/>
            <a:ext cx="710311" cy="979707"/>
            <a:chOff x="0" y="0"/>
            <a:chExt cx="710309" cy="979705"/>
          </a:xfrm>
        </p:grpSpPr>
        <p:sp>
          <p:nvSpPr>
            <p:cNvPr id="788"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93" name="Rectangle 110"/>
          <p:cNvGrpSpPr/>
          <p:nvPr/>
        </p:nvGrpSpPr>
        <p:grpSpPr>
          <a:xfrm>
            <a:off x="12287631" y="4898603"/>
            <a:ext cx="710311" cy="979709"/>
            <a:chOff x="0" y="-1"/>
            <a:chExt cx="710309" cy="979708"/>
          </a:xfrm>
        </p:grpSpPr>
        <p:sp>
          <p:nvSpPr>
            <p:cNvPr id="791"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2"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96" name="Rectangle 111"/>
          <p:cNvGrpSpPr/>
          <p:nvPr/>
        </p:nvGrpSpPr>
        <p:grpSpPr>
          <a:xfrm>
            <a:off x="12287632" y="3918862"/>
            <a:ext cx="710311" cy="979706"/>
            <a:chOff x="0" y="0"/>
            <a:chExt cx="710309" cy="979705"/>
          </a:xfrm>
        </p:grpSpPr>
        <p:sp>
          <p:nvSpPr>
            <p:cNvPr id="794"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99" name="Rectangle 112"/>
          <p:cNvGrpSpPr/>
          <p:nvPr/>
        </p:nvGrpSpPr>
        <p:grpSpPr>
          <a:xfrm>
            <a:off x="12287631" y="2939171"/>
            <a:ext cx="710311" cy="979707"/>
            <a:chOff x="0" y="0"/>
            <a:chExt cx="710309" cy="979705"/>
          </a:xfrm>
        </p:grpSpPr>
        <p:sp>
          <p:nvSpPr>
            <p:cNvPr id="797"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802" name="Rectangle 113"/>
          <p:cNvGrpSpPr/>
          <p:nvPr/>
        </p:nvGrpSpPr>
        <p:grpSpPr>
          <a:xfrm>
            <a:off x="12287632" y="1959431"/>
            <a:ext cx="710311" cy="979707"/>
            <a:chOff x="0" y="0"/>
            <a:chExt cx="710309" cy="979705"/>
          </a:xfrm>
        </p:grpSpPr>
        <p:sp>
          <p:nvSpPr>
            <p:cNvPr id="800"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805" name="Rectangle 114"/>
          <p:cNvGrpSpPr/>
          <p:nvPr/>
        </p:nvGrpSpPr>
        <p:grpSpPr>
          <a:xfrm>
            <a:off x="12287631" y="979736"/>
            <a:ext cx="710311" cy="979707"/>
            <a:chOff x="0" y="0"/>
            <a:chExt cx="710309" cy="979705"/>
          </a:xfrm>
        </p:grpSpPr>
        <p:sp>
          <p:nvSpPr>
            <p:cNvPr id="803"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4"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808" name="Rectangle 115"/>
          <p:cNvGrpSpPr/>
          <p:nvPr/>
        </p:nvGrpSpPr>
        <p:grpSpPr>
          <a:xfrm>
            <a:off x="12287631" y="-2"/>
            <a:ext cx="710311" cy="979706"/>
            <a:chOff x="0" y="0"/>
            <a:chExt cx="710309" cy="979705"/>
          </a:xfrm>
        </p:grpSpPr>
        <p:sp>
          <p:nvSpPr>
            <p:cNvPr id="806"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811" name="Rectangle 118"/>
          <p:cNvGrpSpPr/>
          <p:nvPr/>
        </p:nvGrpSpPr>
        <p:grpSpPr>
          <a:xfrm>
            <a:off x="12997439" y="5715013"/>
            <a:ext cx="710311" cy="1142996"/>
            <a:chOff x="0" y="0"/>
            <a:chExt cx="710309" cy="1142994"/>
          </a:xfrm>
        </p:grpSpPr>
        <p:sp>
          <p:nvSpPr>
            <p:cNvPr id="809"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814" name="Rectangle 119"/>
          <p:cNvGrpSpPr/>
          <p:nvPr/>
        </p:nvGrpSpPr>
        <p:grpSpPr>
          <a:xfrm>
            <a:off x="12997439" y="4572032"/>
            <a:ext cx="710311" cy="1142996"/>
            <a:chOff x="0" y="0"/>
            <a:chExt cx="710309" cy="1142994"/>
          </a:xfrm>
        </p:grpSpPr>
        <p:sp>
          <p:nvSpPr>
            <p:cNvPr id="812"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817" name="Rectangle 120"/>
          <p:cNvGrpSpPr/>
          <p:nvPr/>
        </p:nvGrpSpPr>
        <p:grpSpPr>
          <a:xfrm>
            <a:off x="12997439" y="3428998"/>
            <a:ext cx="710311" cy="1142996"/>
            <a:chOff x="0" y="0"/>
            <a:chExt cx="710309" cy="1142994"/>
          </a:xfrm>
        </p:grpSpPr>
        <p:sp>
          <p:nvSpPr>
            <p:cNvPr id="815"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820" name="Rectangle 121"/>
          <p:cNvGrpSpPr/>
          <p:nvPr/>
        </p:nvGrpSpPr>
        <p:grpSpPr>
          <a:xfrm>
            <a:off x="12997439" y="2286017"/>
            <a:ext cx="710311" cy="1142996"/>
            <a:chOff x="0" y="0"/>
            <a:chExt cx="710309" cy="1142994"/>
          </a:xfrm>
        </p:grpSpPr>
        <p:sp>
          <p:nvSpPr>
            <p:cNvPr id="818"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823" name="Rectangle 122"/>
          <p:cNvGrpSpPr/>
          <p:nvPr/>
        </p:nvGrpSpPr>
        <p:grpSpPr>
          <a:xfrm>
            <a:off x="12997439" y="1142977"/>
            <a:ext cx="710311" cy="1142997"/>
            <a:chOff x="0" y="-1"/>
            <a:chExt cx="710309" cy="1142995"/>
          </a:xfrm>
        </p:grpSpPr>
        <p:sp>
          <p:nvSpPr>
            <p:cNvPr id="821"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826" name="Rectangle 123"/>
          <p:cNvGrpSpPr/>
          <p:nvPr/>
        </p:nvGrpSpPr>
        <p:grpSpPr>
          <a:xfrm>
            <a:off x="13706754" y="-2365"/>
            <a:ext cx="710311" cy="1142995"/>
            <a:chOff x="0" y="0"/>
            <a:chExt cx="710309" cy="1142994"/>
          </a:xfrm>
        </p:grpSpPr>
        <p:sp>
          <p:nvSpPr>
            <p:cNvPr id="824"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829" name="Rectangle 126"/>
          <p:cNvGrpSpPr/>
          <p:nvPr/>
        </p:nvGrpSpPr>
        <p:grpSpPr>
          <a:xfrm>
            <a:off x="13706756" y="5715013"/>
            <a:ext cx="710311" cy="1142996"/>
            <a:chOff x="0" y="0"/>
            <a:chExt cx="710309" cy="1142994"/>
          </a:xfrm>
        </p:grpSpPr>
        <p:sp>
          <p:nvSpPr>
            <p:cNvPr id="827"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832" name="Rectangle 127"/>
          <p:cNvGrpSpPr/>
          <p:nvPr/>
        </p:nvGrpSpPr>
        <p:grpSpPr>
          <a:xfrm>
            <a:off x="13706754" y="4572032"/>
            <a:ext cx="710311" cy="1142996"/>
            <a:chOff x="0" y="0"/>
            <a:chExt cx="710309" cy="1142994"/>
          </a:xfrm>
        </p:grpSpPr>
        <p:sp>
          <p:nvSpPr>
            <p:cNvPr id="830"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835" name="Rectangle 128"/>
          <p:cNvGrpSpPr/>
          <p:nvPr/>
        </p:nvGrpSpPr>
        <p:grpSpPr>
          <a:xfrm>
            <a:off x="12996453" y="-1157"/>
            <a:ext cx="710311" cy="1142995"/>
            <a:chOff x="0" y="0"/>
            <a:chExt cx="710309" cy="1142994"/>
          </a:xfrm>
        </p:grpSpPr>
        <p:sp>
          <p:nvSpPr>
            <p:cNvPr id="833"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838" name="Rectangle 129"/>
          <p:cNvGrpSpPr/>
          <p:nvPr/>
        </p:nvGrpSpPr>
        <p:grpSpPr>
          <a:xfrm>
            <a:off x="13706754" y="2286017"/>
            <a:ext cx="710311" cy="1142996"/>
            <a:chOff x="0" y="0"/>
            <a:chExt cx="710309" cy="1142994"/>
          </a:xfrm>
        </p:grpSpPr>
        <p:sp>
          <p:nvSpPr>
            <p:cNvPr id="836"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841" name="Rectangle 130"/>
          <p:cNvGrpSpPr/>
          <p:nvPr/>
        </p:nvGrpSpPr>
        <p:grpSpPr>
          <a:xfrm>
            <a:off x="13706756" y="1142977"/>
            <a:ext cx="710311" cy="1142997"/>
            <a:chOff x="0" y="-1"/>
            <a:chExt cx="710309" cy="1142995"/>
          </a:xfrm>
        </p:grpSpPr>
        <p:sp>
          <p:nvSpPr>
            <p:cNvPr id="839"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844" name="Rectangle 131"/>
          <p:cNvGrpSpPr/>
          <p:nvPr/>
        </p:nvGrpSpPr>
        <p:grpSpPr>
          <a:xfrm>
            <a:off x="13706754" y="3427836"/>
            <a:ext cx="710311" cy="1142996"/>
            <a:chOff x="0" y="0"/>
            <a:chExt cx="710309" cy="1142994"/>
          </a:xfrm>
        </p:grpSpPr>
        <p:sp>
          <p:nvSpPr>
            <p:cNvPr id="842"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845" name="Picture 1" descr="Picture 1"/>
          <p:cNvPicPr>
            <a:picLocks noChangeAspect="1"/>
          </p:cNvPicPr>
          <p:nvPr/>
        </p:nvPicPr>
        <p:blipFill>
          <a:blip r:embed="rId2">
            <a:extLst/>
          </a:blip>
          <a:stretch>
            <a:fillRect/>
          </a:stretch>
        </p:blipFill>
        <p:spPr>
          <a:xfrm>
            <a:off x="0" y="0"/>
            <a:ext cx="6096000" cy="6858000"/>
          </a:xfrm>
          <a:prstGeom prst="rect">
            <a:avLst/>
          </a:prstGeom>
          <a:ln w="12700">
            <a:miter lim="400000"/>
          </a:ln>
        </p:spPr>
      </p:pic>
      <p:sp>
        <p:nvSpPr>
          <p:cNvPr id="846" name="Body Level One…"/>
          <p:cNvSpPr txBox="1"/>
          <p:nvPr>
            <p:ph type="body" sz="quarter" idx="1" hasCustomPrompt="1"/>
          </p:nvPr>
        </p:nvSpPr>
        <p:spPr>
          <a:xfrm>
            <a:off x="503228" y="4406717"/>
            <a:ext cx="5089546" cy="1384515"/>
          </a:xfrm>
          <a:prstGeom prst="rect">
            <a:avLst/>
          </a:prstGeom>
        </p:spPr>
        <p:txBody>
          <a:bodyPr lIns="45718" tIns="45718" rIns="45718" bIns="45718"/>
          <a:lstStyle>
            <a:lvl1pPr algn="ctr">
              <a:defRPr sz="1700">
                <a:solidFill>
                  <a:srgbClr val="F3F6F2"/>
                </a:solidFill>
                <a:latin typeface="+mj-lt"/>
                <a:ea typeface="+mj-ea"/>
                <a:cs typeface="+mj-cs"/>
                <a:sym typeface="Mona Sans"/>
              </a:defRPr>
            </a:lvl1pPr>
            <a:lvl2pPr algn="ctr">
              <a:defRPr sz="1700">
                <a:solidFill>
                  <a:srgbClr val="F3F6F2"/>
                </a:solidFill>
                <a:latin typeface="+mj-lt"/>
                <a:ea typeface="+mj-ea"/>
                <a:cs typeface="+mj-cs"/>
                <a:sym typeface="Mona Sans"/>
              </a:defRPr>
            </a:lvl2pPr>
            <a:lvl3pPr algn="ctr">
              <a:defRPr sz="1700">
                <a:solidFill>
                  <a:srgbClr val="F3F6F2"/>
                </a:solidFill>
                <a:latin typeface="+mj-lt"/>
                <a:ea typeface="+mj-ea"/>
                <a:cs typeface="+mj-cs"/>
                <a:sym typeface="Mona Sans"/>
              </a:defRPr>
            </a:lvl3pPr>
            <a:lvl4pPr algn="ctr">
              <a:defRPr sz="1700">
                <a:solidFill>
                  <a:srgbClr val="F3F6F2"/>
                </a:solidFill>
                <a:latin typeface="+mj-lt"/>
                <a:ea typeface="+mj-ea"/>
                <a:cs typeface="+mj-cs"/>
                <a:sym typeface="Mona Sans"/>
              </a:defRPr>
            </a:lvl4pPr>
            <a:lvl5pPr algn="ctr">
              <a:defRPr sz="1700">
                <a:solidFill>
                  <a:srgbClr val="F3F6F2"/>
                </a:solidFill>
                <a:latin typeface="+mj-lt"/>
                <a:ea typeface="+mj-ea"/>
                <a:cs typeface="+mj-cs"/>
                <a:sym typeface="Mona Sans"/>
              </a:defRPr>
            </a:lvl5pPr>
          </a:lstStyle>
          <a:p>
            <a:pPr/>
            <a:r>
              <a:t>And/or statement here</a:t>
            </a:r>
          </a:p>
          <a:p>
            <a:pPr lvl="1"/>
            <a:r>
              <a:t/>
            </a:r>
          </a:p>
          <a:p>
            <a:pPr lvl="2"/>
            <a:r>
              <a:t/>
            </a:r>
          </a:p>
          <a:p>
            <a:pPr lvl="3"/>
            <a:r>
              <a:t/>
            </a:r>
          </a:p>
          <a:p>
            <a:pPr lvl="4"/>
            <a:r>
              <a:t/>
            </a:r>
          </a:p>
        </p:txBody>
      </p:sp>
      <p:sp>
        <p:nvSpPr>
          <p:cNvPr id="847" name="Text Placeholder 23"/>
          <p:cNvSpPr/>
          <p:nvPr>
            <p:ph type="body" sz="quarter" idx="21" hasCustomPrompt="1"/>
          </p:nvPr>
        </p:nvSpPr>
        <p:spPr>
          <a:xfrm>
            <a:off x="503225" y="1066771"/>
            <a:ext cx="5089552" cy="1334533"/>
          </a:xfrm>
          <a:prstGeom prst="rect">
            <a:avLst/>
          </a:prstGeom>
        </p:spPr>
        <p:txBody>
          <a:bodyPr lIns="45718" tIns="45718" rIns="45718" bIns="45718" anchor="b"/>
          <a:lstStyle>
            <a:lvl1pPr algn="ctr">
              <a:defRPr sz="1700">
                <a:solidFill>
                  <a:srgbClr val="F3F6F2"/>
                </a:solidFill>
                <a:latin typeface="+mj-lt"/>
                <a:ea typeface="+mj-ea"/>
                <a:cs typeface="+mj-cs"/>
                <a:sym typeface="Mona Sans"/>
              </a:defRPr>
            </a:lvl1pPr>
          </a:lstStyle>
          <a:p>
            <a:pPr/>
            <a:r>
              <a:t>Statement here</a:t>
            </a:r>
          </a:p>
        </p:txBody>
      </p:sp>
      <p:sp>
        <p:nvSpPr>
          <p:cNvPr id="848" name="Text Placeholder 23"/>
          <p:cNvSpPr/>
          <p:nvPr>
            <p:ph type="body" sz="quarter" idx="22" hasCustomPrompt="1"/>
          </p:nvPr>
        </p:nvSpPr>
        <p:spPr>
          <a:xfrm>
            <a:off x="6500810" y="4876636"/>
            <a:ext cx="5290756" cy="1564131"/>
          </a:xfrm>
          <a:prstGeom prst="rect">
            <a:avLst/>
          </a:prstGeom>
        </p:spPr>
        <p:txBody>
          <a:bodyPr anchor="b"/>
          <a:lstStyle>
            <a:lvl1pPr>
              <a:defRPr sz="2000">
                <a:solidFill>
                  <a:srgbClr val="B0BAC2"/>
                </a:solidFill>
                <a:latin typeface="+mj-lt"/>
                <a:ea typeface="+mj-ea"/>
                <a:cs typeface="+mj-cs"/>
                <a:sym typeface="Mona Sans"/>
              </a:defRPr>
            </a:lvl1pPr>
          </a:lstStyle>
          <a:p>
            <a:pPr/>
            <a:r>
              <a:t>Description</a:t>
            </a:r>
          </a:p>
        </p:txBody>
      </p:sp>
      <p:sp>
        <p:nvSpPr>
          <p:cNvPr id="849" name="Text Placeholder 23"/>
          <p:cNvSpPr/>
          <p:nvPr>
            <p:ph type="body" sz="quarter" idx="23" hasCustomPrompt="1"/>
          </p:nvPr>
        </p:nvSpPr>
        <p:spPr>
          <a:xfrm>
            <a:off x="6500812" y="507423"/>
            <a:ext cx="5290756" cy="44855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Optional header</a:t>
            </a:r>
          </a:p>
        </p:txBody>
      </p:sp>
      <p:sp>
        <p:nvSpPr>
          <p:cNvPr id="850" name="Text Placeholder 23"/>
          <p:cNvSpPr/>
          <p:nvPr>
            <p:ph type="body" sz="half" idx="24" hasCustomPrompt="1"/>
          </p:nvPr>
        </p:nvSpPr>
        <p:spPr>
          <a:xfrm>
            <a:off x="6500814" y="955972"/>
            <a:ext cx="5280816" cy="3518328"/>
          </a:xfrm>
          <a:prstGeom prst="rect">
            <a:avLst/>
          </a:prstGeom>
        </p:spPr>
        <p:txBody>
          <a:bodyPr/>
          <a:lstStyle>
            <a:lvl1pPr>
              <a:lnSpc>
                <a:spcPct val="100000"/>
              </a:lnSpc>
              <a:defRPr sz="4000"/>
            </a:lvl1pPr>
          </a:lstStyle>
          <a:p>
            <a:pPr/>
            <a:r>
              <a:t>Statement that should be 10 words or less</a:t>
            </a:r>
          </a:p>
        </p:txBody>
      </p:sp>
      <p:sp>
        <p:nvSpPr>
          <p:cNvPr id="851" name="Rectangle 16"/>
          <p:cNvSpPr/>
          <p:nvPr/>
        </p:nvSpPr>
        <p:spPr>
          <a:xfrm rot="16200000">
            <a:off x="2665409" y="3419854"/>
            <a:ext cx="6858004"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852" name="Rectangle 17"/>
          <p:cNvSpPr/>
          <p:nvPr/>
        </p:nvSpPr>
        <p:spPr>
          <a:xfrm>
            <a:off x="6492907" y="389359"/>
            <a:ext cx="5294380" cy="18292"/>
          </a:xfrm>
          <a:prstGeom prst="rect">
            <a:avLst/>
          </a:prstGeom>
          <a:solidFill>
            <a:srgbClr val="5A615C"/>
          </a:solidFill>
          <a:ln w="12700">
            <a:miter lim="400000"/>
          </a:ln>
        </p:spPr>
        <p:txBody>
          <a:bodyPr lIns="45718" tIns="45718" rIns="45718" bIns="45718" anchor="ctr"/>
          <a:lstStyle/>
          <a:p>
            <a:pPr algn="ctr">
              <a:defRPr>
                <a:solidFill>
                  <a:srgbClr val="FFFFFF"/>
                </a:solidFill>
              </a:defRPr>
            </a:pPr>
          </a:p>
        </p:txBody>
      </p:sp>
      <p:sp>
        <p:nvSpPr>
          <p:cNvPr id="853" name="Text Placeholder 11"/>
          <p:cNvSpPr/>
          <p:nvPr>
            <p:ph type="body" sz="quarter" idx="25" hasCustomPrompt="1"/>
          </p:nvPr>
        </p:nvSpPr>
        <p:spPr>
          <a:xfrm>
            <a:off x="501476" y="2428741"/>
            <a:ext cx="5091298" cy="1977978"/>
          </a:xfrm>
          <a:prstGeom prst="rect">
            <a:avLst/>
          </a:prstGeom>
        </p:spPr>
        <p:txBody>
          <a:bodyPr lIns="45718" tIns="45718" rIns="45718" bIns="45718" anchor="ctr"/>
          <a:lstStyle>
            <a:lvl1pPr algn="ctr" defTabSz="786068">
              <a:spcBef>
                <a:spcPts val="800"/>
              </a:spcBef>
              <a:defRPr b="1" sz="12300"/>
            </a:lvl1pPr>
          </a:lstStyle>
          <a:p>
            <a:pPr/>
            <a:r>
              <a:t>XXM</a:t>
            </a:r>
          </a:p>
        </p:txBody>
      </p:sp>
      <p:sp>
        <p:nvSpPr>
          <p:cNvPr id="85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Large number &amp; statement reversed">
    <p:spTree>
      <p:nvGrpSpPr>
        <p:cNvPr id="1" name=""/>
        <p:cNvGrpSpPr/>
        <p:nvPr/>
      </p:nvGrpSpPr>
      <p:grpSpPr>
        <a:xfrm>
          <a:off x="0" y="0"/>
          <a:ext cx="0" cy="0"/>
          <a:chOff x="0" y="0"/>
          <a:chExt cx="0" cy="0"/>
        </a:xfrm>
      </p:grpSpPr>
      <p:grpSp>
        <p:nvGrpSpPr>
          <p:cNvPr id="863" name="Rectangle 109"/>
          <p:cNvGrpSpPr/>
          <p:nvPr/>
        </p:nvGrpSpPr>
        <p:grpSpPr>
          <a:xfrm>
            <a:off x="12287632" y="5878297"/>
            <a:ext cx="710311" cy="979707"/>
            <a:chOff x="0" y="0"/>
            <a:chExt cx="710309" cy="979705"/>
          </a:xfrm>
        </p:grpSpPr>
        <p:sp>
          <p:nvSpPr>
            <p:cNvPr id="86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866" name="Rectangle 110"/>
          <p:cNvGrpSpPr/>
          <p:nvPr/>
        </p:nvGrpSpPr>
        <p:grpSpPr>
          <a:xfrm>
            <a:off x="12287631" y="4898603"/>
            <a:ext cx="710311" cy="979709"/>
            <a:chOff x="0" y="-1"/>
            <a:chExt cx="710309" cy="979708"/>
          </a:xfrm>
        </p:grpSpPr>
        <p:sp>
          <p:nvSpPr>
            <p:cNvPr id="86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869" name="Rectangle 111"/>
          <p:cNvGrpSpPr/>
          <p:nvPr/>
        </p:nvGrpSpPr>
        <p:grpSpPr>
          <a:xfrm>
            <a:off x="12287632" y="3918862"/>
            <a:ext cx="710311" cy="979706"/>
            <a:chOff x="0" y="0"/>
            <a:chExt cx="710309" cy="979705"/>
          </a:xfrm>
        </p:grpSpPr>
        <p:sp>
          <p:nvSpPr>
            <p:cNvPr id="86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872" name="Rectangle 112"/>
          <p:cNvGrpSpPr/>
          <p:nvPr/>
        </p:nvGrpSpPr>
        <p:grpSpPr>
          <a:xfrm>
            <a:off x="12287631" y="2939171"/>
            <a:ext cx="710311" cy="979707"/>
            <a:chOff x="0" y="0"/>
            <a:chExt cx="710309" cy="979705"/>
          </a:xfrm>
        </p:grpSpPr>
        <p:sp>
          <p:nvSpPr>
            <p:cNvPr id="87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7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875" name="Rectangle 113"/>
          <p:cNvGrpSpPr/>
          <p:nvPr/>
        </p:nvGrpSpPr>
        <p:grpSpPr>
          <a:xfrm>
            <a:off x="12287632" y="1959431"/>
            <a:ext cx="710311" cy="979707"/>
            <a:chOff x="0" y="0"/>
            <a:chExt cx="710309" cy="979705"/>
          </a:xfrm>
        </p:grpSpPr>
        <p:sp>
          <p:nvSpPr>
            <p:cNvPr id="87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7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878" name="Rectangle 114"/>
          <p:cNvGrpSpPr/>
          <p:nvPr/>
        </p:nvGrpSpPr>
        <p:grpSpPr>
          <a:xfrm>
            <a:off x="12287631" y="979736"/>
            <a:ext cx="710311" cy="979707"/>
            <a:chOff x="0" y="0"/>
            <a:chExt cx="710309" cy="979705"/>
          </a:xfrm>
        </p:grpSpPr>
        <p:sp>
          <p:nvSpPr>
            <p:cNvPr id="87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7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881" name="Rectangle 115"/>
          <p:cNvGrpSpPr/>
          <p:nvPr/>
        </p:nvGrpSpPr>
        <p:grpSpPr>
          <a:xfrm>
            <a:off x="12287631" y="-2"/>
            <a:ext cx="710311" cy="979706"/>
            <a:chOff x="0" y="0"/>
            <a:chExt cx="710309" cy="979705"/>
          </a:xfrm>
        </p:grpSpPr>
        <p:sp>
          <p:nvSpPr>
            <p:cNvPr id="87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8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884" name="Rectangle 118"/>
          <p:cNvGrpSpPr/>
          <p:nvPr/>
        </p:nvGrpSpPr>
        <p:grpSpPr>
          <a:xfrm>
            <a:off x="12997439" y="5715013"/>
            <a:ext cx="710311" cy="1142996"/>
            <a:chOff x="0" y="0"/>
            <a:chExt cx="710309" cy="1142994"/>
          </a:xfrm>
        </p:grpSpPr>
        <p:sp>
          <p:nvSpPr>
            <p:cNvPr id="88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887" name="Rectangle 119"/>
          <p:cNvGrpSpPr/>
          <p:nvPr/>
        </p:nvGrpSpPr>
        <p:grpSpPr>
          <a:xfrm>
            <a:off x="12997439" y="4572032"/>
            <a:ext cx="710311" cy="1142996"/>
            <a:chOff x="0" y="0"/>
            <a:chExt cx="710309" cy="1142994"/>
          </a:xfrm>
        </p:grpSpPr>
        <p:sp>
          <p:nvSpPr>
            <p:cNvPr id="88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890" name="Rectangle 120"/>
          <p:cNvGrpSpPr/>
          <p:nvPr/>
        </p:nvGrpSpPr>
        <p:grpSpPr>
          <a:xfrm>
            <a:off x="12997439" y="3428998"/>
            <a:ext cx="710311" cy="1142996"/>
            <a:chOff x="0" y="0"/>
            <a:chExt cx="710309" cy="1142994"/>
          </a:xfrm>
        </p:grpSpPr>
        <p:sp>
          <p:nvSpPr>
            <p:cNvPr id="88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8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893" name="Rectangle 121"/>
          <p:cNvGrpSpPr/>
          <p:nvPr/>
        </p:nvGrpSpPr>
        <p:grpSpPr>
          <a:xfrm>
            <a:off x="12997439" y="2286017"/>
            <a:ext cx="710311" cy="1142996"/>
            <a:chOff x="0" y="0"/>
            <a:chExt cx="710309" cy="1142994"/>
          </a:xfrm>
        </p:grpSpPr>
        <p:sp>
          <p:nvSpPr>
            <p:cNvPr id="89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9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896" name="Rectangle 122"/>
          <p:cNvGrpSpPr/>
          <p:nvPr/>
        </p:nvGrpSpPr>
        <p:grpSpPr>
          <a:xfrm>
            <a:off x="12997439" y="1142977"/>
            <a:ext cx="710311" cy="1142997"/>
            <a:chOff x="0" y="-1"/>
            <a:chExt cx="710309" cy="1142995"/>
          </a:xfrm>
        </p:grpSpPr>
        <p:sp>
          <p:nvSpPr>
            <p:cNvPr id="89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9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899" name="Rectangle 123"/>
          <p:cNvGrpSpPr/>
          <p:nvPr/>
        </p:nvGrpSpPr>
        <p:grpSpPr>
          <a:xfrm>
            <a:off x="13706754" y="-2365"/>
            <a:ext cx="710311" cy="1142995"/>
            <a:chOff x="0" y="0"/>
            <a:chExt cx="710309" cy="1142994"/>
          </a:xfrm>
        </p:grpSpPr>
        <p:sp>
          <p:nvSpPr>
            <p:cNvPr id="89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9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902" name="Rectangle 126"/>
          <p:cNvGrpSpPr/>
          <p:nvPr/>
        </p:nvGrpSpPr>
        <p:grpSpPr>
          <a:xfrm>
            <a:off x="13706756" y="5715013"/>
            <a:ext cx="710311" cy="1142996"/>
            <a:chOff x="0" y="0"/>
            <a:chExt cx="710309" cy="1142994"/>
          </a:xfrm>
        </p:grpSpPr>
        <p:sp>
          <p:nvSpPr>
            <p:cNvPr id="90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905" name="Rectangle 127"/>
          <p:cNvGrpSpPr/>
          <p:nvPr/>
        </p:nvGrpSpPr>
        <p:grpSpPr>
          <a:xfrm>
            <a:off x="13706754" y="4572032"/>
            <a:ext cx="710311" cy="1142996"/>
            <a:chOff x="0" y="0"/>
            <a:chExt cx="710309" cy="1142994"/>
          </a:xfrm>
        </p:grpSpPr>
        <p:sp>
          <p:nvSpPr>
            <p:cNvPr id="90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908" name="Rectangle 128"/>
          <p:cNvGrpSpPr/>
          <p:nvPr/>
        </p:nvGrpSpPr>
        <p:grpSpPr>
          <a:xfrm>
            <a:off x="12996453" y="-1157"/>
            <a:ext cx="710311" cy="1142995"/>
            <a:chOff x="0" y="0"/>
            <a:chExt cx="710309" cy="1142994"/>
          </a:xfrm>
        </p:grpSpPr>
        <p:sp>
          <p:nvSpPr>
            <p:cNvPr id="90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911" name="Rectangle 129"/>
          <p:cNvGrpSpPr/>
          <p:nvPr/>
        </p:nvGrpSpPr>
        <p:grpSpPr>
          <a:xfrm>
            <a:off x="13706754" y="2286017"/>
            <a:ext cx="710311" cy="1142996"/>
            <a:chOff x="0" y="0"/>
            <a:chExt cx="710309" cy="1142994"/>
          </a:xfrm>
        </p:grpSpPr>
        <p:sp>
          <p:nvSpPr>
            <p:cNvPr id="90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914" name="Rectangle 130"/>
          <p:cNvGrpSpPr/>
          <p:nvPr/>
        </p:nvGrpSpPr>
        <p:grpSpPr>
          <a:xfrm>
            <a:off x="13706756" y="1142977"/>
            <a:ext cx="710311" cy="1142997"/>
            <a:chOff x="0" y="-1"/>
            <a:chExt cx="710309" cy="1142995"/>
          </a:xfrm>
        </p:grpSpPr>
        <p:sp>
          <p:nvSpPr>
            <p:cNvPr id="91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1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917" name="Rectangle 131"/>
          <p:cNvGrpSpPr/>
          <p:nvPr/>
        </p:nvGrpSpPr>
        <p:grpSpPr>
          <a:xfrm>
            <a:off x="13706754" y="3427836"/>
            <a:ext cx="710311" cy="1142996"/>
            <a:chOff x="0" y="0"/>
            <a:chExt cx="710309" cy="1142994"/>
          </a:xfrm>
        </p:grpSpPr>
        <p:sp>
          <p:nvSpPr>
            <p:cNvPr id="91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918" name="Picture 5" descr="Picture 5"/>
          <p:cNvPicPr>
            <a:picLocks noChangeAspect="1"/>
          </p:cNvPicPr>
          <p:nvPr/>
        </p:nvPicPr>
        <p:blipFill>
          <a:blip r:embed="rId2">
            <a:extLst/>
          </a:blip>
          <a:stretch>
            <a:fillRect/>
          </a:stretch>
        </p:blipFill>
        <p:spPr>
          <a:xfrm>
            <a:off x="6092825" y="0"/>
            <a:ext cx="6096000" cy="6858000"/>
          </a:xfrm>
          <a:prstGeom prst="rect">
            <a:avLst/>
          </a:prstGeom>
          <a:ln w="12700">
            <a:miter lim="400000"/>
          </a:ln>
        </p:spPr>
      </p:pic>
      <p:sp>
        <p:nvSpPr>
          <p:cNvPr id="919" name="Body Level One…"/>
          <p:cNvSpPr txBox="1"/>
          <p:nvPr>
            <p:ph type="body" sz="quarter" idx="1" hasCustomPrompt="1"/>
          </p:nvPr>
        </p:nvSpPr>
        <p:spPr>
          <a:xfrm>
            <a:off x="6597639" y="4406717"/>
            <a:ext cx="5089550" cy="1384515"/>
          </a:xfrm>
          <a:prstGeom prst="rect">
            <a:avLst/>
          </a:prstGeom>
        </p:spPr>
        <p:txBody>
          <a:bodyPr lIns="45718" tIns="45718" rIns="45718" bIns="45718"/>
          <a:lstStyle>
            <a:lvl1pPr algn="ctr">
              <a:defRPr sz="1700">
                <a:solidFill>
                  <a:srgbClr val="F3F6F2"/>
                </a:solidFill>
                <a:latin typeface="+mj-lt"/>
                <a:ea typeface="+mj-ea"/>
                <a:cs typeface="+mj-cs"/>
                <a:sym typeface="Mona Sans"/>
              </a:defRPr>
            </a:lvl1pPr>
            <a:lvl2pPr algn="ctr">
              <a:defRPr sz="1700">
                <a:solidFill>
                  <a:srgbClr val="F3F6F2"/>
                </a:solidFill>
                <a:latin typeface="+mj-lt"/>
                <a:ea typeface="+mj-ea"/>
                <a:cs typeface="+mj-cs"/>
                <a:sym typeface="Mona Sans"/>
              </a:defRPr>
            </a:lvl2pPr>
            <a:lvl3pPr algn="ctr">
              <a:defRPr sz="1700">
                <a:solidFill>
                  <a:srgbClr val="F3F6F2"/>
                </a:solidFill>
                <a:latin typeface="+mj-lt"/>
                <a:ea typeface="+mj-ea"/>
                <a:cs typeface="+mj-cs"/>
                <a:sym typeface="Mona Sans"/>
              </a:defRPr>
            </a:lvl3pPr>
            <a:lvl4pPr algn="ctr">
              <a:defRPr sz="1700">
                <a:solidFill>
                  <a:srgbClr val="F3F6F2"/>
                </a:solidFill>
                <a:latin typeface="+mj-lt"/>
                <a:ea typeface="+mj-ea"/>
                <a:cs typeface="+mj-cs"/>
                <a:sym typeface="Mona Sans"/>
              </a:defRPr>
            </a:lvl4pPr>
            <a:lvl5pPr algn="ctr">
              <a:defRPr sz="1700">
                <a:solidFill>
                  <a:srgbClr val="F3F6F2"/>
                </a:solidFill>
                <a:latin typeface="+mj-lt"/>
                <a:ea typeface="+mj-ea"/>
                <a:cs typeface="+mj-cs"/>
                <a:sym typeface="Mona Sans"/>
              </a:defRPr>
            </a:lvl5pPr>
          </a:lstStyle>
          <a:p>
            <a:pPr/>
            <a:r>
              <a:t>And/or statement here</a:t>
            </a:r>
          </a:p>
          <a:p>
            <a:pPr lvl="1"/>
            <a:r>
              <a:t/>
            </a:r>
          </a:p>
          <a:p>
            <a:pPr lvl="2"/>
            <a:r>
              <a:t/>
            </a:r>
          </a:p>
          <a:p>
            <a:pPr lvl="3"/>
            <a:r>
              <a:t/>
            </a:r>
          </a:p>
          <a:p>
            <a:pPr lvl="4"/>
            <a:r>
              <a:t/>
            </a:r>
          </a:p>
        </p:txBody>
      </p:sp>
      <p:sp>
        <p:nvSpPr>
          <p:cNvPr id="920" name="Text Placeholder 23"/>
          <p:cNvSpPr/>
          <p:nvPr>
            <p:ph type="body" sz="quarter" idx="21" hasCustomPrompt="1"/>
          </p:nvPr>
        </p:nvSpPr>
        <p:spPr>
          <a:xfrm>
            <a:off x="6597639" y="1066771"/>
            <a:ext cx="5089549" cy="1334533"/>
          </a:xfrm>
          <a:prstGeom prst="rect">
            <a:avLst/>
          </a:prstGeom>
        </p:spPr>
        <p:txBody>
          <a:bodyPr lIns="45718" tIns="45718" rIns="45718" bIns="45718" anchor="b"/>
          <a:lstStyle>
            <a:lvl1pPr algn="ctr">
              <a:defRPr sz="1700">
                <a:solidFill>
                  <a:srgbClr val="F3F6F2"/>
                </a:solidFill>
                <a:latin typeface="+mj-lt"/>
                <a:ea typeface="+mj-ea"/>
                <a:cs typeface="+mj-cs"/>
                <a:sym typeface="Mona Sans"/>
              </a:defRPr>
            </a:lvl1pPr>
          </a:lstStyle>
          <a:p>
            <a:pPr/>
            <a:r>
              <a:t>Statement here</a:t>
            </a:r>
          </a:p>
        </p:txBody>
      </p:sp>
      <p:sp>
        <p:nvSpPr>
          <p:cNvPr id="921" name="Text Placeholder 23"/>
          <p:cNvSpPr/>
          <p:nvPr>
            <p:ph type="body" sz="quarter" idx="22" hasCustomPrompt="1"/>
          </p:nvPr>
        </p:nvSpPr>
        <p:spPr>
          <a:xfrm>
            <a:off x="413910" y="4876636"/>
            <a:ext cx="5290756" cy="1564131"/>
          </a:xfrm>
          <a:prstGeom prst="rect">
            <a:avLst/>
          </a:prstGeom>
        </p:spPr>
        <p:txBody>
          <a:bodyPr anchor="b"/>
          <a:lstStyle>
            <a:lvl1pPr>
              <a:defRPr sz="2000">
                <a:solidFill>
                  <a:srgbClr val="B0BAC2"/>
                </a:solidFill>
                <a:latin typeface="+mj-lt"/>
                <a:ea typeface="+mj-ea"/>
                <a:cs typeface="+mj-cs"/>
                <a:sym typeface="Mona Sans"/>
              </a:defRPr>
            </a:lvl1pPr>
          </a:lstStyle>
          <a:p>
            <a:pPr/>
            <a:r>
              <a:t>Description</a:t>
            </a:r>
          </a:p>
        </p:txBody>
      </p:sp>
      <p:sp>
        <p:nvSpPr>
          <p:cNvPr id="922" name="Text Placeholder 23"/>
          <p:cNvSpPr/>
          <p:nvPr>
            <p:ph type="body" sz="quarter" idx="23" hasCustomPrompt="1"/>
          </p:nvPr>
        </p:nvSpPr>
        <p:spPr>
          <a:xfrm>
            <a:off x="413914" y="507423"/>
            <a:ext cx="5290750" cy="44855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Optional header</a:t>
            </a:r>
          </a:p>
        </p:txBody>
      </p:sp>
      <p:sp>
        <p:nvSpPr>
          <p:cNvPr id="923" name="Text Placeholder 23"/>
          <p:cNvSpPr/>
          <p:nvPr>
            <p:ph type="body" sz="half" idx="24" hasCustomPrompt="1"/>
          </p:nvPr>
        </p:nvSpPr>
        <p:spPr>
          <a:xfrm>
            <a:off x="413911" y="955972"/>
            <a:ext cx="5294383" cy="3518328"/>
          </a:xfrm>
          <a:prstGeom prst="rect">
            <a:avLst/>
          </a:prstGeom>
        </p:spPr>
        <p:txBody>
          <a:bodyPr/>
          <a:lstStyle>
            <a:lvl1pPr>
              <a:lnSpc>
                <a:spcPct val="100000"/>
              </a:lnSpc>
              <a:defRPr sz="4000"/>
            </a:lvl1pPr>
          </a:lstStyle>
          <a:p>
            <a:pPr/>
            <a:r>
              <a:t>Statement that should be 10 words or less</a:t>
            </a:r>
          </a:p>
        </p:txBody>
      </p:sp>
      <p:sp>
        <p:nvSpPr>
          <p:cNvPr id="924" name="Rectangle 16"/>
          <p:cNvSpPr/>
          <p:nvPr/>
        </p:nvSpPr>
        <p:spPr>
          <a:xfrm rot="16200000">
            <a:off x="2665409" y="3419854"/>
            <a:ext cx="6858004"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925" name="Rectangle 17"/>
          <p:cNvSpPr/>
          <p:nvPr/>
        </p:nvSpPr>
        <p:spPr>
          <a:xfrm>
            <a:off x="406002" y="389359"/>
            <a:ext cx="5294383" cy="18292"/>
          </a:xfrm>
          <a:prstGeom prst="rect">
            <a:avLst/>
          </a:prstGeom>
          <a:solidFill>
            <a:srgbClr val="909692"/>
          </a:solidFill>
          <a:ln w="12700">
            <a:miter lim="400000"/>
          </a:ln>
        </p:spPr>
        <p:txBody>
          <a:bodyPr lIns="45718" tIns="45718" rIns="45718" bIns="45718" anchor="ctr"/>
          <a:lstStyle/>
          <a:p>
            <a:pPr algn="ctr">
              <a:defRPr>
                <a:solidFill>
                  <a:srgbClr val="FFFFFF"/>
                </a:solidFill>
              </a:defRPr>
            </a:pPr>
          </a:p>
        </p:txBody>
      </p:sp>
      <p:sp>
        <p:nvSpPr>
          <p:cNvPr id="926" name="Text Placeholder 11"/>
          <p:cNvSpPr/>
          <p:nvPr>
            <p:ph type="body" sz="quarter" idx="25" hasCustomPrompt="1"/>
          </p:nvPr>
        </p:nvSpPr>
        <p:spPr>
          <a:xfrm>
            <a:off x="6595888" y="2428741"/>
            <a:ext cx="5091297" cy="1977978"/>
          </a:xfrm>
          <a:prstGeom prst="rect">
            <a:avLst/>
          </a:prstGeom>
        </p:spPr>
        <p:txBody>
          <a:bodyPr lIns="45718" tIns="45718" rIns="45718" bIns="45718" anchor="ctr"/>
          <a:lstStyle>
            <a:lvl1pPr algn="ctr" defTabSz="786068">
              <a:spcBef>
                <a:spcPts val="800"/>
              </a:spcBef>
              <a:defRPr b="1" sz="12300"/>
            </a:lvl1pPr>
          </a:lstStyle>
          <a:p>
            <a:pPr/>
            <a:r>
              <a:t>XXM</a:t>
            </a:r>
          </a:p>
        </p:txBody>
      </p:sp>
      <p:sp>
        <p:nvSpPr>
          <p:cNvPr id="9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Roadmap slide_1 feature">
    <p:spTree>
      <p:nvGrpSpPr>
        <p:cNvPr id="1" name=""/>
        <p:cNvGrpSpPr/>
        <p:nvPr/>
      </p:nvGrpSpPr>
      <p:grpSpPr>
        <a:xfrm>
          <a:off x="0" y="0"/>
          <a:ext cx="0" cy="0"/>
          <a:chOff x="0" y="0"/>
          <a:chExt cx="0" cy="0"/>
        </a:xfrm>
      </p:grpSpPr>
      <p:grpSp>
        <p:nvGrpSpPr>
          <p:cNvPr id="936" name="Rectangle 109"/>
          <p:cNvGrpSpPr/>
          <p:nvPr/>
        </p:nvGrpSpPr>
        <p:grpSpPr>
          <a:xfrm>
            <a:off x="12287632" y="5878297"/>
            <a:ext cx="710311" cy="979707"/>
            <a:chOff x="0" y="0"/>
            <a:chExt cx="710309" cy="979705"/>
          </a:xfrm>
        </p:grpSpPr>
        <p:sp>
          <p:nvSpPr>
            <p:cNvPr id="93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3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939" name="Rectangle 110"/>
          <p:cNvGrpSpPr/>
          <p:nvPr/>
        </p:nvGrpSpPr>
        <p:grpSpPr>
          <a:xfrm>
            <a:off x="12287631" y="4898603"/>
            <a:ext cx="710311" cy="979709"/>
            <a:chOff x="0" y="-1"/>
            <a:chExt cx="710309" cy="979708"/>
          </a:xfrm>
        </p:grpSpPr>
        <p:sp>
          <p:nvSpPr>
            <p:cNvPr id="93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3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942" name="Rectangle 111"/>
          <p:cNvGrpSpPr/>
          <p:nvPr/>
        </p:nvGrpSpPr>
        <p:grpSpPr>
          <a:xfrm>
            <a:off x="12287632" y="3918862"/>
            <a:ext cx="710311" cy="979706"/>
            <a:chOff x="0" y="0"/>
            <a:chExt cx="710309" cy="979705"/>
          </a:xfrm>
        </p:grpSpPr>
        <p:sp>
          <p:nvSpPr>
            <p:cNvPr id="94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4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945" name="Rectangle 112"/>
          <p:cNvGrpSpPr/>
          <p:nvPr/>
        </p:nvGrpSpPr>
        <p:grpSpPr>
          <a:xfrm>
            <a:off x="12287631" y="2939171"/>
            <a:ext cx="710311" cy="979707"/>
            <a:chOff x="0" y="0"/>
            <a:chExt cx="710309" cy="979705"/>
          </a:xfrm>
        </p:grpSpPr>
        <p:sp>
          <p:nvSpPr>
            <p:cNvPr id="94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4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948" name="Rectangle 113"/>
          <p:cNvGrpSpPr/>
          <p:nvPr/>
        </p:nvGrpSpPr>
        <p:grpSpPr>
          <a:xfrm>
            <a:off x="12287632" y="1959431"/>
            <a:ext cx="710311" cy="979707"/>
            <a:chOff x="0" y="0"/>
            <a:chExt cx="710309" cy="979705"/>
          </a:xfrm>
        </p:grpSpPr>
        <p:sp>
          <p:nvSpPr>
            <p:cNvPr id="94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4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951" name="Rectangle 114"/>
          <p:cNvGrpSpPr/>
          <p:nvPr/>
        </p:nvGrpSpPr>
        <p:grpSpPr>
          <a:xfrm>
            <a:off x="12287631" y="979736"/>
            <a:ext cx="710311" cy="979707"/>
            <a:chOff x="0" y="0"/>
            <a:chExt cx="710309" cy="979705"/>
          </a:xfrm>
        </p:grpSpPr>
        <p:sp>
          <p:nvSpPr>
            <p:cNvPr id="94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5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954" name="Rectangle 115"/>
          <p:cNvGrpSpPr/>
          <p:nvPr/>
        </p:nvGrpSpPr>
        <p:grpSpPr>
          <a:xfrm>
            <a:off x="12287631" y="-2"/>
            <a:ext cx="710311" cy="979706"/>
            <a:chOff x="0" y="0"/>
            <a:chExt cx="710309" cy="979705"/>
          </a:xfrm>
        </p:grpSpPr>
        <p:sp>
          <p:nvSpPr>
            <p:cNvPr id="95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5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957" name="Rectangle 118"/>
          <p:cNvGrpSpPr/>
          <p:nvPr/>
        </p:nvGrpSpPr>
        <p:grpSpPr>
          <a:xfrm>
            <a:off x="12997439" y="5715013"/>
            <a:ext cx="710311" cy="1142996"/>
            <a:chOff x="0" y="0"/>
            <a:chExt cx="710309" cy="1142994"/>
          </a:xfrm>
        </p:grpSpPr>
        <p:sp>
          <p:nvSpPr>
            <p:cNvPr id="95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5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960" name="Rectangle 119"/>
          <p:cNvGrpSpPr/>
          <p:nvPr/>
        </p:nvGrpSpPr>
        <p:grpSpPr>
          <a:xfrm>
            <a:off x="12997439" y="4572032"/>
            <a:ext cx="710311" cy="1142996"/>
            <a:chOff x="0" y="0"/>
            <a:chExt cx="710309" cy="1142994"/>
          </a:xfrm>
        </p:grpSpPr>
        <p:sp>
          <p:nvSpPr>
            <p:cNvPr id="95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5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963" name="Rectangle 120"/>
          <p:cNvGrpSpPr/>
          <p:nvPr/>
        </p:nvGrpSpPr>
        <p:grpSpPr>
          <a:xfrm>
            <a:off x="12997439" y="3428998"/>
            <a:ext cx="710311" cy="1142996"/>
            <a:chOff x="0" y="0"/>
            <a:chExt cx="710309" cy="1142994"/>
          </a:xfrm>
        </p:grpSpPr>
        <p:sp>
          <p:nvSpPr>
            <p:cNvPr id="96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6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966" name="Rectangle 121"/>
          <p:cNvGrpSpPr/>
          <p:nvPr/>
        </p:nvGrpSpPr>
        <p:grpSpPr>
          <a:xfrm>
            <a:off x="12997439" y="2286017"/>
            <a:ext cx="710311" cy="1142996"/>
            <a:chOff x="0" y="0"/>
            <a:chExt cx="710309" cy="1142994"/>
          </a:xfrm>
        </p:grpSpPr>
        <p:sp>
          <p:nvSpPr>
            <p:cNvPr id="96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6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969" name="Rectangle 122"/>
          <p:cNvGrpSpPr/>
          <p:nvPr/>
        </p:nvGrpSpPr>
        <p:grpSpPr>
          <a:xfrm>
            <a:off x="12997439" y="1142977"/>
            <a:ext cx="710311" cy="1142997"/>
            <a:chOff x="0" y="-1"/>
            <a:chExt cx="710309" cy="1142995"/>
          </a:xfrm>
        </p:grpSpPr>
        <p:sp>
          <p:nvSpPr>
            <p:cNvPr id="96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6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972" name="Rectangle 123"/>
          <p:cNvGrpSpPr/>
          <p:nvPr/>
        </p:nvGrpSpPr>
        <p:grpSpPr>
          <a:xfrm>
            <a:off x="13706754" y="-2365"/>
            <a:ext cx="710311" cy="1142995"/>
            <a:chOff x="0" y="0"/>
            <a:chExt cx="710309" cy="1142994"/>
          </a:xfrm>
        </p:grpSpPr>
        <p:sp>
          <p:nvSpPr>
            <p:cNvPr id="97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7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975" name="Rectangle 126"/>
          <p:cNvGrpSpPr/>
          <p:nvPr/>
        </p:nvGrpSpPr>
        <p:grpSpPr>
          <a:xfrm>
            <a:off x="13706756" y="5715013"/>
            <a:ext cx="710311" cy="1142996"/>
            <a:chOff x="0" y="0"/>
            <a:chExt cx="710309" cy="1142994"/>
          </a:xfrm>
        </p:grpSpPr>
        <p:sp>
          <p:nvSpPr>
            <p:cNvPr id="97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7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978" name="Rectangle 127"/>
          <p:cNvGrpSpPr/>
          <p:nvPr/>
        </p:nvGrpSpPr>
        <p:grpSpPr>
          <a:xfrm>
            <a:off x="13706754" y="4572032"/>
            <a:ext cx="710311" cy="1142996"/>
            <a:chOff x="0" y="0"/>
            <a:chExt cx="710309" cy="1142994"/>
          </a:xfrm>
        </p:grpSpPr>
        <p:sp>
          <p:nvSpPr>
            <p:cNvPr id="97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7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981" name="Rectangle 128"/>
          <p:cNvGrpSpPr/>
          <p:nvPr/>
        </p:nvGrpSpPr>
        <p:grpSpPr>
          <a:xfrm>
            <a:off x="12996453" y="-1157"/>
            <a:ext cx="710311" cy="1142995"/>
            <a:chOff x="0" y="0"/>
            <a:chExt cx="710309" cy="1142994"/>
          </a:xfrm>
        </p:grpSpPr>
        <p:sp>
          <p:nvSpPr>
            <p:cNvPr id="97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8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984" name="Rectangle 129"/>
          <p:cNvGrpSpPr/>
          <p:nvPr/>
        </p:nvGrpSpPr>
        <p:grpSpPr>
          <a:xfrm>
            <a:off x="13706754" y="2286017"/>
            <a:ext cx="710311" cy="1142996"/>
            <a:chOff x="0" y="0"/>
            <a:chExt cx="710309" cy="1142994"/>
          </a:xfrm>
        </p:grpSpPr>
        <p:sp>
          <p:nvSpPr>
            <p:cNvPr id="98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987" name="Rectangle 130"/>
          <p:cNvGrpSpPr/>
          <p:nvPr/>
        </p:nvGrpSpPr>
        <p:grpSpPr>
          <a:xfrm>
            <a:off x="13706756" y="1142977"/>
            <a:ext cx="710311" cy="1142997"/>
            <a:chOff x="0" y="-1"/>
            <a:chExt cx="710309" cy="1142995"/>
          </a:xfrm>
        </p:grpSpPr>
        <p:sp>
          <p:nvSpPr>
            <p:cNvPr id="98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8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990" name="Rectangle 131"/>
          <p:cNvGrpSpPr/>
          <p:nvPr/>
        </p:nvGrpSpPr>
        <p:grpSpPr>
          <a:xfrm>
            <a:off x="13706754" y="3427836"/>
            <a:ext cx="710311" cy="1142996"/>
            <a:chOff x="0" y="0"/>
            <a:chExt cx="710309" cy="1142994"/>
          </a:xfrm>
        </p:grpSpPr>
        <p:sp>
          <p:nvSpPr>
            <p:cNvPr id="98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8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991" name="Picture 3" descr="Picture 3"/>
          <p:cNvPicPr>
            <a:picLocks noChangeAspect="1"/>
          </p:cNvPicPr>
          <p:nvPr/>
        </p:nvPicPr>
        <p:blipFill>
          <a:blip r:embed="rId2">
            <a:extLst/>
          </a:blip>
          <a:srcRect l="0" t="126" r="0" b="125"/>
          <a:stretch>
            <a:fillRect/>
          </a:stretch>
        </p:blipFill>
        <p:spPr>
          <a:xfrm>
            <a:off x="0" y="0"/>
            <a:ext cx="6103557" cy="6856284"/>
          </a:xfrm>
          <a:prstGeom prst="rect">
            <a:avLst/>
          </a:prstGeom>
          <a:ln w="12700">
            <a:miter lim="400000"/>
          </a:ln>
        </p:spPr>
      </p:pic>
      <p:sp>
        <p:nvSpPr>
          <p:cNvPr id="992" name="Body Level One…"/>
          <p:cNvSpPr txBox="1"/>
          <p:nvPr>
            <p:ph type="body" sz="quarter" idx="1" hasCustomPrompt="1"/>
          </p:nvPr>
        </p:nvSpPr>
        <p:spPr>
          <a:xfrm>
            <a:off x="6500814" y="4876636"/>
            <a:ext cx="5290750" cy="1564131"/>
          </a:xfrm>
          <a:prstGeom prst="rect">
            <a:avLst/>
          </a:prstGeom>
        </p:spPr>
        <p:txBody>
          <a:bodyPr anchor="b"/>
          <a:lstStyle>
            <a:lvl1pPr>
              <a:defRPr sz="2000">
                <a:solidFill>
                  <a:srgbClr val="B0BAC2"/>
                </a:solidFill>
                <a:latin typeface="+mj-lt"/>
                <a:ea typeface="+mj-ea"/>
                <a:cs typeface="+mj-cs"/>
                <a:sym typeface="Mona Sans"/>
              </a:defRPr>
            </a:lvl1pPr>
            <a:lvl2pPr>
              <a:defRPr sz="2000">
                <a:solidFill>
                  <a:srgbClr val="B0BAC2"/>
                </a:solidFill>
                <a:latin typeface="+mj-lt"/>
                <a:ea typeface="+mj-ea"/>
                <a:cs typeface="+mj-cs"/>
                <a:sym typeface="Mona Sans"/>
              </a:defRPr>
            </a:lvl2pPr>
            <a:lvl3pPr>
              <a:defRPr sz="2000">
                <a:solidFill>
                  <a:srgbClr val="B0BAC2"/>
                </a:solidFill>
                <a:latin typeface="+mj-lt"/>
                <a:ea typeface="+mj-ea"/>
                <a:cs typeface="+mj-cs"/>
                <a:sym typeface="Mona Sans"/>
              </a:defRPr>
            </a:lvl3pPr>
            <a:lvl4pPr>
              <a:defRPr sz="2000">
                <a:solidFill>
                  <a:srgbClr val="B0BAC2"/>
                </a:solidFill>
                <a:latin typeface="+mj-lt"/>
                <a:ea typeface="+mj-ea"/>
                <a:cs typeface="+mj-cs"/>
                <a:sym typeface="Mona Sans"/>
              </a:defRPr>
            </a:lvl4pPr>
            <a:lvl5pPr>
              <a:defRPr sz="2000">
                <a:solidFill>
                  <a:srgbClr val="B0BAC2"/>
                </a:solidFill>
                <a:latin typeface="+mj-lt"/>
                <a:ea typeface="+mj-ea"/>
                <a:cs typeface="+mj-cs"/>
                <a:sym typeface="Mona Sans"/>
              </a:defRPr>
            </a:lvl5pPr>
          </a:lstStyle>
          <a:p>
            <a:pPr/>
            <a:r>
              <a:t>Supporting text if applicable. Keep it short and sweet.</a:t>
            </a:r>
          </a:p>
          <a:p>
            <a:pPr lvl="1"/>
            <a:r>
              <a:t/>
            </a:r>
          </a:p>
          <a:p>
            <a:pPr lvl="2"/>
            <a:r>
              <a:t/>
            </a:r>
          </a:p>
          <a:p>
            <a:pPr lvl="3"/>
            <a:r>
              <a:t/>
            </a:r>
          </a:p>
          <a:p>
            <a:pPr lvl="4"/>
            <a:r>
              <a:t/>
            </a:r>
          </a:p>
        </p:txBody>
      </p:sp>
      <p:sp>
        <p:nvSpPr>
          <p:cNvPr id="993" name="Text Placeholder 23"/>
          <p:cNvSpPr/>
          <p:nvPr>
            <p:ph type="body" sz="quarter" idx="21" hasCustomPrompt="1"/>
          </p:nvPr>
        </p:nvSpPr>
        <p:spPr>
          <a:xfrm>
            <a:off x="6500814" y="1551884"/>
            <a:ext cx="5280816" cy="2907518"/>
          </a:xfrm>
          <a:prstGeom prst="rect">
            <a:avLst/>
          </a:prstGeom>
        </p:spPr>
        <p:txBody>
          <a:bodyPr/>
          <a:lstStyle>
            <a:lvl1pPr>
              <a:lnSpc>
                <a:spcPct val="100000"/>
              </a:lnSpc>
              <a:defRPr sz="4000"/>
            </a:lvl1pPr>
          </a:lstStyle>
          <a:p>
            <a:pPr/>
            <a:r>
              <a:t>A value prop in sentence case that is 12 words or less</a:t>
            </a:r>
          </a:p>
        </p:txBody>
      </p:sp>
      <p:sp>
        <p:nvSpPr>
          <p:cNvPr id="994" name="Rectangle 7"/>
          <p:cNvSpPr/>
          <p:nvPr/>
        </p:nvSpPr>
        <p:spPr>
          <a:xfrm rot="16200000">
            <a:off x="2665409" y="3419854"/>
            <a:ext cx="6858004"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995" name="Picture Placeholder 20"/>
          <p:cNvSpPr/>
          <p:nvPr>
            <p:ph type="pic" idx="22"/>
          </p:nvPr>
        </p:nvSpPr>
        <p:spPr>
          <a:xfrm>
            <a:off x="-527303" y="749298"/>
            <a:ext cx="6183568" cy="6428743"/>
          </a:xfrm>
          <a:prstGeom prst="rect">
            <a:avLst/>
          </a:prstGeom>
        </p:spPr>
        <p:txBody>
          <a:bodyPr lIns="91439" tIns="45719" rIns="91439" bIns="45719">
            <a:noAutofit/>
          </a:bodyPr>
          <a:lstStyle/>
          <a:p>
            <a:pPr/>
          </a:p>
        </p:txBody>
      </p:sp>
      <p:sp>
        <p:nvSpPr>
          <p:cNvPr id="996" name="Text Placeholder 23"/>
          <p:cNvSpPr/>
          <p:nvPr>
            <p:ph type="body" sz="quarter" idx="23" hasCustomPrompt="1"/>
          </p:nvPr>
        </p:nvSpPr>
        <p:spPr>
          <a:xfrm>
            <a:off x="6500812" y="419100"/>
            <a:ext cx="5290756" cy="218511"/>
          </a:xfrm>
          <a:prstGeom prst="rect">
            <a:avLst/>
          </a:prstGeom>
        </p:spPr>
        <p:txBody>
          <a:bodyPr/>
          <a:lstStyle>
            <a:lvl1pPr>
              <a:defRPr cap="all" sz="1400">
                <a:solidFill>
                  <a:srgbClr val="B0BAC2"/>
                </a:solidFill>
                <a:latin typeface="Mona Sans Mono"/>
                <a:ea typeface="Mona Sans Mono"/>
                <a:cs typeface="Mona Sans Mono"/>
                <a:sym typeface="Mona Sans Mono"/>
              </a:defRPr>
            </a:lvl1pPr>
          </a:lstStyle>
          <a:p>
            <a:pPr/>
            <a:r>
              <a:t>Beta / Coming soon / GA / Q120XX</a:t>
            </a:r>
          </a:p>
        </p:txBody>
      </p:sp>
      <p:sp>
        <p:nvSpPr>
          <p:cNvPr id="9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Roadmap slide_1 feature reversed">
    <p:spTree>
      <p:nvGrpSpPr>
        <p:cNvPr id="1" name=""/>
        <p:cNvGrpSpPr/>
        <p:nvPr/>
      </p:nvGrpSpPr>
      <p:grpSpPr>
        <a:xfrm>
          <a:off x="0" y="0"/>
          <a:ext cx="0" cy="0"/>
          <a:chOff x="0" y="0"/>
          <a:chExt cx="0" cy="0"/>
        </a:xfrm>
      </p:grpSpPr>
      <p:grpSp>
        <p:nvGrpSpPr>
          <p:cNvPr id="1006" name="Rectangle 109"/>
          <p:cNvGrpSpPr/>
          <p:nvPr/>
        </p:nvGrpSpPr>
        <p:grpSpPr>
          <a:xfrm>
            <a:off x="12287632" y="5878297"/>
            <a:ext cx="710311" cy="979707"/>
            <a:chOff x="0" y="0"/>
            <a:chExt cx="710309" cy="979705"/>
          </a:xfrm>
        </p:grpSpPr>
        <p:sp>
          <p:nvSpPr>
            <p:cNvPr id="100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0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009" name="Rectangle 110"/>
          <p:cNvGrpSpPr/>
          <p:nvPr/>
        </p:nvGrpSpPr>
        <p:grpSpPr>
          <a:xfrm>
            <a:off x="12287631" y="4898603"/>
            <a:ext cx="710311" cy="979709"/>
            <a:chOff x="0" y="-1"/>
            <a:chExt cx="710309" cy="979708"/>
          </a:xfrm>
        </p:grpSpPr>
        <p:sp>
          <p:nvSpPr>
            <p:cNvPr id="100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0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012" name="Rectangle 111"/>
          <p:cNvGrpSpPr/>
          <p:nvPr/>
        </p:nvGrpSpPr>
        <p:grpSpPr>
          <a:xfrm>
            <a:off x="12287632" y="3918862"/>
            <a:ext cx="710311" cy="979706"/>
            <a:chOff x="0" y="0"/>
            <a:chExt cx="710309" cy="979705"/>
          </a:xfrm>
        </p:grpSpPr>
        <p:sp>
          <p:nvSpPr>
            <p:cNvPr id="101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1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015" name="Rectangle 112"/>
          <p:cNvGrpSpPr/>
          <p:nvPr/>
        </p:nvGrpSpPr>
        <p:grpSpPr>
          <a:xfrm>
            <a:off x="12287631" y="2939171"/>
            <a:ext cx="710311" cy="979707"/>
            <a:chOff x="0" y="0"/>
            <a:chExt cx="710309" cy="979705"/>
          </a:xfrm>
        </p:grpSpPr>
        <p:sp>
          <p:nvSpPr>
            <p:cNvPr id="101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1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018" name="Rectangle 113"/>
          <p:cNvGrpSpPr/>
          <p:nvPr/>
        </p:nvGrpSpPr>
        <p:grpSpPr>
          <a:xfrm>
            <a:off x="12287632" y="1959431"/>
            <a:ext cx="710311" cy="979707"/>
            <a:chOff x="0" y="0"/>
            <a:chExt cx="710309" cy="979705"/>
          </a:xfrm>
        </p:grpSpPr>
        <p:sp>
          <p:nvSpPr>
            <p:cNvPr id="101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1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021" name="Rectangle 114"/>
          <p:cNvGrpSpPr/>
          <p:nvPr/>
        </p:nvGrpSpPr>
        <p:grpSpPr>
          <a:xfrm>
            <a:off x="12287631" y="979736"/>
            <a:ext cx="710311" cy="979707"/>
            <a:chOff x="0" y="0"/>
            <a:chExt cx="710309" cy="979705"/>
          </a:xfrm>
        </p:grpSpPr>
        <p:sp>
          <p:nvSpPr>
            <p:cNvPr id="101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2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1024" name="Rectangle 115"/>
          <p:cNvGrpSpPr/>
          <p:nvPr/>
        </p:nvGrpSpPr>
        <p:grpSpPr>
          <a:xfrm>
            <a:off x="12287631" y="-2"/>
            <a:ext cx="710311" cy="979706"/>
            <a:chOff x="0" y="0"/>
            <a:chExt cx="710309" cy="979705"/>
          </a:xfrm>
        </p:grpSpPr>
        <p:sp>
          <p:nvSpPr>
            <p:cNvPr id="102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2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1027" name="Rectangle 118"/>
          <p:cNvGrpSpPr/>
          <p:nvPr/>
        </p:nvGrpSpPr>
        <p:grpSpPr>
          <a:xfrm>
            <a:off x="12997439" y="5715013"/>
            <a:ext cx="710311" cy="1142996"/>
            <a:chOff x="0" y="0"/>
            <a:chExt cx="710309" cy="1142994"/>
          </a:xfrm>
        </p:grpSpPr>
        <p:sp>
          <p:nvSpPr>
            <p:cNvPr id="102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2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1030" name="Rectangle 119"/>
          <p:cNvGrpSpPr/>
          <p:nvPr/>
        </p:nvGrpSpPr>
        <p:grpSpPr>
          <a:xfrm>
            <a:off x="12997439" y="4572032"/>
            <a:ext cx="710311" cy="1142996"/>
            <a:chOff x="0" y="0"/>
            <a:chExt cx="710309" cy="1142994"/>
          </a:xfrm>
        </p:grpSpPr>
        <p:sp>
          <p:nvSpPr>
            <p:cNvPr id="102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1033" name="Rectangle 120"/>
          <p:cNvGrpSpPr/>
          <p:nvPr/>
        </p:nvGrpSpPr>
        <p:grpSpPr>
          <a:xfrm>
            <a:off x="12997439" y="3428998"/>
            <a:ext cx="710311" cy="1142996"/>
            <a:chOff x="0" y="0"/>
            <a:chExt cx="710309" cy="1142994"/>
          </a:xfrm>
        </p:grpSpPr>
        <p:sp>
          <p:nvSpPr>
            <p:cNvPr id="103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3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1036" name="Rectangle 121"/>
          <p:cNvGrpSpPr/>
          <p:nvPr/>
        </p:nvGrpSpPr>
        <p:grpSpPr>
          <a:xfrm>
            <a:off x="12997439" y="2286017"/>
            <a:ext cx="710311" cy="1142996"/>
            <a:chOff x="0" y="0"/>
            <a:chExt cx="710309" cy="1142994"/>
          </a:xfrm>
        </p:grpSpPr>
        <p:sp>
          <p:nvSpPr>
            <p:cNvPr id="103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3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1039" name="Rectangle 122"/>
          <p:cNvGrpSpPr/>
          <p:nvPr/>
        </p:nvGrpSpPr>
        <p:grpSpPr>
          <a:xfrm>
            <a:off x="12997439" y="1142977"/>
            <a:ext cx="710311" cy="1142997"/>
            <a:chOff x="0" y="-1"/>
            <a:chExt cx="710309" cy="1142995"/>
          </a:xfrm>
        </p:grpSpPr>
        <p:sp>
          <p:nvSpPr>
            <p:cNvPr id="103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3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1042" name="Rectangle 123"/>
          <p:cNvGrpSpPr/>
          <p:nvPr/>
        </p:nvGrpSpPr>
        <p:grpSpPr>
          <a:xfrm>
            <a:off x="13706754" y="-2365"/>
            <a:ext cx="710311" cy="1142995"/>
            <a:chOff x="0" y="0"/>
            <a:chExt cx="710309" cy="1142994"/>
          </a:xfrm>
        </p:grpSpPr>
        <p:sp>
          <p:nvSpPr>
            <p:cNvPr id="104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4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1045" name="Rectangle 126"/>
          <p:cNvGrpSpPr/>
          <p:nvPr/>
        </p:nvGrpSpPr>
        <p:grpSpPr>
          <a:xfrm>
            <a:off x="13706756" y="5715013"/>
            <a:ext cx="710311" cy="1142996"/>
            <a:chOff x="0" y="0"/>
            <a:chExt cx="710309" cy="1142994"/>
          </a:xfrm>
        </p:grpSpPr>
        <p:sp>
          <p:nvSpPr>
            <p:cNvPr id="104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4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1048" name="Rectangle 127"/>
          <p:cNvGrpSpPr/>
          <p:nvPr/>
        </p:nvGrpSpPr>
        <p:grpSpPr>
          <a:xfrm>
            <a:off x="13706754" y="4572032"/>
            <a:ext cx="710311" cy="1142996"/>
            <a:chOff x="0" y="0"/>
            <a:chExt cx="710309" cy="1142994"/>
          </a:xfrm>
        </p:grpSpPr>
        <p:sp>
          <p:nvSpPr>
            <p:cNvPr id="104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4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1051" name="Rectangle 128"/>
          <p:cNvGrpSpPr/>
          <p:nvPr/>
        </p:nvGrpSpPr>
        <p:grpSpPr>
          <a:xfrm>
            <a:off x="12996453" y="-1157"/>
            <a:ext cx="710311" cy="1142995"/>
            <a:chOff x="0" y="0"/>
            <a:chExt cx="710309" cy="1142994"/>
          </a:xfrm>
        </p:grpSpPr>
        <p:sp>
          <p:nvSpPr>
            <p:cNvPr id="104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5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1054" name="Rectangle 129"/>
          <p:cNvGrpSpPr/>
          <p:nvPr/>
        </p:nvGrpSpPr>
        <p:grpSpPr>
          <a:xfrm>
            <a:off x="13706754" y="2286017"/>
            <a:ext cx="710311" cy="1142996"/>
            <a:chOff x="0" y="0"/>
            <a:chExt cx="710309" cy="1142994"/>
          </a:xfrm>
        </p:grpSpPr>
        <p:sp>
          <p:nvSpPr>
            <p:cNvPr id="105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5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1057" name="Rectangle 130"/>
          <p:cNvGrpSpPr/>
          <p:nvPr/>
        </p:nvGrpSpPr>
        <p:grpSpPr>
          <a:xfrm>
            <a:off x="13706756" y="1142977"/>
            <a:ext cx="710311" cy="1142997"/>
            <a:chOff x="0" y="-1"/>
            <a:chExt cx="710309" cy="1142995"/>
          </a:xfrm>
        </p:grpSpPr>
        <p:sp>
          <p:nvSpPr>
            <p:cNvPr id="105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5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1060" name="Rectangle 131"/>
          <p:cNvGrpSpPr/>
          <p:nvPr/>
        </p:nvGrpSpPr>
        <p:grpSpPr>
          <a:xfrm>
            <a:off x="13706754" y="3427836"/>
            <a:ext cx="710311" cy="1142996"/>
            <a:chOff x="0" y="0"/>
            <a:chExt cx="710309" cy="1142994"/>
          </a:xfrm>
        </p:grpSpPr>
        <p:sp>
          <p:nvSpPr>
            <p:cNvPr id="105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5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1061" name="Picture 2" descr="Picture 2"/>
          <p:cNvPicPr>
            <a:picLocks noChangeAspect="1"/>
          </p:cNvPicPr>
          <p:nvPr/>
        </p:nvPicPr>
        <p:blipFill>
          <a:blip r:embed="rId2">
            <a:extLst/>
          </a:blip>
          <a:srcRect l="0" t="74" r="0" b="73"/>
          <a:stretch>
            <a:fillRect/>
          </a:stretch>
        </p:blipFill>
        <p:spPr>
          <a:xfrm>
            <a:off x="6085268" y="0"/>
            <a:ext cx="6103557" cy="6856284"/>
          </a:xfrm>
          <a:prstGeom prst="rect">
            <a:avLst/>
          </a:prstGeom>
          <a:ln w="12700">
            <a:miter lim="400000"/>
          </a:ln>
        </p:spPr>
      </p:pic>
      <p:sp>
        <p:nvSpPr>
          <p:cNvPr id="1062" name="Picture Placeholder 20"/>
          <p:cNvSpPr/>
          <p:nvPr>
            <p:ph type="pic" idx="21"/>
          </p:nvPr>
        </p:nvSpPr>
        <p:spPr>
          <a:xfrm>
            <a:off x="6532557" y="749298"/>
            <a:ext cx="6183568" cy="6428743"/>
          </a:xfrm>
          <a:prstGeom prst="rect">
            <a:avLst/>
          </a:prstGeom>
        </p:spPr>
        <p:txBody>
          <a:bodyPr lIns="91439" tIns="45719" rIns="91439" bIns="45719">
            <a:noAutofit/>
          </a:bodyPr>
          <a:lstStyle/>
          <a:p>
            <a:pPr/>
          </a:p>
        </p:txBody>
      </p:sp>
      <p:sp>
        <p:nvSpPr>
          <p:cNvPr id="1063" name="Rectangle 4"/>
          <p:cNvSpPr/>
          <p:nvPr/>
        </p:nvSpPr>
        <p:spPr>
          <a:xfrm rot="16200000">
            <a:off x="2665409" y="3419854"/>
            <a:ext cx="6858004"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064" name="Body Level One…"/>
          <p:cNvSpPr txBox="1"/>
          <p:nvPr>
            <p:ph type="body" sz="quarter" idx="1" hasCustomPrompt="1"/>
          </p:nvPr>
        </p:nvSpPr>
        <p:spPr>
          <a:xfrm>
            <a:off x="397193" y="4876636"/>
            <a:ext cx="5290752" cy="1564131"/>
          </a:xfrm>
          <a:prstGeom prst="rect">
            <a:avLst/>
          </a:prstGeom>
        </p:spPr>
        <p:txBody>
          <a:bodyPr anchor="b"/>
          <a:lstStyle>
            <a:lvl1pPr>
              <a:defRPr sz="2000">
                <a:solidFill>
                  <a:srgbClr val="B0BAC2"/>
                </a:solidFill>
                <a:latin typeface="+mj-lt"/>
                <a:ea typeface="+mj-ea"/>
                <a:cs typeface="+mj-cs"/>
                <a:sym typeface="Mona Sans"/>
              </a:defRPr>
            </a:lvl1pPr>
            <a:lvl2pPr>
              <a:defRPr sz="2000">
                <a:solidFill>
                  <a:srgbClr val="B0BAC2"/>
                </a:solidFill>
                <a:latin typeface="+mj-lt"/>
                <a:ea typeface="+mj-ea"/>
                <a:cs typeface="+mj-cs"/>
                <a:sym typeface="Mona Sans"/>
              </a:defRPr>
            </a:lvl2pPr>
            <a:lvl3pPr>
              <a:defRPr sz="2000">
                <a:solidFill>
                  <a:srgbClr val="B0BAC2"/>
                </a:solidFill>
                <a:latin typeface="+mj-lt"/>
                <a:ea typeface="+mj-ea"/>
                <a:cs typeface="+mj-cs"/>
                <a:sym typeface="Mona Sans"/>
              </a:defRPr>
            </a:lvl3pPr>
            <a:lvl4pPr>
              <a:defRPr sz="2000">
                <a:solidFill>
                  <a:srgbClr val="B0BAC2"/>
                </a:solidFill>
                <a:latin typeface="+mj-lt"/>
                <a:ea typeface="+mj-ea"/>
                <a:cs typeface="+mj-cs"/>
                <a:sym typeface="Mona Sans"/>
              </a:defRPr>
            </a:lvl4pPr>
            <a:lvl5pPr>
              <a:defRPr sz="2000">
                <a:solidFill>
                  <a:srgbClr val="B0BAC2"/>
                </a:solidFill>
                <a:latin typeface="+mj-lt"/>
                <a:ea typeface="+mj-ea"/>
                <a:cs typeface="+mj-cs"/>
                <a:sym typeface="Mona Sans"/>
              </a:defRPr>
            </a:lvl5pPr>
          </a:lstStyle>
          <a:p>
            <a:pPr/>
            <a:r>
              <a:t>Supporting text if applicable. Keep it short and sweet.</a:t>
            </a:r>
          </a:p>
          <a:p>
            <a:pPr lvl="1"/>
            <a:r>
              <a:t/>
            </a:r>
          </a:p>
          <a:p>
            <a:pPr lvl="2"/>
            <a:r>
              <a:t/>
            </a:r>
          </a:p>
          <a:p>
            <a:pPr lvl="3"/>
            <a:r>
              <a:t/>
            </a:r>
          </a:p>
          <a:p>
            <a:pPr lvl="4"/>
            <a:r>
              <a:t/>
            </a:r>
          </a:p>
        </p:txBody>
      </p:sp>
      <p:sp>
        <p:nvSpPr>
          <p:cNvPr id="1065" name="Text Placeholder 23"/>
          <p:cNvSpPr/>
          <p:nvPr>
            <p:ph type="body" sz="quarter" idx="22" hasCustomPrompt="1"/>
          </p:nvPr>
        </p:nvSpPr>
        <p:spPr>
          <a:xfrm>
            <a:off x="397192" y="1551884"/>
            <a:ext cx="5280819" cy="2907518"/>
          </a:xfrm>
          <a:prstGeom prst="rect">
            <a:avLst/>
          </a:prstGeom>
        </p:spPr>
        <p:txBody>
          <a:bodyPr/>
          <a:lstStyle>
            <a:lvl1pPr>
              <a:lnSpc>
                <a:spcPct val="100000"/>
              </a:lnSpc>
              <a:defRPr sz="4000"/>
            </a:lvl1pPr>
          </a:lstStyle>
          <a:p>
            <a:pPr/>
            <a:r>
              <a:t>A value prop in sentence case that is 12 words or less</a:t>
            </a:r>
          </a:p>
        </p:txBody>
      </p:sp>
      <p:sp>
        <p:nvSpPr>
          <p:cNvPr id="1066" name="Text Placeholder 23"/>
          <p:cNvSpPr/>
          <p:nvPr>
            <p:ph type="body" sz="quarter" idx="23" hasCustomPrompt="1"/>
          </p:nvPr>
        </p:nvSpPr>
        <p:spPr>
          <a:xfrm>
            <a:off x="397195" y="419100"/>
            <a:ext cx="5290750" cy="218511"/>
          </a:xfrm>
          <a:prstGeom prst="rect">
            <a:avLst/>
          </a:prstGeom>
        </p:spPr>
        <p:txBody>
          <a:bodyPr/>
          <a:lstStyle>
            <a:lvl1pPr>
              <a:defRPr cap="all" sz="1400">
                <a:solidFill>
                  <a:srgbClr val="B0BAC2"/>
                </a:solidFill>
                <a:latin typeface="Mona Sans Mono"/>
                <a:ea typeface="Mona Sans Mono"/>
                <a:cs typeface="Mona Sans Mono"/>
                <a:sym typeface="Mona Sans Mono"/>
              </a:defRPr>
            </a:lvl1pPr>
          </a:lstStyle>
          <a:p>
            <a:pPr/>
            <a:r>
              <a:t>Beta / Coming soon / GA / Q120XX</a:t>
            </a:r>
          </a:p>
        </p:txBody>
      </p:sp>
      <p:sp>
        <p:nvSpPr>
          <p:cNvPr id="10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Roadmap slide_1 feature stacked">
    <p:spTree>
      <p:nvGrpSpPr>
        <p:cNvPr id="1" name=""/>
        <p:cNvGrpSpPr/>
        <p:nvPr/>
      </p:nvGrpSpPr>
      <p:grpSpPr>
        <a:xfrm>
          <a:off x="0" y="0"/>
          <a:ext cx="0" cy="0"/>
          <a:chOff x="0" y="0"/>
          <a:chExt cx="0" cy="0"/>
        </a:xfrm>
      </p:grpSpPr>
      <p:grpSp>
        <p:nvGrpSpPr>
          <p:cNvPr id="1076" name="Rectangle 109"/>
          <p:cNvGrpSpPr/>
          <p:nvPr/>
        </p:nvGrpSpPr>
        <p:grpSpPr>
          <a:xfrm>
            <a:off x="12287632" y="5878297"/>
            <a:ext cx="710311" cy="979707"/>
            <a:chOff x="0" y="0"/>
            <a:chExt cx="710309" cy="979705"/>
          </a:xfrm>
        </p:grpSpPr>
        <p:sp>
          <p:nvSpPr>
            <p:cNvPr id="107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7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079" name="Rectangle 110"/>
          <p:cNvGrpSpPr/>
          <p:nvPr/>
        </p:nvGrpSpPr>
        <p:grpSpPr>
          <a:xfrm>
            <a:off x="12287631" y="4898603"/>
            <a:ext cx="710311" cy="979709"/>
            <a:chOff x="0" y="-1"/>
            <a:chExt cx="710309" cy="979708"/>
          </a:xfrm>
        </p:grpSpPr>
        <p:sp>
          <p:nvSpPr>
            <p:cNvPr id="107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7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082" name="Rectangle 111"/>
          <p:cNvGrpSpPr/>
          <p:nvPr/>
        </p:nvGrpSpPr>
        <p:grpSpPr>
          <a:xfrm>
            <a:off x="12287632" y="3918862"/>
            <a:ext cx="710311" cy="979706"/>
            <a:chOff x="0" y="0"/>
            <a:chExt cx="710309" cy="979705"/>
          </a:xfrm>
        </p:grpSpPr>
        <p:sp>
          <p:nvSpPr>
            <p:cNvPr id="108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8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085" name="Rectangle 112"/>
          <p:cNvGrpSpPr/>
          <p:nvPr/>
        </p:nvGrpSpPr>
        <p:grpSpPr>
          <a:xfrm>
            <a:off x="12287631" y="2939171"/>
            <a:ext cx="710311" cy="979707"/>
            <a:chOff x="0" y="0"/>
            <a:chExt cx="710309" cy="979705"/>
          </a:xfrm>
        </p:grpSpPr>
        <p:sp>
          <p:nvSpPr>
            <p:cNvPr id="108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8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088" name="Rectangle 113"/>
          <p:cNvGrpSpPr/>
          <p:nvPr/>
        </p:nvGrpSpPr>
        <p:grpSpPr>
          <a:xfrm>
            <a:off x="12287632" y="1959431"/>
            <a:ext cx="710311" cy="979707"/>
            <a:chOff x="0" y="0"/>
            <a:chExt cx="710309" cy="979705"/>
          </a:xfrm>
        </p:grpSpPr>
        <p:sp>
          <p:nvSpPr>
            <p:cNvPr id="108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8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091" name="Rectangle 114"/>
          <p:cNvGrpSpPr/>
          <p:nvPr/>
        </p:nvGrpSpPr>
        <p:grpSpPr>
          <a:xfrm>
            <a:off x="12287631" y="979736"/>
            <a:ext cx="710311" cy="979707"/>
            <a:chOff x="0" y="0"/>
            <a:chExt cx="710309" cy="979705"/>
          </a:xfrm>
        </p:grpSpPr>
        <p:sp>
          <p:nvSpPr>
            <p:cNvPr id="108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9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1094" name="Rectangle 115"/>
          <p:cNvGrpSpPr/>
          <p:nvPr/>
        </p:nvGrpSpPr>
        <p:grpSpPr>
          <a:xfrm>
            <a:off x="12287631" y="-2"/>
            <a:ext cx="710311" cy="979706"/>
            <a:chOff x="0" y="0"/>
            <a:chExt cx="710309" cy="979705"/>
          </a:xfrm>
        </p:grpSpPr>
        <p:sp>
          <p:nvSpPr>
            <p:cNvPr id="109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9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1097" name="Rectangle 118"/>
          <p:cNvGrpSpPr/>
          <p:nvPr/>
        </p:nvGrpSpPr>
        <p:grpSpPr>
          <a:xfrm>
            <a:off x="12997439" y="5715013"/>
            <a:ext cx="710311" cy="1142996"/>
            <a:chOff x="0" y="0"/>
            <a:chExt cx="710309" cy="1142994"/>
          </a:xfrm>
        </p:grpSpPr>
        <p:sp>
          <p:nvSpPr>
            <p:cNvPr id="109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1100" name="Rectangle 119"/>
          <p:cNvGrpSpPr/>
          <p:nvPr/>
        </p:nvGrpSpPr>
        <p:grpSpPr>
          <a:xfrm>
            <a:off x="12997439" y="4572032"/>
            <a:ext cx="710311" cy="1142996"/>
            <a:chOff x="0" y="0"/>
            <a:chExt cx="710309" cy="1142994"/>
          </a:xfrm>
        </p:grpSpPr>
        <p:sp>
          <p:nvSpPr>
            <p:cNvPr id="109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09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1103" name="Rectangle 120"/>
          <p:cNvGrpSpPr/>
          <p:nvPr/>
        </p:nvGrpSpPr>
        <p:grpSpPr>
          <a:xfrm>
            <a:off x="12997439" y="3428998"/>
            <a:ext cx="710311" cy="1142996"/>
            <a:chOff x="0" y="0"/>
            <a:chExt cx="710309" cy="1142994"/>
          </a:xfrm>
        </p:grpSpPr>
        <p:sp>
          <p:nvSpPr>
            <p:cNvPr id="110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0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1106" name="Rectangle 121"/>
          <p:cNvGrpSpPr/>
          <p:nvPr/>
        </p:nvGrpSpPr>
        <p:grpSpPr>
          <a:xfrm>
            <a:off x="12997439" y="2286017"/>
            <a:ext cx="710311" cy="1142996"/>
            <a:chOff x="0" y="0"/>
            <a:chExt cx="710309" cy="1142994"/>
          </a:xfrm>
        </p:grpSpPr>
        <p:sp>
          <p:nvSpPr>
            <p:cNvPr id="110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0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1109" name="Rectangle 122"/>
          <p:cNvGrpSpPr/>
          <p:nvPr/>
        </p:nvGrpSpPr>
        <p:grpSpPr>
          <a:xfrm>
            <a:off x="12997439" y="1142977"/>
            <a:ext cx="710311" cy="1142997"/>
            <a:chOff x="0" y="-1"/>
            <a:chExt cx="710309" cy="1142995"/>
          </a:xfrm>
        </p:grpSpPr>
        <p:sp>
          <p:nvSpPr>
            <p:cNvPr id="110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0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1112" name="Rectangle 123"/>
          <p:cNvGrpSpPr/>
          <p:nvPr/>
        </p:nvGrpSpPr>
        <p:grpSpPr>
          <a:xfrm>
            <a:off x="13706754" y="-2365"/>
            <a:ext cx="710311" cy="1142995"/>
            <a:chOff x="0" y="0"/>
            <a:chExt cx="710309" cy="1142994"/>
          </a:xfrm>
        </p:grpSpPr>
        <p:sp>
          <p:nvSpPr>
            <p:cNvPr id="111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1115" name="Rectangle 126"/>
          <p:cNvGrpSpPr/>
          <p:nvPr/>
        </p:nvGrpSpPr>
        <p:grpSpPr>
          <a:xfrm>
            <a:off x="13706756" y="5715013"/>
            <a:ext cx="710311" cy="1142996"/>
            <a:chOff x="0" y="0"/>
            <a:chExt cx="710309" cy="1142994"/>
          </a:xfrm>
        </p:grpSpPr>
        <p:sp>
          <p:nvSpPr>
            <p:cNvPr id="111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1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1118" name="Rectangle 127"/>
          <p:cNvGrpSpPr/>
          <p:nvPr/>
        </p:nvGrpSpPr>
        <p:grpSpPr>
          <a:xfrm>
            <a:off x="13706754" y="4572032"/>
            <a:ext cx="710311" cy="1142996"/>
            <a:chOff x="0" y="0"/>
            <a:chExt cx="710309" cy="1142994"/>
          </a:xfrm>
        </p:grpSpPr>
        <p:sp>
          <p:nvSpPr>
            <p:cNvPr id="111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1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1121" name="Rectangle 128"/>
          <p:cNvGrpSpPr/>
          <p:nvPr/>
        </p:nvGrpSpPr>
        <p:grpSpPr>
          <a:xfrm>
            <a:off x="12996453" y="-1157"/>
            <a:ext cx="710311" cy="1142995"/>
            <a:chOff x="0" y="0"/>
            <a:chExt cx="710309" cy="1142994"/>
          </a:xfrm>
        </p:grpSpPr>
        <p:sp>
          <p:nvSpPr>
            <p:cNvPr id="111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1124" name="Rectangle 129"/>
          <p:cNvGrpSpPr/>
          <p:nvPr/>
        </p:nvGrpSpPr>
        <p:grpSpPr>
          <a:xfrm>
            <a:off x="13706754" y="2286017"/>
            <a:ext cx="710311" cy="1142996"/>
            <a:chOff x="0" y="0"/>
            <a:chExt cx="710309" cy="1142994"/>
          </a:xfrm>
        </p:grpSpPr>
        <p:sp>
          <p:nvSpPr>
            <p:cNvPr id="112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2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1127" name="Rectangle 130"/>
          <p:cNvGrpSpPr/>
          <p:nvPr/>
        </p:nvGrpSpPr>
        <p:grpSpPr>
          <a:xfrm>
            <a:off x="13706756" y="1142977"/>
            <a:ext cx="710311" cy="1142997"/>
            <a:chOff x="0" y="-1"/>
            <a:chExt cx="710309" cy="1142995"/>
          </a:xfrm>
        </p:grpSpPr>
        <p:sp>
          <p:nvSpPr>
            <p:cNvPr id="112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2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1130" name="Rectangle 131"/>
          <p:cNvGrpSpPr/>
          <p:nvPr/>
        </p:nvGrpSpPr>
        <p:grpSpPr>
          <a:xfrm>
            <a:off x="13706754" y="3427836"/>
            <a:ext cx="710311" cy="1142996"/>
            <a:chOff x="0" y="0"/>
            <a:chExt cx="710309" cy="1142994"/>
          </a:xfrm>
        </p:grpSpPr>
        <p:sp>
          <p:nvSpPr>
            <p:cNvPr id="112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1131" name="Picture 1" descr="Picture 1"/>
          <p:cNvPicPr>
            <a:picLocks noChangeAspect="1"/>
          </p:cNvPicPr>
          <p:nvPr/>
        </p:nvPicPr>
        <p:blipFill>
          <a:blip r:embed="rId2">
            <a:extLst/>
          </a:blip>
          <a:srcRect l="0" t="8462" r="0" b="8461"/>
          <a:stretch>
            <a:fillRect/>
          </a:stretch>
        </p:blipFill>
        <p:spPr>
          <a:xfrm>
            <a:off x="-65" y="2627377"/>
            <a:ext cx="12188954" cy="4229733"/>
          </a:xfrm>
          <a:prstGeom prst="rect">
            <a:avLst/>
          </a:prstGeom>
          <a:ln w="12700">
            <a:miter lim="400000"/>
          </a:ln>
        </p:spPr>
      </p:pic>
      <p:sp>
        <p:nvSpPr>
          <p:cNvPr id="1132" name="Picture Placeholder 20"/>
          <p:cNvSpPr/>
          <p:nvPr>
            <p:ph type="pic" idx="21"/>
          </p:nvPr>
        </p:nvSpPr>
        <p:spPr>
          <a:xfrm>
            <a:off x="769619" y="3147472"/>
            <a:ext cx="10652761" cy="6428741"/>
          </a:xfrm>
          <a:prstGeom prst="rect">
            <a:avLst/>
          </a:prstGeom>
        </p:spPr>
        <p:txBody>
          <a:bodyPr lIns="91439" tIns="45719" rIns="91439" bIns="45719">
            <a:noAutofit/>
          </a:bodyPr>
          <a:lstStyle/>
          <a:p>
            <a:pPr/>
          </a:p>
        </p:txBody>
      </p:sp>
      <p:sp>
        <p:nvSpPr>
          <p:cNvPr id="1133" name="Rectangle 3"/>
          <p:cNvSpPr/>
          <p:nvPr/>
        </p:nvSpPr>
        <p:spPr>
          <a:xfrm>
            <a:off x="-66" y="2627376"/>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134" name="Body Level One…"/>
          <p:cNvSpPr txBox="1"/>
          <p:nvPr>
            <p:ph type="body" sz="quarter" idx="1" hasCustomPrompt="1"/>
          </p:nvPr>
        </p:nvSpPr>
        <p:spPr>
          <a:xfrm>
            <a:off x="3449037" y="192961"/>
            <a:ext cx="5290754" cy="448552"/>
          </a:xfrm>
          <a:prstGeom prst="rect">
            <a:avLst/>
          </a:prstGeom>
        </p:spPr>
        <p:txBody>
          <a:bodyPr anchor="ctr"/>
          <a:lstStyle>
            <a:lvl1pPr algn="ctr">
              <a:defRPr cap="all" sz="1400">
                <a:solidFill>
                  <a:srgbClr val="B0BAC2"/>
                </a:solidFill>
                <a:latin typeface="Mona Sans Mono"/>
                <a:ea typeface="Mona Sans Mono"/>
                <a:cs typeface="Mona Sans Mono"/>
                <a:sym typeface="Mona Sans Mono"/>
              </a:defRPr>
            </a:lvl1pPr>
            <a:lvl2pPr algn="ctr">
              <a:defRPr cap="all" sz="1400">
                <a:solidFill>
                  <a:srgbClr val="B0BAC2"/>
                </a:solidFill>
                <a:latin typeface="Mona Sans Mono"/>
                <a:ea typeface="Mona Sans Mono"/>
                <a:cs typeface="Mona Sans Mono"/>
                <a:sym typeface="Mona Sans Mono"/>
              </a:defRPr>
            </a:lvl2pPr>
            <a:lvl3pPr algn="ctr">
              <a:defRPr cap="all" sz="1400">
                <a:solidFill>
                  <a:srgbClr val="B0BAC2"/>
                </a:solidFill>
                <a:latin typeface="Mona Sans Mono"/>
                <a:ea typeface="Mona Sans Mono"/>
                <a:cs typeface="Mona Sans Mono"/>
                <a:sym typeface="Mona Sans Mono"/>
              </a:defRPr>
            </a:lvl3pPr>
            <a:lvl4pPr algn="ctr">
              <a:defRPr cap="all" sz="1400">
                <a:solidFill>
                  <a:srgbClr val="B0BAC2"/>
                </a:solidFill>
                <a:latin typeface="Mona Sans Mono"/>
                <a:ea typeface="Mona Sans Mono"/>
                <a:cs typeface="Mona Sans Mono"/>
                <a:sym typeface="Mona Sans Mono"/>
              </a:defRPr>
            </a:lvl4pPr>
            <a:lvl5pPr algn="ctr">
              <a:defRPr cap="all" sz="1400">
                <a:solidFill>
                  <a:srgbClr val="B0BAC2"/>
                </a:solidFill>
                <a:latin typeface="Mona Sans Mono"/>
                <a:ea typeface="Mona Sans Mono"/>
                <a:cs typeface="Mona Sans Mono"/>
                <a:sym typeface="Mona Sans Mono"/>
              </a:defRPr>
            </a:lvl5pPr>
          </a:lstStyle>
          <a:p>
            <a:pPr/>
            <a:r>
              <a:t>Beta / Coming soon / GA / Q120XX</a:t>
            </a:r>
          </a:p>
          <a:p>
            <a:pPr lvl="1"/>
            <a:r>
              <a:t/>
            </a:r>
          </a:p>
          <a:p>
            <a:pPr lvl="2"/>
            <a:r>
              <a:t/>
            </a:r>
          </a:p>
          <a:p>
            <a:pPr lvl="3"/>
            <a:r>
              <a:t/>
            </a:r>
          </a:p>
          <a:p>
            <a:pPr lvl="4"/>
            <a:r>
              <a:t/>
            </a:r>
          </a:p>
        </p:txBody>
      </p:sp>
      <p:sp>
        <p:nvSpPr>
          <p:cNvPr id="1135" name="Text Placeholder 23"/>
          <p:cNvSpPr/>
          <p:nvPr>
            <p:ph type="body" sz="quarter" idx="22" hasCustomPrompt="1"/>
          </p:nvPr>
        </p:nvSpPr>
        <p:spPr>
          <a:xfrm>
            <a:off x="2336164" y="1185899"/>
            <a:ext cx="7516495" cy="1226593"/>
          </a:xfrm>
          <a:prstGeom prst="rect">
            <a:avLst/>
          </a:prstGeom>
        </p:spPr>
        <p:txBody>
          <a:bodyPr anchor="ctr"/>
          <a:lstStyle>
            <a:lvl1pPr algn="ctr">
              <a:lnSpc>
                <a:spcPct val="100000"/>
              </a:lnSpc>
              <a:defRPr sz="4000"/>
            </a:lvl1pPr>
          </a:lstStyle>
          <a:p>
            <a:pPr/>
            <a:r>
              <a:t>A value prop in sentence case that is 12 words or less</a:t>
            </a:r>
          </a:p>
        </p:txBody>
      </p:sp>
      <p:sp>
        <p:nvSpPr>
          <p:cNvPr id="11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Roadmap slide_1 feature stacked reversed">
    <p:spTree>
      <p:nvGrpSpPr>
        <p:cNvPr id="1" name=""/>
        <p:cNvGrpSpPr/>
        <p:nvPr/>
      </p:nvGrpSpPr>
      <p:grpSpPr>
        <a:xfrm>
          <a:off x="0" y="0"/>
          <a:ext cx="0" cy="0"/>
          <a:chOff x="0" y="0"/>
          <a:chExt cx="0" cy="0"/>
        </a:xfrm>
      </p:grpSpPr>
      <p:grpSp>
        <p:nvGrpSpPr>
          <p:cNvPr id="1145" name="Rectangle 109"/>
          <p:cNvGrpSpPr/>
          <p:nvPr/>
        </p:nvGrpSpPr>
        <p:grpSpPr>
          <a:xfrm>
            <a:off x="12287632" y="5878297"/>
            <a:ext cx="710311" cy="979707"/>
            <a:chOff x="0" y="0"/>
            <a:chExt cx="710309" cy="979705"/>
          </a:xfrm>
        </p:grpSpPr>
        <p:sp>
          <p:nvSpPr>
            <p:cNvPr id="1143"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4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148" name="Rectangle 110"/>
          <p:cNvGrpSpPr/>
          <p:nvPr/>
        </p:nvGrpSpPr>
        <p:grpSpPr>
          <a:xfrm>
            <a:off x="12287631" y="4898603"/>
            <a:ext cx="710311" cy="979709"/>
            <a:chOff x="0" y="-1"/>
            <a:chExt cx="710309" cy="979708"/>
          </a:xfrm>
        </p:grpSpPr>
        <p:sp>
          <p:nvSpPr>
            <p:cNvPr id="1146"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47"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151" name="Rectangle 111"/>
          <p:cNvGrpSpPr/>
          <p:nvPr/>
        </p:nvGrpSpPr>
        <p:grpSpPr>
          <a:xfrm>
            <a:off x="12287632" y="3918862"/>
            <a:ext cx="710311" cy="979706"/>
            <a:chOff x="0" y="0"/>
            <a:chExt cx="710309" cy="979705"/>
          </a:xfrm>
        </p:grpSpPr>
        <p:sp>
          <p:nvSpPr>
            <p:cNvPr id="1149"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5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154" name="Rectangle 112"/>
          <p:cNvGrpSpPr/>
          <p:nvPr/>
        </p:nvGrpSpPr>
        <p:grpSpPr>
          <a:xfrm>
            <a:off x="12287631" y="2939171"/>
            <a:ext cx="710311" cy="979707"/>
            <a:chOff x="0" y="0"/>
            <a:chExt cx="710309" cy="979705"/>
          </a:xfrm>
        </p:grpSpPr>
        <p:sp>
          <p:nvSpPr>
            <p:cNvPr id="1152"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5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157" name="Rectangle 113"/>
          <p:cNvGrpSpPr/>
          <p:nvPr/>
        </p:nvGrpSpPr>
        <p:grpSpPr>
          <a:xfrm>
            <a:off x="12287632" y="1959431"/>
            <a:ext cx="710311" cy="979707"/>
            <a:chOff x="0" y="0"/>
            <a:chExt cx="710309" cy="979705"/>
          </a:xfrm>
        </p:grpSpPr>
        <p:sp>
          <p:nvSpPr>
            <p:cNvPr id="1155"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5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160" name="Rectangle 114"/>
          <p:cNvGrpSpPr/>
          <p:nvPr/>
        </p:nvGrpSpPr>
        <p:grpSpPr>
          <a:xfrm>
            <a:off x="12287631" y="979736"/>
            <a:ext cx="710311" cy="979707"/>
            <a:chOff x="0" y="0"/>
            <a:chExt cx="710309" cy="979705"/>
          </a:xfrm>
        </p:grpSpPr>
        <p:sp>
          <p:nvSpPr>
            <p:cNvPr id="1158"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59"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1163" name="Rectangle 115"/>
          <p:cNvGrpSpPr/>
          <p:nvPr/>
        </p:nvGrpSpPr>
        <p:grpSpPr>
          <a:xfrm>
            <a:off x="12287631" y="-2"/>
            <a:ext cx="710311" cy="979706"/>
            <a:chOff x="0" y="0"/>
            <a:chExt cx="710309" cy="979705"/>
          </a:xfrm>
        </p:grpSpPr>
        <p:sp>
          <p:nvSpPr>
            <p:cNvPr id="1161"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6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1166" name="Rectangle 118"/>
          <p:cNvGrpSpPr/>
          <p:nvPr/>
        </p:nvGrpSpPr>
        <p:grpSpPr>
          <a:xfrm>
            <a:off x="12997439" y="5715013"/>
            <a:ext cx="710311" cy="1142996"/>
            <a:chOff x="0" y="0"/>
            <a:chExt cx="710309" cy="1142994"/>
          </a:xfrm>
        </p:grpSpPr>
        <p:sp>
          <p:nvSpPr>
            <p:cNvPr id="1164"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6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1169" name="Rectangle 119"/>
          <p:cNvGrpSpPr/>
          <p:nvPr/>
        </p:nvGrpSpPr>
        <p:grpSpPr>
          <a:xfrm>
            <a:off x="12997439" y="4572032"/>
            <a:ext cx="710311" cy="1142996"/>
            <a:chOff x="0" y="0"/>
            <a:chExt cx="710309" cy="1142994"/>
          </a:xfrm>
        </p:grpSpPr>
        <p:sp>
          <p:nvSpPr>
            <p:cNvPr id="1167"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6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1172" name="Rectangle 120"/>
          <p:cNvGrpSpPr/>
          <p:nvPr/>
        </p:nvGrpSpPr>
        <p:grpSpPr>
          <a:xfrm>
            <a:off x="12997439" y="3428998"/>
            <a:ext cx="710311" cy="1142996"/>
            <a:chOff x="0" y="0"/>
            <a:chExt cx="710309" cy="1142994"/>
          </a:xfrm>
        </p:grpSpPr>
        <p:sp>
          <p:nvSpPr>
            <p:cNvPr id="1170"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7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1175" name="Rectangle 121"/>
          <p:cNvGrpSpPr/>
          <p:nvPr/>
        </p:nvGrpSpPr>
        <p:grpSpPr>
          <a:xfrm>
            <a:off x="12997439" y="2286017"/>
            <a:ext cx="710311" cy="1142996"/>
            <a:chOff x="0" y="0"/>
            <a:chExt cx="710309" cy="1142994"/>
          </a:xfrm>
        </p:grpSpPr>
        <p:sp>
          <p:nvSpPr>
            <p:cNvPr id="1173"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7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1178" name="Rectangle 122"/>
          <p:cNvGrpSpPr/>
          <p:nvPr/>
        </p:nvGrpSpPr>
        <p:grpSpPr>
          <a:xfrm>
            <a:off x="12997439" y="1142977"/>
            <a:ext cx="710311" cy="1142997"/>
            <a:chOff x="0" y="-1"/>
            <a:chExt cx="710309" cy="1142995"/>
          </a:xfrm>
        </p:grpSpPr>
        <p:sp>
          <p:nvSpPr>
            <p:cNvPr id="1176"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7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1181" name="Rectangle 123"/>
          <p:cNvGrpSpPr/>
          <p:nvPr/>
        </p:nvGrpSpPr>
        <p:grpSpPr>
          <a:xfrm>
            <a:off x="13706754" y="-2365"/>
            <a:ext cx="710311" cy="1142995"/>
            <a:chOff x="0" y="0"/>
            <a:chExt cx="710309" cy="1142994"/>
          </a:xfrm>
        </p:grpSpPr>
        <p:sp>
          <p:nvSpPr>
            <p:cNvPr id="1179"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8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1184" name="Rectangle 126"/>
          <p:cNvGrpSpPr/>
          <p:nvPr/>
        </p:nvGrpSpPr>
        <p:grpSpPr>
          <a:xfrm>
            <a:off x="13706756" y="5715013"/>
            <a:ext cx="710311" cy="1142996"/>
            <a:chOff x="0" y="0"/>
            <a:chExt cx="710309" cy="1142994"/>
          </a:xfrm>
        </p:grpSpPr>
        <p:sp>
          <p:nvSpPr>
            <p:cNvPr id="1182"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1187" name="Rectangle 127"/>
          <p:cNvGrpSpPr/>
          <p:nvPr/>
        </p:nvGrpSpPr>
        <p:grpSpPr>
          <a:xfrm>
            <a:off x="13706754" y="4572032"/>
            <a:ext cx="710311" cy="1142996"/>
            <a:chOff x="0" y="0"/>
            <a:chExt cx="710309" cy="1142994"/>
          </a:xfrm>
        </p:grpSpPr>
        <p:sp>
          <p:nvSpPr>
            <p:cNvPr id="1185"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1190" name="Rectangle 128"/>
          <p:cNvGrpSpPr/>
          <p:nvPr/>
        </p:nvGrpSpPr>
        <p:grpSpPr>
          <a:xfrm>
            <a:off x="12996453" y="-1157"/>
            <a:ext cx="710311" cy="1142995"/>
            <a:chOff x="0" y="0"/>
            <a:chExt cx="710309" cy="1142994"/>
          </a:xfrm>
        </p:grpSpPr>
        <p:sp>
          <p:nvSpPr>
            <p:cNvPr id="1188"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8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1193" name="Rectangle 129"/>
          <p:cNvGrpSpPr/>
          <p:nvPr/>
        </p:nvGrpSpPr>
        <p:grpSpPr>
          <a:xfrm>
            <a:off x="13706754" y="2286017"/>
            <a:ext cx="710311" cy="1142996"/>
            <a:chOff x="0" y="0"/>
            <a:chExt cx="710309" cy="1142994"/>
          </a:xfrm>
        </p:grpSpPr>
        <p:sp>
          <p:nvSpPr>
            <p:cNvPr id="1191"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9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1196" name="Rectangle 130"/>
          <p:cNvGrpSpPr/>
          <p:nvPr/>
        </p:nvGrpSpPr>
        <p:grpSpPr>
          <a:xfrm>
            <a:off x="13706756" y="1142977"/>
            <a:ext cx="710311" cy="1142997"/>
            <a:chOff x="0" y="-1"/>
            <a:chExt cx="710309" cy="1142995"/>
          </a:xfrm>
        </p:grpSpPr>
        <p:sp>
          <p:nvSpPr>
            <p:cNvPr id="1194"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9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1199" name="Rectangle 131"/>
          <p:cNvGrpSpPr/>
          <p:nvPr/>
        </p:nvGrpSpPr>
        <p:grpSpPr>
          <a:xfrm>
            <a:off x="13706754" y="3427836"/>
            <a:ext cx="710311" cy="1142996"/>
            <a:chOff x="0" y="0"/>
            <a:chExt cx="710309" cy="1142994"/>
          </a:xfrm>
        </p:grpSpPr>
        <p:sp>
          <p:nvSpPr>
            <p:cNvPr id="1197"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19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1200" name="Picture 1" descr="Picture 1"/>
          <p:cNvPicPr>
            <a:picLocks noChangeAspect="1"/>
          </p:cNvPicPr>
          <p:nvPr/>
        </p:nvPicPr>
        <p:blipFill>
          <a:blip r:embed="rId2">
            <a:extLst/>
          </a:blip>
          <a:srcRect l="0" t="8044" r="0" b="8043"/>
          <a:stretch>
            <a:fillRect/>
          </a:stretch>
        </p:blipFill>
        <p:spPr>
          <a:xfrm>
            <a:off x="-65" y="0"/>
            <a:ext cx="12188954" cy="4229734"/>
          </a:xfrm>
          <a:prstGeom prst="rect">
            <a:avLst/>
          </a:prstGeom>
          <a:ln w="12700">
            <a:miter lim="400000"/>
          </a:ln>
        </p:spPr>
      </p:pic>
      <p:sp>
        <p:nvSpPr>
          <p:cNvPr id="1201" name="Rectangle 2"/>
          <p:cNvSpPr/>
          <p:nvPr/>
        </p:nvSpPr>
        <p:spPr>
          <a:xfrm>
            <a:off x="-66" y="4228207"/>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202" name="Body Level One…"/>
          <p:cNvSpPr txBox="1"/>
          <p:nvPr>
            <p:ph type="body" sz="quarter" idx="1" hasCustomPrompt="1"/>
          </p:nvPr>
        </p:nvSpPr>
        <p:spPr>
          <a:xfrm>
            <a:off x="3449037" y="4447968"/>
            <a:ext cx="5290754" cy="448554"/>
          </a:xfrm>
          <a:prstGeom prst="rect">
            <a:avLst/>
          </a:prstGeom>
        </p:spPr>
        <p:txBody>
          <a:bodyPr anchor="ctr"/>
          <a:lstStyle>
            <a:lvl1pPr algn="ctr">
              <a:defRPr cap="all" sz="1400">
                <a:solidFill>
                  <a:srgbClr val="B0BAC2"/>
                </a:solidFill>
                <a:latin typeface="Mona Sans Mono"/>
                <a:ea typeface="Mona Sans Mono"/>
                <a:cs typeface="Mona Sans Mono"/>
                <a:sym typeface="Mona Sans Mono"/>
              </a:defRPr>
            </a:lvl1pPr>
            <a:lvl2pPr algn="ctr">
              <a:defRPr cap="all" sz="1400">
                <a:solidFill>
                  <a:srgbClr val="B0BAC2"/>
                </a:solidFill>
                <a:latin typeface="Mona Sans Mono"/>
                <a:ea typeface="Mona Sans Mono"/>
                <a:cs typeface="Mona Sans Mono"/>
                <a:sym typeface="Mona Sans Mono"/>
              </a:defRPr>
            </a:lvl2pPr>
            <a:lvl3pPr algn="ctr">
              <a:defRPr cap="all" sz="1400">
                <a:solidFill>
                  <a:srgbClr val="B0BAC2"/>
                </a:solidFill>
                <a:latin typeface="Mona Sans Mono"/>
                <a:ea typeface="Mona Sans Mono"/>
                <a:cs typeface="Mona Sans Mono"/>
                <a:sym typeface="Mona Sans Mono"/>
              </a:defRPr>
            </a:lvl3pPr>
            <a:lvl4pPr algn="ctr">
              <a:defRPr cap="all" sz="1400">
                <a:solidFill>
                  <a:srgbClr val="B0BAC2"/>
                </a:solidFill>
                <a:latin typeface="Mona Sans Mono"/>
                <a:ea typeface="Mona Sans Mono"/>
                <a:cs typeface="Mona Sans Mono"/>
                <a:sym typeface="Mona Sans Mono"/>
              </a:defRPr>
            </a:lvl4pPr>
            <a:lvl5pPr algn="ctr">
              <a:defRPr cap="all" sz="1400">
                <a:solidFill>
                  <a:srgbClr val="B0BAC2"/>
                </a:solidFill>
                <a:latin typeface="Mona Sans Mono"/>
                <a:ea typeface="Mona Sans Mono"/>
                <a:cs typeface="Mona Sans Mono"/>
                <a:sym typeface="Mona Sans Mono"/>
              </a:defRPr>
            </a:lvl5pPr>
          </a:lstStyle>
          <a:p>
            <a:pPr/>
            <a:r>
              <a:t>Beta / Coming soon / GA / Q120XX</a:t>
            </a:r>
          </a:p>
          <a:p>
            <a:pPr lvl="1"/>
            <a:r>
              <a:t/>
            </a:r>
          </a:p>
          <a:p>
            <a:pPr lvl="2"/>
            <a:r>
              <a:t/>
            </a:r>
          </a:p>
          <a:p>
            <a:pPr lvl="3"/>
            <a:r>
              <a:t/>
            </a:r>
          </a:p>
          <a:p>
            <a:pPr lvl="4"/>
            <a:r>
              <a:t/>
            </a:r>
          </a:p>
        </p:txBody>
      </p:sp>
      <p:sp>
        <p:nvSpPr>
          <p:cNvPr id="1203" name="Text Placeholder 23"/>
          <p:cNvSpPr/>
          <p:nvPr>
            <p:ph type="body" sz="quarter" idx="21" hasCustomPrompt="1"/>
          </p:nvPr>
        </p:nvSpPr>
        <p:spPr>
          <a:xfrm>
            <a:off x="2336164" y="5440907"/>
            <a:ext cx="7516495" cy="1226593"/>
          </a:xfrm>
          <a:prstGeom prst="rect">
            <a:avLst/>
          </a:prstGeom>
        </p:spPr>
        <p:txBody>
          <a:bodyPr anchor="ctr"/>
          <a:lstStyle>
            <a:lvl1pPr algn="ctr">
              <a:lnSpc>
                <a:spcPct val="100000"/>
              </a:lnSpc>
              <a:defRPr sz="4000"/>
            </a:lvl1pPr>
          </a:lstStyle>
          <a:p>
            <a:pPr/>
            <a:r>
              <a:t>A value prop in sentence case that is 12 words or less</a:t>
            </a:r>
          </a:p>
        </p:txBody>
      </p:sp>
      <p:sp>
        <p:nvSpPr>
          <p:cNvPr id="1204" name="Picture Placeholder 20"/>
          <p:cNvSpPr/>
          <p:nvPr>
            <p:ph type="pic" idx="22"/>
          </p:nvPr>
        </p:nvSpPr>
        <p:spPr>
          <a:xfrm>
            <a:off x="768030" y="-2714121"/>
            <a:ext cx="10652763" cy="6428743"/>
          </a:xfrm>
          <a:prstGeom prst="rect">
            <a:avLst/>
          </a:prstGeom>
        </p:spPr>
        <p:txBody>
          <a:bodyPr lIns="91439" tIns="45719" rIns="91439" bIns="45719">
            <a:noAutofit/>
          </a:bodyPr>
          <a:lstStyle/>
          <a:p>
            <a:pPr/>
          </a:p>
        </p:txBody>
      </p:sp>
      <p:sp>
        <p:nvSpPr>
          <p:cNvPr id="120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Roadmap slide_2 features">
    <p:spTree>
      <p:nvGrpSpPr>
        <p:cNvPr id="1" name=""/>
        <p:cNvGrpSpPr/>
        <p:nvPr/>
      </p:nvGrpSpPr>
      <p:grpSpPr>
        <a:xfrm>
          <a:off x="0" y="0"/>
          <a:ext cx="0" cy="0"/>
          <a:chOff x="0" y="0"/>
          <a:chExt cx="0" cy="0"/>
        </a:xfrm>
      </p:grpSpPr>
      <p:grpSp>
        <p:nvGrpSpPr>
          <p:cNvPr id="1214" name="Rectangle 109"/>
          <p:cNvGrpSpPr/>
          <p:nvPr/>
        </p:nvGrpSpPr>
        <p:grpSpPr>
          <a:xfrm>
            <a:off x="12287632" y="5878297"/>
            <a:ext cx="710311" cy="979707"/>
            <a:chOff x="0" y="0"/>
            <a:chExt cx="710309" cy="979705"/>
          </a:xfrm>
        </p:grpSpPr>
        <p:sp>
          <p:nvSpPr>
            <p:cNvPr id="1212"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1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217" name="Rectangle 110"/>
          <p:cNvGrpSpPr/>
          <p:nvPr/>
        </p:nvGrpSpPr>
        <p:grpSpPr>
          <a:xfrm>
            <a:off x="12287631" y="4898603"/>
            <a:ext cx="710311" cy="979709"/>
            <a:chOff x="0" y="-1"/>
            <a:chExt cx="710309" cy="979708"/>
          </a:xfrm>
        </p:grpSpPr>
        <p:sp>
          <p:nvSpPr>
            <p:cNvPr id="1215"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16"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220" name="Rectangle 111"/>
          <p:cNvGrpSpPr/>
          <p:nvPr/>
        </p:nvGrpSpPr>
        <p:grpSpPr>
          <a:xfrm>
            <a:off x="12287632" y="3918862"/>
            <a:ext cx="710311" cy="979706"/>
            <a:chOff x="0" y="0"/>
            <a:chExt cx="710309" cy="979705"/>
          </a:xfrm>
        </p:grpSpPr>
        <p:sp>
          <p:nvSpPr>
            <p:cNvPr id="1218"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1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223" name="Rectangle 112"/>
          <p:cNvGrpSpPr/>
          <p:nvPr/>
        </p:nvGrpSpPr>
        <p:grpSpPr>
          <a:xfrm>
            <a:off x="12287631" y="2939171"/>
            <a:ext cx="710311" cy="979707"/>
            <a:chOff x="0" y="0"/>
            <a:chExt cx="710309" cy="979705"/>
          </a:xfrm>
        </p:grpSpPr>
        <p:sp>
          <p:nvSpPr>
            <p:cNvPr id="1221"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2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226" name="Rectangle 113"/>
          <p:cNvGrpSpPr/>
          <p:nvPr/>
        </p:nvGrpSpPr>
        <p:grpSpPr>
          <a:xfrm>
            <a:off x="12287632" y="1959431"/>
            <a:ext cx="710311" cy="979707"/>
            <a:chOff x="0" y="0"/>
            <a:chExt cx="710309" cy="979705"/>
          </a:xfrm>
        </p:grpSpPr>
        <p:sp>
          <p:nvSpPr>
            <p:cNvPr id="1224"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2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229" name="Rectangle 114"/>
          <p:cNvGrpSpPr/>
          <p:nvPr/>
        </p:nvGrpSpPr>
        <p:grpSpPr>
          <a:xfrm>
            <a:off x="12287631" y="979736"/>
            <a:ext cx="710311" cy="979707"/>
            <a:chOff x="0" y="0"/>
            <a:chExt cx="710309" cy="979705"/>
          </a:xfrm>
        </p:grpSpPr>
        <p:sp>
          <p:nvSpPr>
            <p:cNvPr id="1227"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28"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1232" name="Rectangle 115"/>
          <p:cNvGrpSpPr/>
          <p:nvPr/>
        </p:nvGrpSpPr>
        <p:grpSpPr>
          <a:xfrm>
            <a:off x="12287631" y="-2"/>
            <a:ext cx="710311" cy="979706"/>
            <a:chOff x="0" y="0"/>
            <a:chExt cx="710309" cy="979705"/>
          </a:xfrm>
        </p:grpSpPr>
        <p:sp>
          <p:nvSpPr>
            <p:cNvPr id="1230"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3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1235" name="Rectangle 118"/>
          <p:cNvGrpSpPr/>
          <p:nvPr/>
        </p:nvGrpSpPr>
        <p:grpSpPr>
          <a:xfrm>
            <a:off x="12997439" y="5715013"/>
            <a:ext cx="710311" cy="1142996"/>
            <a:chOff x="0" y="0"/>
            <a:chExt cx="710309" cy="1142994"/>
          </a:xfrm>
        </p:grpSpPr>
        <p:sp>
          <p:nvSpPr>
            <p:cNvPr id="1233"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3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1238" name="Rectangle 119"/>
          <p:cNvGrpSpPr/>
          <p:nvPr/>
        </p:nvGrpSpPr>
        <p:grpSpPr>
          <a:xfrm>
            <a:off x="12997439" y="4572032"/>
            <a:ext cx="710311" cy="1142996"/>
            <a:chOff x="0" y="0"/>
            <a:chExt cx="710309" cy="1142994"/>
          </a:xfrm>
        </p:grpSpPr>
        <p:sp>
          <p:nvSpPr>
            <p:cNvPr id="1236"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3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1241" name="Rectangle 120"/>
          <p:cNvGrpSpPr/>
          <p:nvPr/>
        </p:nvGrpSpPr>
        <p:grpSpPr>
          <a:xfrm>
            <a:off x="12997439" y="3428998"/>
            <a:ext cx="710311" cy="1142996"/>
            <a:chOff x="0" y="0"/>
            <a:chExt cx="710309" cy="1142994"/>
          </a:xfrm>
        </p:grpSpPr>
        <p:sp>
          <p:nvSpPr>
            <p:cNvPr id="1239"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4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1244" name="Rectangle 121"/>
          <p:cNvGrpSpPr/>
          <p:nvPr/>
        </p:nvGrpSpPr>
        <p:grpSpPr>
          <a:xfrm>
            <a:off x="12997439" y="2286017"/>
            <a:ext cx="710311" cy="1142996"/>
            <a:chOff x="0" y="0"/>
            <a:chExt cx="710309" cy="1142994"/>
          </a:xfrm>
        </p:grpSpPr>
        <p:sp>
          <p:nvSpPr>
            <p:cNvPr id="1242"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4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1247" name="Rectangle 122"/>
          <p:cNvGrpSpPr/>
          <p:nvPr/>
        </p:nvGrpSpPr>
        <p:grpSpPr>
          <a:xfrm>
            <a:off x="12997439" y="1142977"/>
            <a:ext cx="710311" cy="1142997"/>
            <a:chOff x="0" y="-1"/>
            <a:chExt cx="710309" cy="1142995"/>
          </a:xfrm>
        </p:grpSpPr>
        <p:sp>
          <p:nvSpPr>
            <p:cNvPr id="1245"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4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1250" name="Rectangle 123"/>
          <p:cNvGrpSpPr/>
          <p:nvPr/>
        </p:nvGrpSpPr>
        <p:grpSpPr>
          <a:xfrm>
            <a:off x="13706754" y="-2365"/>
            <a:ext cx="710311" cy="1142995"/>
            <a:chOff x="0" y="0"/>
            <a:chExt cx="710309" cy="1142994"/>
          </a:xfrm>
        </p:grpSpPr>
        <p:sp>
          <p:nvSpPr>
            <p:cNvPr id="1248"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4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1253" name="Rectangle 126"/>
          <p:cNvGrpSpPr/>
          <p:nvPr/>
        </p:nvGrpSpPr>
        <p:grpSpPr>
          <a:xfrm>
            <a:off x="13706756" y="5715013"/>
            <a:ext cx="710311" cy="1142996"/>
            <a:chOff x="0" y="0"/>
            <a:chExt cx="710309" cy="1142994"/>
          </a:xfrm>
        </p:grpSpPr>
        <p:sp>
          <p:nvSpPr>
            <p:cNvPr id="1251"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5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1256" name="Rectangle 127"/>
          <p:cNvGrpSpPr/>
          <p:nvPr/>
        </p:nvGrpSpPr>
        <p:grpSpPr>
          <a:xfrm>
            <a:off x="13706754" y="4572032"/>
            <a:ext cx="710311" cy="1142996"/>
            <a:chOff x="0" y="0"/>
            <a:chExt cx="710309" cy="1142994"/>
          </a:xfrm>
        </p:grpSpPr>
        <p:sp>
          <p:nvSpPr>
            <p:cNvPr id="1254"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5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1259" name="Rectangle 128"/>
          <p:cNvGrpSpPr/>
          <p:nvPr/>
        </p:nvGrpSpPr>
        <p:grpSpPr>
          <a:xfrm>
            <a:off x="12996453" y="-1157"/>
            <a:ext cx="710311" cy="1142995"/>
            <a:chOff x="0" y="0"/>
            <a:chExt cx="710309" cy="1142994"/>
          </a:xfrm>
        </p:grpSpPr>
        <p:sp>
          <p:nvSpPr>
            <p:cNvPr id="1257"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5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1262" name="Rectangle 129"/>
          <p:cNvGrpSpPr/>
          <p:nvPr/>
        </p:nvGrpSpPr>
        <p:grpSpPr>
          <a:xfrm>
            <a:off x="13706754" y="2286017"/>
            <a:ext cx="710311" cy="1142996"/>
            <a:chOff x="0" y="0"/>
            <a:chExt cx="710309" cy="1142994"/>
          </a:xfrm>
        </p:grpSpPr>
        <p:sp>
          <p:nvSpPr>
            <p:cNvPr id="1260"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1265" name="Rectangle 130"/>
          <p:cNvGrpSpPr/>
          <p:nvPr/>
        </p:nvGrpSpPr>
        <p:grpSpPr>
          <a:xfrm>
            <a:off x="13706756" y="1142977"/>
            <a:ext cx="710311" cy="1142997"/>
            <a:chOff x="0" y="-1"/>
            <a:chExt cx="710309" cy="1142995"/>
          </a:xfrm>
        </p:grpSpPr>
        <p:sp>
          <p:nvSpPr>
            <p:cNvPr id="1263"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6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1268" name="Rectangle 131"/>
          <p:cNvGrpSpPr/>
          <p:nvPr/>
        </p:nvGrpSpPr>
        <p:grpSpPr>
          <a:xfrm>
            <a:off x="13706754" y="3427836"/>
            <a:ext cx="710311" cy="1142996"/>
            <a:chOff x="0" y="0"/>
            <a:chExt cx="710309" cy="1142994"/>
          </a:xfrm>
        </p:grpSpPr>
        <p:sp>
          <p:nvSpPr>
            <p:cNvPr id="1266"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6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1269" name="Picture 2" descr="Picture 2"/>
          <p:cNvPicPr>
            <a:picLocks noChangeAspect="1"/>
          </p:cNvPicPr>
          <p:nvPr/>
        </p:nvPicPr>
        <p:blipFill>
          <a:blip r:embed="rId2">
            <a:extLst/>
          </a:blip>
          <a:srcRect l="301" t="0" r="300" b="0"/>
          <a:stretch>
            <a:fillRect/>
          </a:stretch>
        </p:blipFill>
        <p:spPr>
          <a:xfrm>
            <a:off x="4050337" y="-4698"/>
            <a:ext cx="4064548" cy="3654680"/>
          </a:xfrm>
          <a:prstGeom prst="rect">
            <a:avLst/>
          </a:prstGeom>
          <a:ln w="12700">
            <a:miter lim="400000"/>
          </a:ln>
        </p:spPr>
      </p:pic>
      <p:sp>
        <p:nvSpPr>
          <p:cNvPr id="1270" name="Picture Placeholder 17"/>
          <p:cNvSpPr/>
          <p:nvPr>
            <p:ph type="pic" sz="quarter" idx="21"/>
          </p:nvPr>
        </p:nvSpPr>
        <p:spPr>
          <a:xfrm>
            <a:off x="4043598" y="-7624"/>
            <a:ext cx="4069084" cy="3657607"/>
          </a:xfrm>
          <a:prstGeom prst="rect">
            <a:avLst/>
          </a:prstGeom>
        </p:spPr>
        <p:txBody>
          <a:bodyPr lIns="91439" tIns="45719" rIns="91439" bIns="45719">
            <a:noAutofit/>
          </a:bodyPr>
          <a:lstStyle/>
          <a:p>
            <a:pPr/>
          </a:p>
        </p:txBody>
      </p:sp>
      <p:sp>
        <p:nvSpPr>
          <p:cNvPr id="1271" name="Body Level One…"/>
          <p:cNvSpPr txBox="1"/>
          <p:nvPr>
            <p:ph type="body" sz="quarter" idx="1" hasCustomPrompt="1"/>
          </p:nvPr>
        </p:nvSpPr>
        <p:spPr>
          <a:xfrm>
            <a:off x="418131" y="301752"/>
            <a:ext cx="3215721" cy="415144"/>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1272" name="Text Placeholder 23"/>
          <p:cNvSpPr/>
          <p:nvPr>
            <p:ph type="body" sz="quarter" idx="22" hasCustomPrompt="1"/>
          </p:nvPr>
        </p:nvSpPr>
        <p:spPr>
          <a:xfrm>
            <a:off x="4256018" y="4103094"/>
            <a:ext cx="3656389" cy="457204"/>
          </a:xfrm>
          <a:prstGeom prst="rect">
            <a:avLst/>
          </a:prstGeom>
        </p:spPr>
        <p:txBody>
          <a:bodyPr anchor="b"/>
          <a:lstStyle>
            <a:lvl1pPr>
              <a:defRPr sz="2400"/>
            </a:lvl1pPr>
          </a:lstStyle>
          <a:p>
            <a:pPr/>
            <a:r>
              <a:t>New feature/tool</a:t>
            </a:r>
          </a:p>
        </p:txBody>
      </p:sp>
      <p:sp>
        <p:nvSpPr>
          <p:cNvPr id="1273" name="Text Placeholder 23"/>
          <p:cNvSpPr/>
          <p:nvPr>
            <p:ph type="body" sz="quarter" idx="23" hasCustomPrompt="1"/>
          </p:nvPr>
        </p:nvSpPr>
        <p:spPr>
          <a:xfrm>
            <a:off x="4256018" y="5840338"/>
            <a:ext cx="3656389" cy="600428"/>
          </a:xfrm>
          <a:prstGeom prst="rect">
            <a:avLst/>
          </a:prstGeom>
        </p:spPr>
        <p:txBody>
          <a:bodyPr anchor="b"/>
          <a:lstStyle>
            <a:lvl1pPr>
              <a:defRPr sz="1600">
                <a:solidFill>
                  <a:srgbClr val="B0BAC2"/>
                </a:solidFill>
                <a:latin typeface="+mj-lt"/>
                <a:ea typeface="+mj-ea"/>
                <a:cs typeface="+mj-cs"/>
                <a:sym typeface="Mona Sans"/>
              </a:defRPr>
            </a:lvl1pPr>
          </a:lstStyle>
          <a:p>
            <a:pPr/>
            <a:r>
              <a:t>Keep your description under three lines of text</a:t>
            </a:r>
          </a:p>
        </p:txBody>
      </p:sp>
      <p:sp>
        <p:nvSpPr>
          <p:cNvPr id="1274" name="Text Placeholder 23"/>
          <p:cNvSpPr/>
          <p:nvPr>
            <p:ph type="body" sz="quarter" idx="24" hasCustomPrompt="1"/>
          </p:nvPr>
        </p:nvSpPr>
        <p:spPr>
          <a:xfrm>
            <a:off x="4256018" y="3856809"/>
            <a:ext cx="3656389" cy="22853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Beta / Coming soon</a:t>
            </a:r>
          </a:p>
        </p:txBody>
      </p:sp>
      <p:sp>
        <p:nvSpPr>
          <p:cNvPr id="1275" name="Text Placeholder 23"/>
          <p:cNvSpPr/>
          <p:nvPr>
            <p:ph type="body" sz="quarter" idx="25" hasCustomPrompt="1"/>
          </p:nvPr>
        </p:nvSpPr>
        <p:spPr>
          <a:xfrm>
            <a:off x="418130" y="4876636"/>
            <a:ext cx="3215724" cy="1564131"/>
          </a:xfrm>
          <a:prstGeom prst="rect">
            <a:avLst/>
          </a:prstGeom>
        </p:spPr>
        <p:txBody>
          <a:bodyPr anchor="b"/>
          <a:lstStyle>
            <a:lvl1pPr>
              <a:defRPr sz="1800">
                <a:solidFill>
                  <a:srgbClr val="B0BAC2"/>
                </a:solidFill>
                <a:latin typeface="+mj-lt"/>
                <a:ea typeface="+mj-ea"/>
                <a:cs typeface="+mj-cs"/>
                <a:sym typeface="Mona Sans"/>
              </a:defRPr>
            </a:lvl1pPr>
          </a:lstStyle>
          <a:p>
            <a:pPr/>
            <a:r>
              <a:t>Supporting text if applicable. Keep it short and sweet.</a:t>
            </a:r>
          </a:p>
        </p:txBody>
      </p:sp>
      <p:pic>
        <p:nvPicPr>
          <p:cNvPr id="1276" name="Picture 15" descr="Picture 15"/>
          <p:cNvPicPr>
            <a:picLocks noChangeAspect="1"/>
          </p:cNvPicPr>
          <p:nvPr/>
        </p:nvPicPr>
        <p:blipFill>
          <a:blip r:embed="rId2">
            <a:extLst/>
          </a:blip>
          <a:srcRect l="299" t="0" r="299" b="0"/>
          <a:stretch>
            <a:fillRect/>
          </a:stretch>
        </p:blipFill>
        <p:spPr>
          <a:xfrm>
            <a:off x="8124155" y="0"/>
            <a:ext cx="4064674" cy="3654675"/>
          </a:xfrm>
          <a:prstGeom prst="rect">
            <a:avLst/>
          </a:prstGeom>
          <a:ln w="12700">
            <a:miter lim="400000"/>
          </a:ln>
        </p:spPr>
      </p:pic>
      <p:sp>
        <p:nvSpPr>
          <p:cNvPr id="1277" name="Text Placeholder 23"/>
          <p:cNvSpPr/>
          <p:nvPr>
            <p:ph type="body" sz="quarter" idx="26" hasCustomPrompt="1"/>
          </p:nvPr>
        </p:nvSpPr>
        <p:spPr>
          <a:xfrm>
            <a:off x="8324605" y="4103094"/>
            <a:ext cx="3675308" cy="457204"/>
          </a:xfrm>
          <a:prstGeom prst="rect">
            <a:avLst/>
          </a:prstGeom>
        </p:spPr>
        <p:txBody>
          <a:bodyPr anchor="b"/>
          <a:lstStyle>
            <a:lvl1pPr>
              <a:defRPr sz="2400"/>
            </a:lvl1pPr>
          </a:lstStyle>
          <a:p>
            <a:pPr/>
            <a:r>
              <a:t>New feature/tool</a:t>
            </a:r>
          </a:p>
        </p:txBody>
      </p:sp>
      <p:sp>
        <p:nvSpPr>
          <p:cNvPr id="1278" name="Text Placeholder 23"/>
          <p:cNvSpPr/>
          <p:nvPr>
            <p:ph type="body" sz="quarter" idx="27" hasCustomPrompt="1"/>
          </p:nvPr>
        </p:nvSpPr>
        <p:spPr>
          <a:xfrm>
            <a:off x="8324607" y="5840338"/>
            <a:ext cx="3675308" cy="600428"/>
          </a:xfrm>
          <a:prstGeom prst="rect">
            <a:avLst/>
          </a:prstGeom>
        </p:spPr>
        <p:txBody>
          <a:bodyPr anchor="b"/>
          <a:lstStyle>
            <a:lvl1pPr>
              <a:defRPr sz="1600">
                <a:solidFill>
                  <a:srgbClr val="B0BAC2"/>
                </a:solidFill>
                <a:latin typeface="+mj-lt"/>
                <a:ea typeface="+mj-ea"/>
                <a:cs typeface="+mj-cs"/>
                <a:sym typeface="Mona Sans"/>
              </a:defRPr>
            </a:lvl1pPr>
          </a:lstStyle>
          <a:p>
            <a:pPr/>
            <a:r>
              <a:t>Keep your description under three lines of text</a:t>
            </a:r>
          </a:p>
        </p:txBody>
      </p:sp>
      <p:sp>
        <p:nvSpPr>
          <p:cNvPr id="1279" name="Text Placeholder 23"/>
          <p:cNvSpPr/>
          <p:nvPr>
            <p:ph type="body" sz="quarter" idx="28" hasCustomPrompt="1"/>
          </p:nvPr>
        </p:nvSpPr>
        <p:spPr>
          <a:xfrm>
            <a:off x="8324607" y="3856809"/>
            <a:ext cx="3675308" cy="22853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Beta / Coming soon</a:t>
            </a:r>
          </a:p>
        </p:txBody>
      </p:sp>
      <p:sp>
        <p:nvSpPr>
          <p:cNvPr id="1280" name="Picture Placeholder 17"/>
          <p:cNvSpPr/>
          <p:nvPr>
            <p:ph type="pic" sz="quarter" idx="29"/>
          </p:nvPr>
        </p:nvSpPr>
        <p:spPr>
          <a:xfrm>
            <a:off x="8119743" y="-7624"/>
            <a:ext cx="4069082" cy="3657607"/>
          </a:xfrm>
          <a:prstGeom prst="rect">
            <a:avLst/>
          </a:prstGeom>
        </p:spPr>
        <p:txBody>
          <a:bodyPr lIns="91439" tIns="45719" rIns="91439" bIns="45719">
            <a:noAutofit/>
          </a:bodyPr>
          <a:lstStyle/>
          <a:p>
            <a:pPr/>
          </a:p>
        </p:txBody>
      </p:sp>
      <p:sp>
        <p:nvSpPr>
          <p:cNvPr id="1281" name="Rectangle 27"/>
          <p:cNvSpPr/>
          <p:nvPr/>
        </p:nvSpPr>
        <p:spPr>
          <a:xfrm rot="16200000">
            <a:off x="612193" y="3419854"/>
            <a:ext cx="6858004"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282" name="Rectangle 28"/>
          <p:cNvSpPr/>
          <p:nvPr/>
        </p:nvSpPr>
        <p:spPr>
          <a:xfrm rot="16200000">
            <a:off x="4690583" y="3422648"/>
            <a:ext cx="6858001" cy="12704"/>
          </a:xfrm>
          <a:prstGeom prst="rect">
            <a:avLst/>
          </a:prstGeom>
          <a:solidFill>
            <a:srgbClr val="B0BAC2"/>
          </a:solidFill>
          <a:ln w="12700">
            <a:miter lim="400000"/>
          </a:ln>
        </p:spPr>
        <p:txBody>
          <a:bodyPr lIns="45718" tIns="45718" rIns="45718" bIns="45718" anchor="ctr"/>
          <a:lstStyle/>
          <a:p>
            <a:pPr algn="ctr">
              <a:defRPr>
                <a:solidFill>
                  <a:srgbClr val="FFFFFF"/>
                </a:solidFill>
              </a:defRPr>
            </a:pPr>
          </a:p>
        </p:txBody>
      </p:sp>
      <p:sp>
        <p:nvSpPr>
          <p:cNvPr id="1283" name="Text Placeholder 7"/>
          <p:cNvSpPr/>
          <p:nvPr>
            <p:ph type="body" sz="quarter" idx="30" hasCustomPrompt="1"/>
          </p:nvPr>
        </p:nvSpPr>
        <p:spPr>
          <a:xfrm>
            <a:off x="418130" y="820120"/>
            <a:ext cx="3215724" cy="3953771"/>
          </a:xfrm>
          <a:prstGeom prst="rect">
            <a:avLst/>
          </a:prstGeom>
        </p:spPr>
        <p:txBody>
          <a:bodyPr/>
          <a:lstStyle>
            <a:lvl1pPr>
              <a:defRPr sz="4000"/>
            </a:lvl1pPr>
          </a:lstStyle>
          <a:p>
            <a:pPr/>
            <a:r>
              <a:t>A value prop    in sentence case that is 12 words or less</a:t>
            </a:r>
          </a:p>
        </p:txBody>
      </p:sp>
      <p:sp>
        <p:nvSpPr>
          <p:cNvPr id="12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Roadmap slide_3 features">
    <p:spTree>
      <p:nvGrpSpPr>
        <p:cNvPr id="1" name=""/>
        <p:cNvGrpSpPr/>
        <p:nvPr/>
      </p:nvGrpSpPr>
      <p:grpSpPr>
        <a:xfrm>
          <a:off x="0" y="0"/>
          <a:ext cx="0" cy="0"/>
          <a:chOff x="0" y="0"/>
          <a:chExt cx="0" cy="0"/>
        </a:xfrm>
      </p:grpSpPr>
      <p:grpSp>
        <p:nvGrpSpPr>
          <p:cNvPr id="1293" name="Rectangle 109"/>
          <p:cNvGrpSpPr/>
          <p:nvPr/>
        </p:nvGrpSpPr>
        <p:grpSpPr>
          <a:xfrm>
            <a:off x="12287632" y="5878297"/>
            <a:ext cx="710311" cy="979707"/>
            <a:chOff x="0" y="0"/>
            <a:chExt cx="710309" cy="979705"/>
          </a:xfrm>
        </p:grpSpPr>
        <p:sp>
          <p:nvSpPr>
            <p:cNvPr id="129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9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296" name="Rectangle 110"/>
          <p:cNvGrpSpPr/>
          <p:nvPr/>
        </p:nvGrpSpPr>
        <p:grpSpPr>
          <a:xfrm>
            <a:off x="12287631" y="4898603"/>
            <a:ext cx="710311" cy="979709"/>
            <a:chOff x="0" y="-1"/>
            <a:chExt cx="710309" cy="979708"/>
          </a:xfrm>
        </p:grpSpPr>
        <p:sp>
          <p:nvSpPr>
            <p:cNvPr id="129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9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299" name="Rectangle 111"/>
          <p:cNvGrpSpPr/>
          <p:nvPr/>
        </p:nvGrpSpPr>
        <p:grpSpPr>
          <a:xfrm>
            <a:off x="12287632" y="3918862"/>
            <a:ext cx="710311" cy="979706"/>
            <a:chOff x="0" y="0"/>
            <a:chExt cx="710309" cy="979705"/>
          </a:xfrm>
        </p:grpSpPr>
        <p:sp>
          <p:nvSpPr>
            <p:cNvPr id="129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9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302" name="Rectangle 112"/>
          <p:cNvGrpSpPr/>
          <p:nvPr/>
        </p:nvGrpSpPr>
        <p:grpSpPr>
          <a:xfrm>
            <a:off x="12287631" y="2939171"/>
            <a:ext cx="710311" cy="979707"/>
            <a:chOff x="0" y="0"/>
            <a:chExt cx="710309" cy="979705"/>
          </a:xfrm>
        </p:grpSpPr>
        <p:sp>
          <p:nvSpPr>
            <p:cNvPr id="130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0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305" name="Rectangle 113"/>
          <p:cNvGrpSpPr/>
          <p:nvPr/>
        </p:nvGrpSpPr>
        <p:grpSpPr>
          <a:xfrm>
            <a:off x="12287632" y="1959431"/>
            <a:ext cx="710311" cy="979707"/>
            <a:chOff x="0" y="0"/>
            <a:chExt cx="710309" cy="979705"/>
          </a:xfrm>
        </p:grpSpPr>
        <p:sp>
          <p:nvSpPr>
            <p:cNvPr id="130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0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308" name="Rectangle 114"/>
          <p:cNvGrpSpPr/>
          <p:nvPr/>
        </p:nvGrpSpPr>
        <p:grpSpPr>
          <a:xfrm>
            <a:off x="12287631" y="979736"/>
            <a:ext cx="710311" cy="979707"/>
            <a:chOff x="0" y="0"/>
            <a:chExt cx="710309" cy="979705"/>
          </a:xfrm>
        </p:grpSpPr>
        <p:sp>
          <p:nvSpPr>
            <p:cNvPr id="130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0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1311" name="Rectangle 115"/>
          <p:cNvGrpSpPr/>
          <p:nvPr/>
        </p:nvGrpSpPr>
        <p:grpSpPr>
          <a:xfrm>
            <a:off x="12287631" y="-2"/>
            <a:ext cx="710311" cy="979706"/>
            <a:chOff x="0" y="0"/>
            <a:chExt cx="710309" cy="979705"/>
          </a:xfrm>
        </p:grpSpPr>
        <p:sp>
          <p:nvSpPr>
            <p:cNvPr id="130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1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1314" name="Rectangle 118"/>
          <p:cNvGrpSpPr/>
          <p:nvPr/>
        </p:nvGrpSpPr>
        <p:grpSpPr>
          <a:xfrm>
            <a:off x="12997439" y="5715013"/>
            <a:ext cx="710311" cy="1142996"/>
            <a:chOff x="0" y="0"/>
            <a:chExt cx="710309" cy="1142994"/>
          </a:xfrm>
        </p:grpSpPr>
        <p:sp>
          <p:nvSpPr>
            <p:cNvPr id="131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1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1317" name="Rectangle 119"/>
          <p:cNvGrpSpPr/>
          <p:nvPr/>
        </p:nvGrpSpPr>
        <p:grpSpPr>
          <a:xfrm>
            <a:off x="12997439" y="4572032"/>
            <a:ext cx="710311" cy="1142996"/>
            <a:chOff x="0" y="0"/>
            <a:chExt cx="710309" cy="1142994"/>
          </a:xfrm>
        </p:grpSpPr>
        <p:sp>
          <p:nvSpPr>
            <p:cNvPr id="131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1320" name="Rectangle 120"/>
          <p:cNvGrpSpPr/>
          <p:nvPr/>
        </p:nvGrpSpPr>
        <p:grpSpPr>
          <a:xfrm>
            <a:off x="12997439" y="3428998"/>
            <a:ext cx="710311" cy="1142996"/>
            <a:chOff x="0" y="0"/>
            <a:chExt cx="710309" cy="1142994"/>
          </a:xfrm>
        </p:grpSpPr>
        <p:sp>
          <p:nvSpPr>
            <p:cNvPr id="131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1323" name="Rectangle 121"/>
          <p:cNvGrpSpPr/>
          <p:nvPr/>
        </p:nvGrpSpPr>
        <p:grpSpPr>
          <a:xfrm>
            <a:off x="12997439" y="2286017"/>
            <a:ext cx="710311" cy="1142996"/>
            <a:chOff x="0" y="0"/>
            <a:chExt cx="710309" cy="1142994"/>
          </a:xfrm>
        </p:grpSpPr>
        <p:sp>
          <p:nvSpPr>
            <p:cNvPr id="132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1326" name="Rectangle 122"/>
          <p:cNvGrpSpPr/>
          <p:nvPr/>
        </p:nvGrpSpPr>
        <p:grpSpPr>
          <a:xfrm>
            <a:off x="12997439" y="1142977"/>
            <a:ext cx="710311" cy="1142997"/>
            <a:chOff x="0" y="-1"/>
            <a:chExt cx="710309" cy="1142995"/>
          </a:xfrm>
        </p:grpSpPr>
        <p:sp>
          <p:nvSpPr>
            <p:cNvPr id="132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2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1329" name="Rectangle 123"/>
          <p:cNvGrpSpPr/>
          <p:nvPr/>
        </p:nvGrpSpPr>
        <p:grpSpPr>
          <a:xfrm>
            <a:off x="13706754" y="-2365"/>
            <a:ext cx="710311" cy="1142995"/>
            <a:chOff x="0" y="0"/>
            <a:chExt cx="710309" cy="1142994"/>
          </a:xfrm>
        </p:grpSpPr>
        <p:sp>
          <p:nvSpPr>
            <p:cNvPr id="132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1332" name="Rectangle 126"/>
          <p:cNvGrpSpPr/>
          <p:nvPr/>
        </p:nvGrpSpPr>
        <p:grpSpPr>
          <a:xfrm>
            <a:off x="13706756" y="5715013"/>
            <a:ext cx="710311" cy="1142996"/>
            <a:chOff x="0" y="0"/>
            <a:chExt cx="710309" cy="1142994"/>
          </a:xfrm>
        </p:grpSpPr>
        <p:sp>
          <p:nvSpPr>
            <p:cNvPr id="133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3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1335" name="Rectangle 127"/>
          <p:cNvGrpSpPr/>
          <p:nvPr/>
        </p:nvGrpSpPr>
        <p:grpSpPr>
          <a:xfrm>
            <a:off x="13706754" y="4572032"/>
            <a:ext cx="710311" cy="1142996"/>
            <a:chOff x="0" y="0"/>
            <a:chExt cx="710309" cy="1142994"/>
          </a:xfrm>
        </p:grpSpPr>
        <p:sp>
          <p:nvSpPr>
            <p:cNvPr id="133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3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1338" name="Rectangle 128"/>
          <p:cNvGrpSpPr/>
          <p:nvPr/>
        </p:nvGrpSpPr>
        <p:grpSpPr>
          <a:xfrm>
            <a:off x="12996453" y="-1157"/>
            <a:ext cx="710311" cy="1142995"/>
            <a:chOff x="0" y="0"/>
            <a:chExt cx="710309" cy="1142994"/>
          </a:xfrm>
        </p:grpSpPr>
        <p:sp>
          <p:nvSpPr>
            <p:cNvPr id="133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3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1341" name="Rectangle 129"/>
          <p:cNvGrpSpPr/>
          <p:nvPr/>
        </p:nvGrpSpPr>
        <p:grpSpPr>
          <a:xfrm>
            <a:off x="13706754" y="2286017"/>
            <a:ext cx="710311" cy="1142996"/>
            <a:chOff x="0" y="0"/>
            <a:chExt cx="710309" cy="1142994"/>
          </a:xfrm>
        </p:grpSpPr>
        <p:sp>
          <p:nvSpPr>
            <p:cNvPr id="133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4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1344" name="Rectangle 130"/>
          <p:cNvGrpSpPr/>
          <p:nvPr/>
        </p:nvGrpSpPr>
        <p:grpSpPr>
          <a:xfrm>
            <a:off x="13706756" y="1142977"/>
            <a:ext cx="710311" cy="1142997"/>
            <a:chOff x="0" y="-1"/>
            <a:chExt cx="710309" cy="1142995"/>
          </a:xfrm>
        </p:grpSpPr>
        <p:sp>
          <p:nvSpPr>
            <p:cNvPr id="134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4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1347" name="Rectangle 131"/>
          <p:cNvGrpSpPr/>
          <p:nvPr/>
        </p:nvGrpSpPr>
        <p:grpSpPr>
          <a:xfrm>
            <a:off x="13706754" y="3427836"/>
            <a:ext cx="710311" cy="1142996"/>
            <a:chOff x="0" y="0"/>
            <a:chExt cx="710309" cy="1142994"/>
          </a:xfrm>
        </p:grpSpPr>
        <p:sp>
          <p:nvSpPr>
            <p:cNvPr id="134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1348" name="Picture 3" descr="Picture 3"/>
          <p:cNvPicPr>
            <a:picLocks noChangeAspect="1"/>
          </p:cNvPicPr>
          <p:nvPr/>
        </p:nvPicPr>
        <p:blipFill>
          <a:blip r:embed="rId2">
            <a:extLst/>
          </a:blip>
          <a:srcRect l="354" t="0" r="353" b="0"/>
          <a:stretch>
            <a:fillRect/>
          </a:stretch>
        </p:blipFill>
        <p:spPr>
          <a:xfrm>
            <a:off x="-4" y="1643032"/>
            <a:ext cx="4051549" cy="2926410"/>
          </a:xfrm>
          <a:prstGeom prst="rect">
            <a:avLst/>
          </a:prstGeom>
          <a:ln w="12700">
            <a:miter lim="400000"/>
          </a:ln>
        </p:spPr>
      </p:pic>
      <p:pic>
        <p:nvPicPr>
          <p:cNvPr id="1349" name="Picture 4" descr="Picture 4"/>
          <p:cNvPicPr>
            <a:picLocks noChangeAspect="1"/>
          </p:cNvPicPr>
          <p:nvPr/>
        </p:nvPicPr>
        <p:blipFill>
          <a:blip r:embed="rId2">
            <a:extLst/>
          </a:blip>
          <a:srcRect l="0" t="63" r="0" b="63"/>
          <a:stretch>
            <a:fillRect/>
          </a:stretch>
        </p:blipFill>
        <p:spPr>
          <a:xfrm>
            <a:off x="4051603" y="1643033"/>
            <a:ext cx="4085617" cy="2926409"/>
          </a:xfrm>
          <a:prstGeom prst="rect">
            <a:avLst/>
          </a:prstGeom>
          <a:ln w="12700">
            <a:miter lim="400000"/>
          </a:ln>
        </p:spPr>
      </p:pic>
      <p:pic>
        <p:nvPicPr>
          <p:cNvPr id="1350" name="Picture 5" descr="Picture 5"/>
          <p:cNvPicPr>
            <a:picLocks noChangeAspect="1"/>
          </p:cNvPicPr>
          <p:nvPr/>
        </p:nvPicPr>
        <p:blipFill>
          <a:blip r:embed="rId2">
            <a:extLst/>
          </a:blip>
          <a:srcRect l="417" t="0" r="416" b="0"/>
          <a:stretch>
            <a:fillRect/>
          </a:stretch>
        </p:blipFill>
        <p:spPr>
          <a:xfrm>
            <a:off x="8142458" y="1643032"/>
            <a:ext cx="4046368" cy="2926410"/>
          </a:xfrm>
          <a:prstGeom prst="rect">
            <a:avLst/>
          </a:prstGeom>
          <a:ln w="12700">
            <a:miter lim="400000"/>
          </a:ln>
        </p:spPr>
      </p:pic>
      <p:sp>
        <p:nvSpPr>
          <p:cNvPr id="1351" name="Rectangle 7"/>
          <p:cNvSpPr/>
          <p:nvPr/>
        </p:nvSpPr>
        <p:spPr>
          <a:xfrm>
            <a:off x="-66" y="1624745"/>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352" name="Body Level One…"/>
          <p:cNvSpPr txBox="1"/>
          <p:nvPr>
            <p:ph type="body" sz="quarter" idx="1" hasCustomPrompt="1"/>
          </p:nvPr>
        </p:nvSpPr>
        <p:spPr>
          <a:xfrm>
            <a:off x="401037" y="261001"/>
            <a:ext cx="11470121" cy="44855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1353" name="Text Placeholder 23"/>
          <p:cNvSpPr/>
          <p:nvPr>
            <p:ph type="body" sz="quarter" idx="21" hasCustomPrompt="1"/>
          </p:nvPr>
        </p:nvSpPr>
        <p:spPr>
          <a:xfrm>
            <a:off x="401036" y="789642"/>
            <a:ext cx="11470121" cy="520342"/>
          </a:xfrm>
          <a:prstGeom prst="rect">
            <a:avLst/>
          </a:prstGeom>
        </p:spPr>
        <p:txBody>
          <a:bodyPr anchor="ctr"/>
          <a:lstStyle>
            <a:lvl1pPr defTabSz="786068">
              <a:lnSpc>
                <a:spcPct val="100000"/>
              </a:lnSpc>
              <a:spcBef>
                <a:spcPts val="800"/>
              </a:spcBef>
              <a:defRPr sz="3400"/>
            </a:lvl1pPr>
          </a:lstStyle>
          <a:p>
            <a:pPr/>
            <a:r>
              <a:t>Title should be 10 words or less</a:t>
            </a:r>
          </a:p>
        </p:txBody>
      </p:sp>
      <p:sp>
        <p:nvSpPr>
          <p:cNvPr id="1354" name="Picture Placeholder 17"/>
          <p:cNvSpPr/>
          <p:nvPr>
            <p:ph type="pic" sz="quarter" idx="22"/>
          </p:nvPr>
        </p:nvSpPr>
        <p:spPr>
          <a:xfrm>
            <a:off x="-3" y="1651904"/>
            <a:ext cx="4051547" cy="2926409"/>
          </a:xfrm>
          <a:prstGeom prst="rect">
            <a:avLst/>
          </a:prstGeom>
        </p:spPr>
        <p:txBody>
          <a:bodyPr lIns="91439" tIns="45719" rIns="91439" bIns="45719">
            <a:noAutofit/>
          </a:bodyPr>
          <a:lstStyle/>
          <a:p>
            <a:pPr/>
          </a:p>
        </p:txBody>
      </p:sp>
      <p:sp>
        <p:nvSpPr>
          <p:cNvPr id="1355" name="Text Placeholder 23"/>
          <p:cNvSpPr/>
          <p:nvPr>
            <p:ph type="body" sz="quarter" idx="23" hasCustomPrompt="1"/>
          </p:nvPr>
        </p:nvSpPr>
        <p:spPr>
          <a:xfrm>
            <a:off x="400421" y="4986366"/>
            <a:ext cx="3258489" cy="457204"/>
          </a:xfrm>
          <a:prstGeom prst="rect">
            <a:avLst/>
          </a:prstGeom>
        </p:spPr>
        <p:txBody>
          <a:bodyPr anchor="b"/>
          <a:lstStyle>
            <a:lvl1pPr>
              <a:defRPr sz="2400"/>
            </a:lvl1pPr>
          </a:lstStyle>
          <a:p>
            <a:pPr/>
            <a:r>
              <a:t>New feature/tool</a:t>
            </a:r>
          </a:p>
        </p:txBody>
      </p:sp>
      <p:sp>
        <p:nvSpPr>
          <p:cNvPr id="1356" name="Text Placeholder 23"/>
          <p:cNvSpPr/>
          <p:nvPr>
            <p:ph type="body" sz="quarter" idx="24" hasCustomPrompt="1"/>
          </p:nvPr>
        </p:nvSpPr>
        <p:spPr>
          <a:xfrm>
            <a:off x="400425" y="6066120"/>
            <a:ext cx="3258481" cy="600428"/>
          </a:xfrm>
          <a:prstGeom prst="rect">
            <a:avLst/>
          </a:prstGeom>
        </p:spPr>
        <p:txBody>
          <a:bodyPr anchor="b"/>
          <a:lstStyle>
            <a:lvl1pPr>
              <a:defRPr sz="1600">
                <a:solidFill>
                  <a:srgbClr val="B0BAC2"/>
                </a:solidFill>
                <a:latin typeface="+mj-lt"/>
                <a:ea typeface="+mj-ea"/>
                <a:cs typeface="+mj-cs"/>
                <a:sym typeface="Mona Sans"/>
              </a:defRPr>
            </a:lvl1pPr>
          </a:lstStyle>
          <a:p>
            <a:pPr/>
            <a:r>
              <a:t>Keep your description under three lines of text</a:t>
            </a:r>
          </a:p>
        </p:txBody>
      </p:sp>
      <p:sp>
        <p:nvSpPr>
          <p:cNvPr id="1357" name="Text Placeholder 23"/>
          <p:cNvSpPr/>
          <p:nvPr>
            <p:ph type="body" sz="quarter" idx="25" hasCustomPrompt="1"/>
          </p:nvPr>
        </p:nvSpPr>
        <p:spPr>
          <a:xfrm>
            <a:off x="400425" y="4740080"/>
            <a:ext cx="3258481" cy="22853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Beta / Coming soon</a:t>
            </a:r>
          </a:p>
        </p:txBody>
      </p:sp>
      <p:sp>
        <p:nvSpPr>
          <p:cNvPr id="1358" name="Rectangle 14"/>
          <p:cNvSpPr/>
          <p:nvPr/>
        </p:nvSpPr>
        <p:spPr>
          <a:xfrm rot="16200000">
            <a:off x="5519923" y="4244163"/>
            <a:ext cx="5214971" cy="12704"/>
          </a:xfrm>
          <a:prstGeom prst="rect">
            <a:avLst/>
          </a:prstGeom>
          <a:solidFill>
            <a:srgbClr val="B0BAC2"/>
          </a:solidFill>
          <a:ln w="12700">
            <a:miter lim="400000"/>
          </a:ln>
        </p:spPr>
        <p:txBody>
          <a:bodyPr lIns="45718" tIns="45718" rIns="45718" bIns="45718" anchor="ctr"/>
          <a:lstStyle/>
          <a:p>
            <a:pPr algn="ctr">
              <a:defRPr>
                <a:solidFill>
                  <a:srgbClr val="FFFFFF"/>
                </a:solidFill>
              </a:defRPr>
            </a:pPr>
          </a:p>
        </p:txBody>
      </p:sp>
      <p:sp>
        <p:nvSpPr>
          <p:cNvPr id="1359" name="Rectangle 15"/>
          <p:cNvSpPr/>
          <p:nvPr/>
        </p:nvSpPr>
        <p:spPr>
          <a:xfrm rot="16200000">
            <a:off x="1453934" y="4244163"/>
            <a:ext cx="5214969" cy="12704"/>
          </a:xfrm>
          <a:prstGeom prst="rect">
            <a:avLst/>
          </a:prstGeom>
          <a:solidFill>
            <a:srgbClr val="B0BAC2"/>
          </a:solidFill>
          <a:ln w="12700">
            <a:miter lim="400000"/>
          </a:ln>
        </p:spPr>
        <p:txBody>
          <a:bodyPr lIns="45718" tIns="45718" rIns="45718" bIns="45718" anchor="ctr"/>
          <a:lstStyle/>
          <a:p>
            <a:pPr algn="ctr">
              <a:defRPr>
                <a:solidFill>
                  <a:srgbClr val="FFFFFF"/>
                </a:solidFill>
              </a:defRPr>
            </a:pPr>
          </a:p>
        </p:txBody>
      </p:sp>
      <p:sp>
        <p:nvSpPr>
          <p:cNvPr id="1360" name="Text Placeholder 23"/>
          <p:cNvSpPr/>
          <p:nvPr>
            <p:ph type="body" sz="quarter" idx="26" hasCustomPrompt="1"/>
          </p:nvPr>
        </p:nvSpPr>
        <p:spPr>
          <a:xfrm>
            <a:off x="4465170" y="4986366"/>
            <a:ext cx="3258485" cy="457204"/>
          </a:xfrm>
          <a:prstGeom prst="rect">
            <a:avLst/>
          </a:prstGeom>
        </p:spPr>
        <p:txBody>
          <a:bodyPr anchor="b"/>
          <a:lstStyle>
            <a:lvl1pPr>
              <a:defRPr sz="2400"/>
            </a:lvl1pPr>
          </a:lstStyle>
          <a:p>
            <a:pPr/>
            <a:r>
              <a:t>New feature/tool</a:t>
            </a:r>
          </a:p>
        </p:txBody>
      </p:sp>
      <p:sp>
        <p:nvSpPr>
          <p:cNvPr id="1361" name="Text Placeholder 23"/>
          <p:cNvSpPr/>
          <p:nvPr>
            <p:ph type="body" sz="quarter" idx="27" hasCustomPrompt="1"/>
          </p:nvPr>
        </p:nvSpPr>
        <p:spPr>
          <a:xfrm>
            <a:off x="4465170" y="6066120"/>
            <a:ext cx="3258485" cy="600428"/>
          </a:xfrm>
          <a:prstGeom prst="rect">
            <a:avLst/>
          </a:prstGeom>
        </p:spPr>
        <p:txBody>
          <a:bodyPr anchor="b"/>
          <a:lstStyle>
            <a:lvl1pPr>
              <a:defRPr sz="1600">
                <a:solidFill>
                  <a:srgbClr val="B0BAC2"/>
                </a:solidFill>
                <a:latin typeface="+mj-lt"/>
                <a:ea typeface="+mj-ea"/>
                <a:cs typeface="+mj-cs"/>
                <a:sym typeface="Mona Sans"/>
              </a:defRPr>
            </a:lvl1pPr>
          </a:lstStyle>
          <a:p>
            <a:pPr/>
            <a:r>
              <a:t>Keep your description under three lines of text</a:t>
            </a:r>
          </a:p>
        </p:txBody>
      </p:sp>
      <p:sp>
        <p:nvSpPr>
          <p:cNvPr id="1362" name="Text Placeholder 23"/>
          <p:cNvSpPr/>
          <p:nvPr>
            <p:ph type="body" sz="quarter" idx="28" hasCustomPrompt="1"/>
          </p:nvPr>
        </p:nvSpPr>
        <p:spPr>
          <a:xfrm>
            <a:off x="4465170" y="4740080"/>
            <a:ext cx="3258485" cy="22853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Beta / Coming soon</a:t>
            </a:r>
          </a:p>
        </p:txBody>
      </p:sp>
      <p:sp>
        <p:nvSpPr>
          <p:cNvPr id="1363" name="Text Placeholder 23"/>
          <p:cNvSpPr/>
          <p:nvPr>
            <p:ph type="body" sz="quarter" idx="29" hasCustomPrompt="1"/>
          </p:nvPr>
        </p:nvSpPr>
        <p:spPr>
          <a:xfrm>
            <a:off x="8517728" y="4986366"/>
            <a:ext cx="3258485" cy="457204"/>
          </a:xfrm>
          <a:prstGeom prst="rect">
            <a:avLst/>
          </a:prstGeom>
        </p:spPr>
        <p:txBody>
          <a:bodyPr anchor="b"/>
          <a:lstStyle>
            <a:lvl1pPr>
              <a:defRPr sz="2400"/>
            </a:lvl1pPr>
          </a:lstStyle>
          <a:p>
            <a:pPr/>
            <a:r>
              <a:t>New feature/tool</a:t>
            </a:r>
          </a:p>
        </p:txBody>
      </p:sp>
      <p:sp>
        <p:nvSpPr>
          <p:cNvPr id="1364" name="Text Placeholder 23"/>
          <p:cNvSpPr/>
          <p:nvPr>
            <p:ph type="body" sz="quarter" idx="30" hasCustomPrompt="1"/>
          </p:nvPr>
        </p:nvSpPr>
        <p:spPr>
          <a:xfrm>
            <a:off x="8517728" y="6066120"/>
            <a:ext cx="3258485" cy="600428"/>
          </a:xfrm>
          <a:prstGeom prst="rect">
            <a:avLst/>
          </a:prstGeom>
        </p:spPr>
        <p:txBody>
          <a:bodyPr anchor="b"/>
          <a:lstStyle>
            <a:lvl1pPr>
              <a:defRPr sz="1600">
                <a:solidFill>
                  <a:srgbClr val="B0BAC2"/>
                </a:solidFill>
                <a:latin typeface="+mj-lt"/>
                <a:ea typeface="+mj-ea"/>
                <a:cs typeface="+mj-cs"/>
                <a:sym typeface="Mona Sans"/>
              </a:defRPr>
            </a:lvl1pPr>
          </a:lstStyle>
          <a:p>
            <a:pPr/>
            <a:r>
              <a:t>Keep your description under three lines of text</a:t>
            </a:r>
          </a:p>
        </p:txBody>
      </p:sp>
      <p:sp>
        <p:nvSpPr>
          <p:cNvPr id="1365" name="Text Placeholder 23"/>
          <p:cNvSpPr/>
          <p:nvPr>
            <p:ph type="body" sz="quarter" idx="31" hasCustomPrompt="1"/>
          </p:nvPr>
        </p:nvSpPr>
        <p:spPr>
          <a:xfrm>
            <a:off x="8517728" y="4740080"/>
            <a:ext cx="3258485" cy="22853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Beta / Coming soon</a:t>
            </a:r>
          </a:p>
        </p:txBody>
      </p:sp>
      <p:sp>
        <p:nvSpPr>
          <p:cNvPr id="1366" name="Picture Placeholder 17"/>
          <p:cNvSpPr/>
          <p:nvPr>
            <p:ph type="pic" sz="quarter" idx="32"/>
          </p:nvPr>
        </p:nvSpPr>
        <p:spPr>
          <a:xfrm>
            <a:off x="4068641" y="1651904"/>
            <a:ext cx="4051545" cy="2926409"/>
          </a:xfrm>
          <a:prstGeom prst="rect">
            <a:avLst/>
          </a:prstGeom>
        </p:spPr>
        <p:txBody>
          <a:bodyPr lIns="91439" tIns="45719" rIns="91439" bIns="45719">
            <a:noAutofit/>
          </a:bodyPr>
          <a:lstStyle/>
          <a:p>
            <a:pPr/>
          </a:p>
        </p:txBody>
      </p:sp>
      <p:sp>
        <p:nvSpPr>
          <p:cNvPr id="1367" name="Picture Placeholder 17"/>
          <p:cNvSpPr/>
          <p:nvPr>
            <p:ph type="pic" sz="quarter" idx="33"/>
          </p:nvPr>
        </p:nvSpPr>
        <p:spPr>
          <a:xfrm>
            <a:off x="8137283" y="1651904"/>
            <a:ext cx="4051542" cy="2926409"/>
          </a:xfrm>
          <a:prstGeom prst="rect">
            <a:avLst/>
          </a:prstGeom>
        </p:spPr>
        <p:txBody>
          <a:bodyPr lIns="91439" tIns="45719" rIns="91439" bIns="45719">
            <a:noAutofit/>
          </a:bodyPr>
          <a:lstStyle/>
          <a:p>
            <a:pPr/>
          </a:p>
        </p:txBody>
      </p:sp>
      <p:sp>
        <p:nvSpPr>
          <p:cNvPr id="13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bio">
    <p:spTree>
      <p:nvGrpSpPr>
        <p:cNvPr id="1" name=""/>
        <p:cNvGrpSpPr/>
        <p:nvPr/>
      </p:nvGrpSpPr>
      <p:grpSpPr>
        <a:xfrm>
          <a:off x="0" y="0"/>
          <a:ext cx="0" cy="0"/>
          <a:chOff x="0" y="0"/>
          <a:chExt cx="0" cy="0"/>
        </a:xfrm>
      </p:grpSpPr>
      <p:grpSp>
        <p:nvGrpSpPr>
          <p:cNvPr id="1377" name="Rectangle 109"/>
          <p:cNvGrpSpPr/>
          <p:nvPr/>
        </p:nvGrpSpPr>
        <p:grpSpPr>
          <a:xfrm>
            <a:off x="12287632" y="5878297"/>
            <a:ext cx="710311" cy="979707"/>
            <a:chOff x="0" y="0"/>
            <a:chExt cx="710309" cy="979705"/>
          </a:xfrm>
        </p:grpSpPr>
        <p:sp>
          <p:nvSpPr>
            <p:cNvPr id="137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7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380" name="Rectangle 110"/>
          <p:cNvGrpSpPr/>
          <p:nvPr/>
        </p:nvGrpSpPr>
        <p:grpSpPr>
          <a:xfrm>
            <a:off x="12287631" y="4898603"/>
            <a:ext cx="710311" cy="979709"/>
            <a:chOff x="0" y="-1"/>
            <a:chExt cx="710309" cy="979708"/>
          </a:xfrm>
        </p:grpSpPr>
        <p:sp>
          <p:nvSpPr>
            <p:cNvPr id="137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7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383" name="Rectangle 111"/>
          <p:cNvGrpSpPr/>
          <p:nvPr/>
        </p:nvGrpSpPr>
        <p:grpSpPr>
          <a:xfrm>
            <a:off x="12287632" y="3918862"/>
            <a:ext cx="710311" cy="979706"/>
            <a:chOff x="0" y="0"/>
            <a:chExt cx="710309" cy="979705"/>
          </a:xfrm>
        </p:grpSpPr>
        <p:sp>
          <p:nvSpPr>
            <p:cNvPr id="138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8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386" name="Rectangle 112"/>
          <p:cNvGrpSpPr/>
          <p:nvPr/>
        </p:nvGrpSpPr>
        <p:grpSpPr>
          <a:xfrm>
            <a:off x="12287631" y="2939171"/>
            <a:ext cx="710311" cy="979707"/>
            <a:chOff x="0" y="0"/>
            <a:chExt cx="710309" cy="979705"/>
          </a:xfrm>
        </p:grpSpPr>
        <p:sp>
          <p:nvSpPr>
            <p:cNvPr id="138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8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389" name="Rectangle 113"/>
          <p:cNvGrpSpPr/>
          <p:nvPr/>
        </p:nvGrpSpPr>
        <p:grpSpPr>
          <a:xfrm>
            <a:off x="12287632" y="1959431"/>
            <a:ext cx="710311" cy="979707"/>
            <a:chOff x="0" y="0"/>
            <a:chExt cx="710309" cy="979705"/>
          </a:xfrm>
        </p:grpSpPr>
        <p:sp>
          <p:nvSpPr>
            <p:cNvPr id="138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8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392" name="Rectangle 114"/>
          <p:cNvGrpSpPr/>
          <p:nvPr/>
        </p:nvGrpSpPr>
        <p:grpSpPr>
          <a:xfrm>
            <a:off x="12287631" y="979736"/>
            <a:ext cx="710311" cy="979707"/>
            <a:chOff x="0" y="0"/>
            <a:chExt cx="710309" cy="979705"/>
          </a:xfrm>
        </p:grpSpPr>
        <p:sp>
          <p:nvSpPr>
            <p:cNvPr id="139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9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1395" name="Rectangle 115"/>
          <p:cNvGrpSpPr/>
          <p:nvPr/>
        </p:nvGrpSpPr>
        <p:grpSpPr>
          <a:xfrm>
            <a:off x="12287631" y="-2"/>
            <a:ext cx="710311" cy="979706"/>
            <a:chOff x="0" y="0"/>
            <a:chExt cx="710309" cy="979705"/>
          </a:xfrm>
        </p:grpSpPr>
        <p:sp>
          <p:nvSpPr>
            <p:cNvPr id="139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9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1398" name="Rectangle 118"/>
          <p:cNvGrpSpPr/>
          <p:nvPr/>
        </p:nvGrpSpPr>
        <p:grpSpPr>
          <a:xfrm>
            <a:off x="12997439" y="5715013"/>
            <a:ext cx="710311" cy="1142996"/>
            <a:chOff x="0" y="0"/>
            <a:chExt cx="710309" cy="1142994"/>
          </a:xfrm>
        </p:grpSpPr>
        <p:sp>
          <p:nvSpPr>
            <p:cNvPr id="139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39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1401" name="Rectangle 119"/>
          <p:cNvGrpSpPr/>
          <p:nvPr/>
        </p:nvGrpSpPr>
        <p:grpSpPr>
          <a:xfrm>
            <a:off x="12997439" y="4572032"/>
            <a:ext cx="710311" cy="1142996"/>
            <a:chOff x="0" y="0"/>
            <a:chExt cx="710309" cy="1142994"/>
          </a:xfrm>
        </p:grpSpPr>
        <p:sp>
          <p:nvSpPr>
            <p:cNvPr id="139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0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1404" name="Rectangle 120"/>
          <p:cNvGrpSpPr/>
          <p:nvPr/>
        </p:nvGrpSpPr>
        <p:grpSpPr>
          <a:xfrm>
            <a:off x="12997439" y="3428998"/>
            <a:ext cx="710311" cy="1142996"/>
            <a:chOff x="0" y="0"/>
            <a:chExt cx="710309" cy="1142994"/>
          </a:xfrm>
        </p:grpSpPr>
        <p:sp>
          <p:nvSpPr>
            <p:cNvPr id="140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0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1407" name="Rectangle 121"/>
          <p:cNvGrpSpPr/>
          <p:nvPr/>
        </p:nvGrpSpPr>
        <p:grpSpPr>
          <a:xfrm>
            <a:off x="12997439" y="2286017"/>
            <a:ext cx="710311" cy="1142996"/>
            <a:chOff x="0" y="0"/>
            <a:chExt cx="710309" cy="1142994"/>
          </a:xfrm>
        </p:grpSpPr>
        <p:sp>
          <p:nvSpPr>
            <p:cNvPr id="140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0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1410" name="Rectangle 122"/>
          <p:cNvGrpSpPr/>
          <p:nvPr/>
        </p:nvGrpSpPr>
        <p:grpSpPr>
          <a:xfrm>
            <a:off x="12997439" y="1142977"/>
            <a:ext cx="710311" cy="1142997"/>
            <a:chOff x="0" y="-1"/>
            <a:chExt cx="710309" cy="1142995"/>
          </a:xfrm>
        </p:grpSpPr>
        <p:sp>
          <p:nvSpPr>
            <p:cNvPr id="140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0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1413" name="Rectangle 123"/>
          <p:cNvGrpSpPr/>
          <p:nvPr/>
        </p:nvGrpSpPr>
        <p:grpSpPr>
          <a:xfrm>
            <a:off x="13706754" y="-2365"/>
            <a:ext cx="710311" cy="1142995"/>
            <a:chOff x="0" y="0"/>
            <a:chExt cx="710309" cy="1142994"/>
          </a:xfrm>
        </p:grpSpPr>
        <p:sp>
          <p:nvSpPr>
            <p:cNvPr id="141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1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1416" name="Rectangle 126"/>
          <p:cNvGrpSpPr/>
          <p:nvPr/>
        </p:nvGrpSpPr>
        <p:grpSpPr>
          <a:xfrm>
            <a:off x="13706756" y="5715013"/>
            <a:ext cx="710311" cy="1142996"/>
            <a:chOff x="0" y="0"/>
            <a:chExt cx="710309" cy="1142994"/>
          </a:xfrm>
        </p:grpSpPr>
        <p:sp>
          <p:nvSpPr>
            <p:cNvPr id="141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1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1419" name="Rectangle 127"/>
          <p:cNvGrpSpPr/>
          <p:nvPr/>
        </p:nvGrpSpPr>
        <p:grpSpPr>
          <a:xfrm>
            <a:off x="13706754" y="4572032"/>
            <a:ext cx="710311" cy="1142996"/>
            <a:chOff x="0" y="0"/>
            <a:chExt cx="710309" cy="1142994"/>
          </a:xfrm>
        </p:grpSpPr>
        <p:sp>
          <p:nvSpPr>
            <p:cNvPr id="141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1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1422" name="Rectangle 128"/>
          <p:cNvGrpSpPr/>
          <p:nvPr/>
        </p:nvGrpSpPr>
        <p:grpSpPr>
          <a:xfrm>
            <a:off x="12996453" y="-1157"/>
            <a:ext cx="710311" cy="1142995"/>
            <a:chOff x="0" y="0"/>
            <a:chExt cx="710309" cy="1142994"/>
          </a:xfrm>
        </p:grpSpPr>
        <p:sp>
          <p:nvSpPr>
            <p:cNvPr id="142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2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1425" name="Rectangle 129"/>
          <p:cNvGrpSpPr/>
          <p:nvPr/>
        </p:nvGrpSpPr>
        <p:grpSpPr>
          <a:xfrm>
            <a:off x="13706754" y="2286017"/>
            <a:ext cx="710311" cy="1142996"/>
            <a:chOff x="0" y="0"/>
            <a:chExt cx="710309" cy="1142994"/>
          </a:xfrm>
        </p:grpSpPr>
        <p:sp>
          <p:nvSpPr>
            <p:cNvPr id="142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2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1428" name="Rectangle 130"/>
          <p:cNvGrpSpPr/>
          <p:nvPr/>
        </p:nvGrpSpPr>
        <p:grpSpPr>
          <a:xfrm>
            <a:off x="13706756" y="1142977"/>
            <a:ext cx="710311" cy="1142997"/>
            <a:chOff x="0" y="-1"/>
            <a:chExt cx="710309" cy="1142995"/>
          </a:xfrm>
        </p:grpSpPr>
        <p:sp>
          <p:nvSpPr>
            <p:cNvPr id="142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2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1431" name="Rectangle 131"/>
          <p:cNvGrpSpPr/>
          <p:nvPr/>
        </p:nvGrpSpPr>
        <p:grpSpPr>
          <a:xfrm>
            <a:off x="13706754" y="3427836"/>
            <a:ext cx="710311" cy="1142996"/>
            <a:chOff x="0" y="0"/>
            <a:chExt cx="710309" cy="1142994"/>
          </a:xfrm>
        </p:grpSpPr>
        <p:sp>
          <p:nvSpPr>
            <p:cNvPr id="142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3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1432" name="Picture Placeholder 10"/>
          <p:cNvSpPr/>
          <p:nvPr>
            <p:ph type="pic" sz="half" idx="21"/>
          </p:nvPr>
        </p:nvSpPr>
        <p:spPr>
          <a:xfrm>
            <a:off x="396875" y="403225"/>
            <a:ext cx="5100638" cy="5632450"/>
          </a:xfrm>
          <a:prstGeom prst="rect">
            <a:avLst/>
          </a:prstGeom>
        </p:spPr>
        <p:txBody>
          <a:bodyPr lIns="91439" tIns="45719" rIns="91439" bIns="45719">
            <a:noAutofit/>
          </a:bodyPr>
          <a:lstStyle/>
          <a:p>
            <a:pPr/>
          </a:p>
        </p:txBody>
      </p:sp>
      <p:sp>
        <p:nvSpPr>
          <p:cNvPr id="1433" name="Body Level One…"/>
          <p:cNvSpPr txBox="1"/>
          <p:nvPr>
            <p:ph type="body" sz="half" idx="1" hasCustomPrompt="1"/>
          </p:nvPr>
        </p:nvSpPr>
        <p:spPr>
          <a:xfrm>
            <a:off x="5894135" y="2095493"/>
            <a:ext cx="5896930" cy="3939993"/>
          </a:xfrm>
          <a:prstGeom prst="rect">
            <a:avLst/>
          </a:prstGeom>
        </p:spPr>
        <p:txBody>
          <a:bodyPr anchor="b"/>
          <a:lstStyle>
            <a:lvl1pPr>
              <a:defRPr sz="2000">
                <a:latin typeface="+mj-lt"/>
                <a:ea typeface="+mj-ea"/>
                <a:cs typeface="+mj-cs"/>
                <a:sym typeface="Mona Sans"/>
              </a:defRPr>
            </a:lvl1pPr>
            <a:lvl2pPr>
              <a:defRPr sz="2000">
                <a:latin typeface="+mj-lt"/>
                <a:ea typeface="+mj-ea"/>
                <a:cs typeface="+mj-cs"/>
                <a:sym typeface="Mona Sans"/>
              </a:defRPr>
            </a:lvl2pPr>
            <a:lvl3pPr>
              <a:defRPr sz="2000">
                <a:latin typeface="+mj-lt"/>
                <a:ea typeface="+mj-ea"/>
                <a:cs typeface="+mj-cs"/>
                <a:sym typeface="Mona Sans"/>
              </a:defRPr>
            </a:lvl3pPr>
            <a:lvl4pPr>
              <a:defRPr sz="2000">
                <a:latin typeface="+mj-lt"/>
                <a:ea typeface="+mj-ea"/>
                <a:cs typeface="+mj-cs"/>
                <a:sym typeface="Mona Sans"/>
              </a:defRPr>
            </a:lvl4pPr>
            <a:lvl5pPr>
              <a:defRPr sz="2000">
                <a:latin typeface="+mj-lt"/>
                <a:ea typeface="+mj-ea"/>
                <a:cs typeface="+mj-cs"/>
                <a:sym typeface="Mona Sans"/>
              </a:defRPr>
            </a:lvl5pPr>
          </a:lstStyle>
          <a:p>
            <a:pPr/>
            <a:r>
              <a:t>Write the speaker bio here</a:t>
            </a:r>
          </a:p>
          <a:p>
            <a:pPr lvl="1"/>
            <a:r>
              <a:t/>
            </a:r>
          </a:p>
          <a:p>
            <a:pPr lvl="2"/>
            <a:r>
              <a:t/>
            </a:r>
          </a:p>
          <a:p>
            <a:pPr lvl="3"/>
            <a:r>
              <a:t/>
            </a:r>
          </a:p>
          <a:p>
            <a:pPr lvl="4"/>
            <a:r>
              <a:t/>
            </a:r>
          </a:p>
        </p:txBody>
      </p:sp>
      <p:sp>
        <p:nvSpPr>
          <p:cNvPr id="1434" name="Text Placeholder 23"/>
          <p:cNvSpPr/>
          <p:nvPr>
            <p:ph type="body" sz="quarter" idx="22" hasCustomPrompt="1"/>
          </p:nvPr>
        </p:nvSpPr>
        <p:spPr>
          <a:xfrm>
            <a:off x="5894135" y="402562"/>
            <a:ext cx="5896930" cy="1035746"/>
          </a:xfrm>
          <a:prstGeom prst="rect">
            <a:avLst/>
          </a:prstGeom>
        </p:spPr>
        <p:txBody>
          <a:bodyPr/>
          <a:lstStyle>
            <a:lvl1pPr>
              <a:defRPr sz="3500"/>
            </a:lvl1pPr>
          </a:lstStyle>
          <a:p>
            <a:pPr/>
            <a:r>
              <a:t>First &amp;  last name</a:t>
            </a:r>
          </a:p>
        </p:txBody>
      </p:sp>
      <p:sp>
        <p:nvSpPr>
          <p:cNvPr id="1435" name="Text Placeholder 23"/>
          <p:cNvSpPr/>
          <p:nvPr>
            <p:ph type="body" sz="quarter" idx="23" hasCustomPrompt="1"/>
          </p:nvPr>
        </p:nvSpPr>
        <p:spPr>
          <a:xfrm>
            <a:off x="5894135" y="1446686"/>
            <a:ext cx="5896930" cy="238098"/>
          </a:xfrm>
          <a:prstGeom prst="rect">
            <a:avLst/>
          </a:prstGeom>
        </p:spPr>
        <p:txBody>
          <a:bodyPr anchor="b"/>
          <a:lstStyle>
            <a:lvl1pPr>
              <a:defRPr cap="all" sz="1300">
                <a:solidFill>
                  <a:srgbClr val="B0BAC2"/>
                </a:solidFill>
                <a:latin typeface="Mona Sans Mono"/>
                <a:ea typeface="Mona Sans Mono"/>
                <a:cs typeface="Mona Sans Mono"/>
                <a:sym typeface="Mona Sans Mono"/>
              </a:defRPr>
            </a:lvl1pPr>
          </a:lstStyle>
          <a:p>
            <a:pPr/>
            <a:r>
              <a:t>Position title / Company name</a:t>
            </a:r>
          </a:p>
        </p:txBody>
      </p:sp>
      <p:sp>
        <p:nvSpPr>
          <p:cNvPr id="1436" name="Rectangle 3"/>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437" name="Rectangle 4"/>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1438" name="Text Placeholder 13"/>
          <p:cNvSpPr/>
          <p:nvPr>
            <p:ph type="body" sz="quarter" idx="24"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143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bio (2)">
    <p:spTree>
      <p:nvGrpSpPr>
        <p:cNvPr id="1" name=""/>
        <p:cNvGrpSpPr/>
        <p:nvPr/>
      </p:nvGrpSpPr>
      <p:grpSpPr>
        <a:xfrm>
          <a:off x="0" y="0"/>
          <a:ext cx="0" cy="0"/>
          <a:chOff x="0" y="0"/>
          <a:chExt cx="0" cy="0"/>
        </a:xfrm>
      </p:grpSpPr>
      <p:grpSp>
        <p:nvGrpSpPr>
          <p:cNvPr id="1448" name="Rectangle 109"/>
          <p:cNvGrpSpPr/>
          <p:nvPr/>
        </p:nvGrpSpPr>
        <p:grpSpPr>
          <a:xfrm>
            <a:off x="12287632" y="5878297"/>
            <a:ext cx="710311" cy="979707"/>
            <a:chOff x="0" y="0"/>
            <a:chExt cx="710309" cy="979705"/>
          </a:xfrm>
        </p:grpSpPr>
        <p:sp>
          <p:nvSpPr>
            <p:cNvPr id="1446"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4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451" name="Rectangle 110"/>
          <p:cNvGrpSpPr/>
          <p:nvPr/>
        </p:nvGrpSpPr>
        <p:grpSpPr>
          <a:xfrm>
            <a:off x="12287631" y="4898603"/>
            <a:ext cx="710311" cy="979709"/>
            <a:chOff x="0" y="-1"/>
            <a:chExt cx="710309" cy="979708"/>
          </a:xfrm>
        </p:grpSpPr>
        <p:sp>
          <p:nvSpPr>
            <p:cNvPr id="1449"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50"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454" name="Rectangle 111"/>
          <p:cNvGrpSpPr/>
          <p:nvPr/>
        </p:nvGrpSpPr>
        <p:grpSpPr>
          <a:xfrm>
            <a:off x="12287632" y="3918862"/>
            <a:ext cx="710311" cy="979706"/>
            <a:chOff x="0" y="0"/>
            <a:chExt cx="710309" cy="979705"/>
          </a:xfrm>
        </p:grpSpPr>
        <p:sp>
          <p:nvSpPr>
            <p:cNvPr id="1452"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5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457" name="Rectangle 112"/>
          <p:cNvGrpSpPr/>
          <p:nvPr/>
        </p:nvGrpSpPr>
        <p:grpSpPr>
          <a:xfrm>
            <a:off x="12287631" y="2939171"/>
            <a:ext cx="710311" cy="979707"/>
            <a:chOff x="0" y="0"/>
            <a:chExt cx="710309" cy="979705"/>
          </a:xfrm>
        </p:grpSpPr>
        <p:sp>
          <p:nvSpPr>
            <p:cNvPr id="1455"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5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460" name="Rectangle 113"/>
          <p:cNvGrpSpPr/>
          <p:nvPr/>
        </p:nvGrpSpPr>
        <p:grpSpPr>
          <a:xfrm>
            <a:off x="12287632" y="1959431"/>
            <a:ext cx="710311" cy="979707"/>
            <a:chOff x="0" y="0"/>
            <a:chExt cx="710309" cy="979705"/>
          </a:xfrm>
        </p:grpSpPr>
        <p:sp>
          <p:nvSpPr>
            <p:cNvPr id="1458"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5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463" name="Rectangle 114"/>
          <p:cNvGrpSpPr/>
          <p:nvPr/>
        </p:nvGrpSpPr>
        <p:grpSpPr>
          <a:xfrm>
            <a:off x="12287631" y="979736"/>
            <a:ext cx="710311" cy="979707"/>
            <a:chOff x="0" y="0"/>
            <a:chExt cx="710309" cy="979705"/>
          </a:xfrm>
        </p:grpSpPr>
        <p:sp>
          <p:nvSpPr>
            <p:cNvPr id="1461"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62"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1466" name="Rectangle 115"/>
          <p:cNvGrpSpPr/>
          <p:nvPr/>
        </p:nvGrpSpPr>
        <p:grpSpPr>
          <a:xfrm>
            <a:off x="12287631" y="-2"/>
            <a:ext cx="710311" cy="979706"/>
            <a:chOff x="0" y="0"/>
            <a:chExt cx="710309" cy="979705"/>
          </a:xfrm>
        </p:grpSpPr>
        <p:sp>
          <p:nvSpPr>
            <p:cNvPr id="1464"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6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1469" name="Rectangle 118"/>
          <p:cNvGrpSpPr/>
          <p:nvPr/>
        </p:nvGrpSpPr>
        <p:grpSpPr>
          <a:xfrm>
            <a:off x="12997439" y="5715013"/>
            <a:ext cx="710311" cy="1142996"/>
            <a:chOff x="0" y="0"/>
            <a:chExt cx="710309" cy="1142994"/>
          </a:xfrm>
        </p:grpSpPr>
        <p:sp>
          <p:nvSpPr>
            <p:cNvPr id="1467"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6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1472" name="Rectangle 119"/>
          <p:cNvGrpSpPr/>
          <p:nvPr/>
        </p:nvGrpSpPr>
        <p:grpSpPr>
          <a:xfrm>
            <a:off x="12997439" y="4572032"/>
            <a:ext cx="710311" cy="1142996"/>
            <a:chOff x="0" y="0"/>
            <a:chExt cx="710309" cy="1142994"/>
          </a:xfrm>
        </p:grpSpPr>
        <p:sp>
          <p:nvSpPr>
            <p:cNvPr id="1470"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7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1475" name="Rectangle 120"/>
          <p:cNvGrpSpPr/>
          <p:nvPr/>
        </p:nvGrpSpPr>
        <p:grpSpPr>
          <a:xfrm>
            <a:off x="12997439" y="3428998"/>
            <a:ext cx="710311" cy="1142996"/>
            <a:chOff x="0" y="0"/>
            <a:chExt cx="710309" cy="1142994"/>
          </a:xfrm>
        </p:grpSpPr>
        <p:sp>
          <p:nvSpPr>
            <p:cNvPr id="1473"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7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1478" name="Rectangle 121"/>
          <p:cNvGrpSpPr/>
          <p:nvPr/>
        </p:nvGrpSpPr>
        <p:grpSpPr>
          <a:xfrm>
            <a:off x="12997439" y="2286017"/>
            <a:ext cx="710311" cy="1142996"/>
            <a:chOff x="0" y="0"/>
            <a:chExt cx="710309" cy="1142994"/>
          </a:xfrm>
        </p:grpSpPr>
        <p:sp>
          <p:nvSpPr>
            <p:cNvPr id="1476"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7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1481" name="Rectangle 122"/>
          <p:cNvGrpSpPr/>
          <p:nvPr/>
        </p:nvGrpSpPr>
        <p:grpSpPr>
          <a:xfrm>
            <a:off x="12997439" y="1142977"/>
            <a:ext cx="710311" cy="1142997"/>
            <a:chOff x="0" y="-1"/>
            <a:chExt cx="710309" cy="1142995"/>
          </a:xfrm>
        </p:grpSpPr>
        <p:sp>
          <p:nvSpPr>
            <p:cNvPr id="1479"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8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1484" name="Rectangle 123"/>
          <p:cNvGrpSpPr/>
          <p:nvPr/>
        </p:nvGrpSpPr>
        <p:grpSpPr>
          <a:xfrm>
            <a:off x="13706754" y="-2365"/>
            <a:ext cx="710311" cy="1142995"/>
            <a:chOff x="0" y="0"/>
            <a:chExt cx="710309" cy="1142994"/>
          </a:xfrm>
        </p:grpSpPr>
        <p:sp>
          <p:nvSpPr>
            <p:cNvPr id="1482"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1487" name="Rectangle 126"/>
          <p:cNvGrpSpPr/>
          <p:nvPr/>
        </p:nvGrpSpPr>
        <p:grpSpPr>
          <a:xfrm>
            <a:off x="13706756" y="5715013"/>
            <a:ext cx="710311" cy="1142996"/>
            <a:chOff x="0" y="0"/>
            <a:chExt cx="710309" cy="1142994"/>
          </a:xfrm>
        </p:grpSpPr>
        <p:sp>
          <p:nvSpPr>
            <p:cNvPr id="1485"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1490" name="Rectangle 127"/>
          <p:cNvGrpSpPr/>
          <p:nvPr/>
        </p:nvGrpSpPr>
        <p:grpSpPr>
          <a:xfrm>
            <a:off x="13706754" y="4572032"/>
            <a:ext cx="710311" cy="1142996"/>
            <a:chOff x="0" y="0"/>
            <a:chExt cx="710309" cy="1142994"/>
          </a:xfrm>
        </p:grpSpPr>
        <p:sp>
          <p:nvSpPr>
            <p:cNvPr id="1488"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8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1493" name="Rectangle 128"/>
          <p:cNvGrpSpPr/>
          <p:nvPr/>
        </p:nvGrpSpPr>
        <p:grpSpPr>
          <a:xfrm>
            <a:off x="12996453" y="-1157"/>
            <a:ext cx="710311" cy="1142995"/>
            <a:chOff x="0" y="0"/>
            <a:chExt cx="710309" cy="1142994"/>
          </a:xfrm>
        </p:grpSpPr>
        <p:sp>
          <p:nvSpPr>
            <p:cNvPr id="1491"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9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1496" name="Rectangle 129"/>
          <p:cNvGrpSpPr/>
          <p:nvPr/>
        </p:nvGrpSpPr>
        <p:grpSpPr>
          <a:xfrm>
            <a:off x="13706754" y="2286017"/>
            <a:ext cx="710311" cy="1142996"/>
            <a:chOff x="0" y="0"/>
            <a:chExt cx="710309" cy="1142994"/>
          </a:xfrm>
        </p:grpSpPr>
        <p:sp>
          <p:nvSpPr>
            <p:cNvPr id="1494"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9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1499" name="Rectangle 130"/>
          <p:cNvGrpSpPr/>
          <p:nvPr/>
        </p:nvGrpSpPr>
        <p:grpSpPr>
          <a:xfrm>
            <a:off x="13706756" y="1142977"/>
            <a:ext cx="710311" cy="1142997"/>
            <a:chOff x="0" y="-1"/>
            <a:chExt cx="710309" cy="1142995"/>
          </a:xfrm>
        </p:grpSpPr>
        <p:sp>
          <p:nvSpPr>
            <p:cNvPr id="1497"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49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1502" name="Rectangle 131"/>
          <p:cNvGrpSpPr/>
          <p:nvPr/>
        </p:nvGrpSpPr>
        <p:grpSpPr>
          <a:xfrm>
            <a:off x="13706754" y="3427836"/>
            <a:ext cx="710311" cy="1142996"/>
            <a:chOff x="0" y="0"/>
            <a:chExt cx="710309" cy="1142994"/>
          </a:xfrm>
        </p:grpSpPr>
        <p:sp>
          <p:nvSpPr>
            <p:cNvPr id="1500"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1503" name="Picture Placeholder 10"/>
          <p:cNvSpPr/>
          <p:nvPr>
            <p:ph type="pic" sz="half" idx="21"/>
          </p:nvPr>
        </p:nvSpPr>
        <p:spPr>
          <a:xfrm>
            <a:off x="6293563" y="403224"/>
            <a:ext cx="5496879" cy="3288399"/>
          </a:xfrm>
          <a:prstGeom prst="rect">
            <a:avLst/>
          </a:prstGeom>
        </p:spPr>
        <p:txBody>
          <a:bodyPr lIns="91439" tIns="45719" rIns="91439" bIns="45719">
            <a:noAutofit/>
          </a:bodyPr>
          <a:lstStyle/>
          <a:p>
            <a:pPr/>
          </a:p>
        </p:txBody>
      </p:sp>
      <p:sp>
        <p:nvSpPr>
          <p:cNvPr id="1504" name="Picture Placeholder 10"/>
          <p:cNvSpPr/>
          <p:nvPr>
            <p:ph type="pic" sz="half" idx="22"/>
          </p:nvPr>
        </p:nvSpPr>
        <p:spPr>
          <a:xfrm>
            <a:off x="396874" y="403224"/>
            <a:ext cx="5496875" cy="3288399"/>
          </a:xfrm>
          <a:prstGeom prst="rect">
            <a:avLst/>
          </a:prstGeom>
        </p:spPr>
        <p:txBody>
          <a:bodyPr lIns="91439" tIns="45719" rIns="91439" bIns="45719">
            <a:noAutofit/>
          </a:bodyPr>
          <a:lstStyle/>
          <a:p>
            <a:pPr/>
          </a:p>
        </p:txBody>
      </p:sp>
      <p:sp>
        <p:nvSpPr>
          <p:cNvPr id="1505" name="Body Level One…"/>
          <p:cNvSpPr txBox="1"/>
          <p:nvPr>
            <p:ph type="body" sz="quarter" idx="1" hasCustomPrompt="1"/>
          </p:nvPr>
        </p:nvSpPr>
        <p:spPr>
          <a:xfrm>
            <a:off x="397260" y="4828864"/>
            <a:ext cx="5496875" cy="1210975"/>
          </a:xfrm>
          <a:prstGeom prst="rect">
            <a:avLst/>
          </a:prstGeom>
        </p:spPr>
        <p:txBody>
          <a:bodyPr anchor="b"/>
          <a:lstStyle>
            <a:lvl1pPr>
              <a:defRPr sz="2000">
                <a:latin typeface="+mj-lt"/>
                <a:ea typeface="+mj-ea"/>
                <a:cs typeface="+mj-cs"/>
                <a:sym typeface="Mona Sans"/>
              </a:defRPr>
            </a:lvl1pPr>
            <a:lvl2pPr>
              <a:defRPr sz="2000">
                <a:latin typeface="+mj-lt"/>
                <a:ea typeface="+mj-ea"/>
                <a:cs typeface="+mj-cs"/>
                <a:sym typeface="Mona Sans"/>
              </a:defRPr>
            </a:lvl2pPr>
            <a:lvl3pPr>
              <a:defRPr sz="2000">
                <a:latin typeface="+mj-lt"/>
                <a:ea typeface="+mj-ea"/>
                <a:cs typeface="+mj-cs"/>
                <a:sym typeface="Mona Sans"/>
              </a:defRPr>
            </a:lvl3pPr>
            <a:lvl4pPr>
              <a:defRPr sz="2000">
                <a:latin typeface="+mj-lt"/>
                <a:ea typeface="+mj-ea"/>
                <a:cs typeface="+mj-cs"/>
                <a:sym typeface="Mona Sans"/>
              </a:defRPr>
            </a:lvl4pPr>
            <a:lvl5pPr>
              <a:defRPr sz="2000">
                <a:latin typeface="+mj-lt"/>
                <a:ea typeface="+mj-ea"/>
                <a:cs typeface="+mj-cs"/>
                <a:sym typeface="Mona Sans"/>
              </a:defRPr>
            </a:lvl5pPr>
          </a:lstStyle>
          <a:p>
            <a:pPr/>
            <a:r>
              <a:t>Write the speaker bio here</a:t>
            </a:r>
          </a:p>
          <a:p>
            <a:pPr lvl="1"/>
            <a:r>
              <a:t/>
            </a:r>
          </a:p>
          <a:p>
            <a:pPr lvl="2"/>
            <a:r>
              <a:t/>
            </a:r>
          </a:p>
          <a:p>
            <a:pPr lvl="3"/>
            <a:r>
              <a:t/>
            </a:r>
          </a:p>
          <a:p>
            <a:pPr lvl="4"/>
            <a:r>
              <a:t/>
            </a:r>
          </a:p>
        </p:txBody>
      </p:sp>
      <p:sp>
        <p:nvSpPr>
          <p:cNvPr id="1506" name="Text Placeholder 23"/>
          <p:cNvSpPr/>
          <p:nvPr>
            <p:ph type="body" sz="quarter" idx="23" hasCustomPrompt="1"/>
          </p:nvPr>
        </p:nvSpPr>
        <p:spPr>
          <a:xfrm>
            <a:off x="397260" y="3997099"/>
            <a:ext cx="5496875" cy="448780"/>
          </a:xfrm>
          <a:prstGeom prst="rect">
            <a:avLst/>
          </a:prstGeom>
        </p:spPr>
        <p:txBody>
          <a:bodyPr/>
          <a:lstStyle>
            <a:lvl1pPr defTabSz="831771">
              <a:spcBef>
                <a:spcPts val="900"/>
              </a:spcBef>
              <a:defRPr sz="2900"/>
            </a:lvl1pPr>
          </a:lstStyle>
          <a:p>
            <a:pPr/>
            <a:r>
              <a:t>First &amp; last name</a:t>
            </a:r>
          </a:p>
        </p:txBody>
      </p:sp>
      <p:sp>
        <p:nvSpPr>
          <p:cNvPr id="1507" name="Text Placeholder 23"/>
          <p:cNvSpPr/>
          <p:nvPr>
            <p:ph type="body" sz="quarter" idx="24" hasCustomPrompt="1"/>
          </p:nvPr>
        </p:nvSpPr>
        <p:spPr>
          <a:xfrm>
            <a:off x="397260" y="4474536"/>
            <a:ext cx="5496875" cy="222361"/>
          </a:xfrm>
          <a:prstGeom prst="rect">
            <a:avLst/>
          </a:prstGeom>
        </p:spPr>
        <p:txBody>
          <a:bodyPr/>
          <a:lstStyle>
            <a:lvl1pPr>
              <a:defRPr cap="all" sz="1300">
                <a:solidFill>
                  <a:srgbClr val="B0BAC2"/>
                </a:solidFill>
                <a:latin typeface="Mona Sans Mono"/>
                <a:ea typeface="Mona Sans Mono"/>
                <a:cs typeface="Mona Sans Mono"/>
                <a:sym typeface="Mona Sans Mono"/>
              </a:defRPr>
            </a:lvl1pPr>
          </a:lstStyle>
          <a:p>
            <a:pPr/>
            <a:r>
              <a:t>Position title / Company name</a:t>
            </a:r>
          </a:p>
        </p:txBody>
      </p:sp>
      <p:sp>
        <p:nvSpPr>
          <p:cNvPr id="1508" name="Text Placeholder 23"/>
          <p:cNvSpPr/>
          <p:nvPr>
            <p:ph type="body" sz="quarter" idx="25" hasCustomPrompt="1"/>
          </p:nvPr>
        </p:nvSpPr>
        <p:spPr>
          <a:xfrm>
            <a:off x="6293563" y="4828864"/>
            <a:ext cx="5496879" cy="1210975"/>
          </a:xfrm>
          <a:prstGeom prst="rect">
            <a:avLst/>
          </a:prstGeom>
        </p:spPr>
        <p:txBody>
          <a:bodyPr anchor="b"/>
          <a:lstStyle>
            <a:lvl1pPr>
              <a:defRPr sz="2000">
                <a:latin typeface="+mj-lt"/>
                <a:ea typeface="+mj-ea"/>
                <a:cs typeface="+mj-cs"/>
                <a:sym typeface="Mona Sans"/>
              </a:defRPr>
            </a:lvl1pPr>
          </a:lstStyle>
          <a:p>
            <a:pPr/>
            <a:r>
              <a:t>Write the speaker bio here</a:t>
            </a:r>
          </a:p>
        </p:txBody>
      </p:sp>
      <p:sp>
        <p:nvSpPr>
          <p:cNvPr id="1509" name="Text Placeholder 23"/>
          <p:cNvSpPr/>
          <p:nvPr>
            <p:ph type="body" sz="quarter" idx="26" hasCustomPrompt="1"/>
          </p:nvPr>
        </p:nvSpPr>
        <p:spPr>
          <a:xfrm>
            <a:off x="6293563" y="3997099"/>
            <a:ext cx="5496879" cy="448780"/>
          </a:xfrm>
          <a:prstGeom prst="rect">
            <a:avLst/>
          </a:prstGeom>
        </p:spPr>
        <p:txBody>
          <a:bodyPr/>
          <a:lstStyle>
            <a:lvl1pPr defTabSz="831771">
              <a:spcBef>
                <a:spcPts val="900"/>
              </a:spcBef>
              <a:defRPr sz="2900"/>
            </a:lvl1pPr>
          </a:lstStyle>
          <a:p>
            <a:pPr/>
            <a:r>
              <a:t>First &amp; last name</a:t>
            </a:r>
          </a:p>
        </p:txBody>
      </p:sp>
      <p:sp>
        <p:nvSpPr>
          <p:cNvPr id="1510" name="Text Placeholder 23"/>
          <p:cNvSpPr/>
          <p:nvPr>
            <p:ph type="body" sz="quarter" idx="27" hasCustomPrompt="1"/>
          </p:nvPr>
        </p:nvSpPr>
        <p:spPr>
          <a:xfrm>
            <a:off x="6293563" y="4474536"/>
            <a:ext cx="5496879" cy="222361"/>
          </a:xfrm>
          <a:prstGeom prst="rect">
            <a:avLst/>
          </a:prstGeom>
        </p:spPr>
        <p:txBody>
          <a:bodyPr/>
          <a:lstStyle>
            <a:lvl1pPr>
              <a:defRPr cap="all" sz="1300">
                <a:solidFill>
                  <a:srgbClr val="B0BAC2"/>
                </a:solidFill>
                <a:latin typeface="Mona Sans Mono"/>
                <a:ea typeface="Mona Sans Mono"/>
                <a:cs typeface="Mona Sans Mono"/>
                <a:sym typeface="Mona Sans Mono"/>
              </a:defRPr>
            </a:lvl1pPr>
          </a:lstStyle>
          <a:p>
            <a:pPr/>
            <a:r>
              <a:t>Position title / Company name</a:t>
            </a:r>
          </a:p>
        </p:txBody>
      </p:sp>
      <p:sp>
        <p:nvSpPr>
          <p:cNvPr id="1511" name="Rectangle 6"/>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512" name="Rectangle 7"/>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1513" name="Text Placeholder 13"/>
          <p:cNvSpPr/>
          <p:nvPr>
            <p:ph type="body" sz="quarter" idx="28"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15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bio (3)">
    <p:spTree>
      <p:nvGrpSpPr>
        <p:cNvPr id="1" name=""/>
        <p:cNvGrpSpPr/>
        <p:nvPr/>
      </p:nvGrpSpPr>
      <p:grpSpPr>
        <a:xfrm>
          <a:off x="0" y="0"/>
          <a:ext cx="0" cy="0"/>
          <a:chOff x="0" y="0"/>
          <a:chExt cx="0" cy="0"/>
        </a:xfrm>
      </p:grpSpPr>
      <p:grpSp>
        <p:nvGrpSpPr>
          <p:cNvPr id="1523" name="Rectangle 109"/>
          <p:cNvGrpSpPr/>
          <p:nvPr/>
        </p:nvGrpSpPr>
        <p:grpSpPr>
          <a:xfrm>
            <a:off x="12287632" y="5878297"/>
            <a:ext cx="710311" cy="979707"/>
            <a:chOff x="0" y="0"/>
            <a:chExt cx="710309" cy="979705"/>
          </a:xfrm>
        </p:grpSpPr>
        <p:sp>
          <p:nvSpPr>
            <p:cNvPr id="152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2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526" name="Rectangle 110"/>
          <p:cNvGrpSpPr/>
          <p:nvPr/>
        </p:nvGrpSpPr>
        <p:grpSpPr>
          <a:xfrm>
            <a:off x="12287631" y="4898603"/>
            <a:ext cx="710311" cy="979709"/>
            <a:chOff x="0" y="-1"/>
            <a:chExt cx="710309" cy="979708"/>
          </a:xfrm>
        </p:grpSpPr>
        <p:sp>
          <p:nvSpPr>
            <p:cNvPr id="152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2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529" name="Rectangle 111"/>
          <p:cNvGrpSpPr/>
          <p:nvPr/>
        </p:nvGrpSpPr>
        <p:grpSpPr>
          <a:xfrm>
            <a:off x="12287632" y="3918862"/>
            <a:ext cx="710311" cy="979706"/>
            <a:chOff x="0" y="0"/>
            <a:chExt cx="710309" cy="979705"/>
          </a:xfrm>
        </p:grpSpPr>
        <p:sp>
          <p:nvSpPr>
            <p:cNvPr id="152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2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532" name="Rectangle 112"/>
          <p:cNvGrpSpPr/>
          <p:nvPr/>
        </p:nvGrpSpPr>
        <p:grpSpPr>
          <a:xfrm>
            <a:off x="12287631" y="2939171"/>
            <a:ext cx="710311" cy="979707"/>
            <a:chOff x="0" y="0"/>
            <a:chExt cx="710309" cy="979705"/>
          </a:xfrm>
        </p:grpSpPr>
        <p:sp>
          <p:nvSpPr>
            <p:cNvPr id="153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3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535" name="Rectangle 113"/>
          <p:cNvGrpSpPr/>
          <p:nvPr/>
        </p:nvGrpSpPr>
        <p:grpSpPr>
          <a:xfrm>
            <a:off x="12287632" y="1959431"/>
            <a:ext cx="710311" cy="979707"/>
            <a:chOff x="0" y="0"/>
            <a:chExt cx="710309" cy="979705"/>
          </a:xfrm>
        </p:grpSpPr>
        <p:sp>
          <p:nvSpPr>
            <p:cNvPr id="153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3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538" name="Rectangle 114"/>
          <p:cNvGrpSpPr/>
          <p:nvPr/>
        </p:nvGrpSpPr>
        <p:grpSpPr>
          <a:xfrm>
            <a:off x="12287631" y="979736"/>
            <a:ext cx="710311" cy="979707"/>
            <a:chOff x="0" y="0"/>
            <a:chExt cx="710309" cy="979705"/>
          </a:xfrm>
        </p:grpSpPr>
        <p:sp>
          <p:nvSpPr>
            <p:cNvPr id="153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3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1541" name="Rectangle 115"/>
          <p:cNvGrpSpPr/>
          <p:nvPr/>
        </p:nvGrpSpPr>
        <p:grpSpPr>
          <a:xfrm>
            <a:off x="12287631" y="-2"/>
            <a:ext cx="710311" cy="979706"/>
            <a:chOff x="0" y="0"/>
            <a:chExt cx="710309" cy="979705"/>
          </a:xfrm>
        </p:grpSpPr>
        <p:sp>
          <p:nvSpPr>
            <p:cNvPr id="153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4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1544" name="Rectangle 118"/>
          <p:cNvGrpSpPr/>
          <p:nvPr/>
        </p:nvGrpSpPr>
        <p:grpSpPr>
          <a:xfrm>
            <a:off x="12997439" y="5715013"/>
            <a:ext cx="710311" cy="1142996"/>
            <a:chOff x="0" y="0"/>
            <a:chExt cx="710309" cy="1142994"/>
          </a:xfrm>
        </p:grpSpPr>
        <p:sp>
          <p:nvSpPr>
            <p:cNvPr id="154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4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1547" name="Rectangle 119"/>
          <p:cNvGrpSpPr/>
          <p:nvPr/>
        </p:nvGrpSpPr>
        <p:grpSpPr>
          <a:xfrm>
            <a:off x="12997439" y="4572032"/>
            <a:ext cx="710311" cy="1142996"/>
            <a:chOff x="0" y="0"/>
            <a:chExt cx="710309" cy="1142994"/>
          </a:xfrm>
        </p:grpSpPr>
        <p:sp>
          <p:nvSpPr>
            <p:cNvPr id="154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1550" name="Rectangle 120"/>
          <p:cNvGrpSpPr/>
          <p:nvPr/>
        </p:nvGrpSpPr>
        <p:grpSpPr>
          <a:xfrm>
            <a:off x="12997439" y="3428998"/>
            <a:ext cx="710311" cy="1142996"/>
            <a:chOff x="0" y="0"/>
            <a:chExt cx="710309" cy="1142994"/>
          </a:xfrm>
        </p:grpSpPr>
        <p:sp>
          <p:nvSpPr>
            <p:cNvPr id="154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4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1553" name="Rectangle 121"/>
          <p:cNvGrpSpPr/>
          <p:nvPr/>
        </p:nvGrpSpPr>
        <p:grpSpPr>
          <a:xfrm>
            <a:off x="12997439" y="2286017"/>
            <a:ext cx="710311" cy="1142996"/>
            <a:chOff x="0" y="0"/>
            <a:chExt cx="710309" cy="1142994"/>
          </a:xfrm>
        </p:grpSpPr>
        <p:sp>
          <p:nvSpPr>
            <p:cNvPr id="155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5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1556" name="Rectangle 122"/>
          <p:cNvGrpSpPr/>
          <p:nvPr/>
        </p:nvGrpSpPr>
        <p:grpSpPr>
          <a:xfrm>
            <a:off x="12997439" y="1142977"/>
            <a:ext cx="710311" cy="1142997"/>
            <a:chOff x="0" y="-1"/>
            <a:chExt cx="710309" cy="1142995"/>
          </a:xfrm>
        </p:grpSpPr>
        <p:sp>
          <p:nvSpPr>
            <p:cNvPr id="155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5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1559" name="Rectangle 123"/>
          <p:cNvGrpSpPr/>
          <p:nvPr/>
        </p:nvGrpSpPr>
        <p:grpSpPr>
          <a:xfrm>
            <a:off x="13706754" y="-2365"/>
            <a:ext cx="710311" cy="1142995"/>
            <a:chOff x="0" y="0"/>
            <a:chExt cx="710309" cy="1142994"/>
          </a:xfrm>
        </p:grpSpPr>
        <p:sp>
          <p:nvSpPr>
            <p:cNvPr id="155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5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1562" name="Rectangle 126"/>
          <p:cNvGrpSpPr/>
          <p:nvPr/>
        </p:nvGrpSpPr>
        <p:grpSpPr>
          <a:xfrm>
            <a:off x="13706756" y="5715013"/>
            <a:ext cx="710311" cy="1142996"/>
            <a:chOff x="0" y="0"/>
            <a:chExt cx="710309" cy="1142994"/>
          </a:xfrm>
        </p:grpSpPr>
        <p:sp>
          <p:nvSpPr>
            <p:cNvPr id="156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1565" name="Rectangle 127"/>
          <p:cNvGrpSpPr/>
          <p:nvPr/>
        </p:nvGrpSpPr>
        <p:grpSpPr>
          <a:xfrm>
            <a:off x="13706754" y="4572032"/>
            <a:ext cx="710311" cy="1142996"/>
            <a:chOff x="0" y="0"/>
            <a:chExt cx="710309" cy="1142994"/>
          </a:xfrm>
        </p:grpSpPr>
        <p:sp>
          <p:nvSpPr>
            <p:cNvPr id="156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6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1568" name="Rectangle 128"/>
          <p:cNvGrpSpPr/>
          <p:nvPr/>
        </p:nvGrpSpPr>
        <p:grpSpPr>
          <a:xfrm>
            <a:off x="12996453" y="-1157"/>
            <a:ext cx="710311" cy="1142995"/>
            <a:chOff x="0" y="0"/>
            <a:chExt cx="710309" cy="1142994"/>
          </a:xfrm>
        </p:grpSpPr>
        <p:sp>
          <p:nvSpPr>
            <p:cNvPr id="156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6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1571" name="Rectangle 129"/>
          <p:cNvGrpSpPr/>
          <p:nvPr/>
        </p:nvGrpSpPr>
        <p:grpSpPr>
          <a:xfrm>
            <a:off x="13706754" y="2286017"/>
            <a:ext cx="710311" cy="1142996"/>
            <a:chOff x="0" y="0"/>
            <a:chExt cx="710309" cy="1142994"/>
          </a:xfrm>
        </p:grpSpPr>
        <p:sp>
          <p:nvSpPr>
            <p:cNvPr id="156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1574" name="Rectangle 130"/>
          <p:cNvGrpSpPr/>
          <p:nvPr/>
        </p:nvGrpSpPr>
        <p:grpSpPr>
          <a:xfrm>
            <a:off x="13706756" y="1142977"/>
            <a:ext cx="710311" cy="1142997"/>
            <a:chOff x="0" y="-1"/>
            <a:chExt cx="710309" cy="1142995"/>
          </a:xfrm>
        </p:grpSpPr>
        <p:sp>
          <p:nvSpPr>
            <p:cNvPr id="157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7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1577" name="Rectangle 131"/>
          <p:cNvGrpSpPr/>
          <p:nvPr/>
        </p:nvGrpSpPr>
        <p:grpSpPr>
          <a:xfrm>
            <a:off x="13706754" y="3427836"/>
            <a:ext cx="710311" cy="1142996"/>
            <a:chOff x="0" y="0"/>
            <a:chExt cx="710309" cy="1142994"/>
          </a:xfrm>
        </p:grpSpPr>
        <p:sp>
          <p:nvSpPr>
            <p:cNvPr id="157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7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1578" name="Picture Placeholder 10"/>
          <p:cNvSpPr/>
          <p:nvPr>
            <p:ph type="pic" sz="quarter" idx="21"/>
          </p:nvPr>
        </p:nvSpPr>
        <p:spPr>
          <a:xfrm>
            <a:off x="396874" y="403224"/>
            <a:ext cx="3527467" cy="3288399"/>
          </a:xfrm>
          <a:prstGeom prst="rect">
            <a:avLst/>
          </a:prstGeom>
        </p:spPr>
        <p:txBody>
          <a:bodyPr lIns="91439" tIns="45719" rIns="91439" bIns="45719">
            <a:noAutofit/>
          </a:bodyPr>
          <a:lstStyle/>
          <a:p>
            <a:pPr/>
          </a:p>
        </p:txBody>
      </p:sp>
      <p:sp>
        <p:nvSpPr>
          <p:cNvPr id="1579" name="Picture Placeholder 10"/>
          <p:cNvSpPr/>
          <p:nvPr>
            <p:ph type="pic" sz="quarter" idx="22"/>
          </p:nvPr>
        </p:nvSpPr>
        <p:spPr>
          <a:xfrm>
            <a:off x="4323784" y="403224"/>
            <a:ext cx="3527468" cy="3288399"/>
          </a:xfrm>
          <a:prstGeom prst="rect">
            <a:avLst/>
          </a:prstGeom>
        </p:spPr>
        <p:txBody>
          <a:bodyPr lIns="91439" tIns="45719" rIns="91439" bIns="45719">
            <a:noAutofit/>
          </a:bodyPr>
          <a:lstStyle/>
          <a:p>
            <a:pPr/>
          </a:p>
        </p:txBody>
      </p:sp>
      <p:sp>
        <p:nvSpPr>
          <p:cNvPr id="1580" name="Picture Placeholder 10"/>
          <p:cNvSpPr/>
          <p:nvPr>
            <p:ph type="pic" sz="quarter" idx="23"/>
          </p:nvPr>
        </p:nvSpPr>
        <p:spPr>
          <a:xfrm>
            <a:off x="8250694" y="403224"/>
            <a:ext cx="3527465" cy="3288399"/>
          </a:xfrm>
          <a:prstGeom prst="rect">
            <a:avLst/>
          </a:prstGeom>
        </p:spPr>
        <p:txBody>
          <a:bodyPr lIns="91439" tIns="45719" rIns="91439" bIns="45719">
            <a:noAutofit/>
          </a:bodyPr>
          <a:lstStyle/>
          <a:p>
            <a:pPr/>
          </a:p>
        </p:txBody>
      </p:sp>
      <p:sp>
        <p:nvSpPr>
          <p:cNvPr id="1581" name="Body Level One…"/>
          <p:cNvSpPr txBox="1"/>
          <p:nvPr>
            <p:ph type="body" sz="quarter" idx="1" hasCustomPrompt="1"/>
          </p:nvPr>
        </p:nvSpPr>
        <p:spPr>
          <a:xfrm>
            <a:off x="397260" y="4828864"/>
            <a:ext cx="3527467" cy="1210975"/>
          </a:xfrm>
          <a:prstGeom prst="rect">
            <a:avLst/>
          </a:prstGeom>
        </p:spPr>
        <p:txBody>
          <a:bodyPr anchor="b"/>
          <a:lstStyle>
            <a:lvl1pPr>
              <a:defRPr sz="2000">
                <a:latin typeface="+mj-lt"/>
                <a:ea typeface="+mj-ea"/>
                <a:cs typeface="+mj-cs"/>
                <a:sym typeface="Mona Sans"/>
              </a:defRPr>
            </a:lvl1pPr>
            <a:lvl2pPr>
              <a:defRPr sz="2000">
                <a:latin typeface="+mj-lt"/>
                <a:ea typeface="+mj-ea"/>
                <a:cs typeface="+mj-cs"/>
                <a:sym typeface="Mona Sans"/>
              </a:defRPr>
            </a:lvl2pPr>
            <a:lvl3pPr>
              <a:defRPr sz="2000">
                <a:latin typeface="+mj-lt"/>
                <a:ea typeface="+mj-ea"/>
                <a:cs typeface="+mj-cs"/>
                <a:sym typeface="Mona Sans"/>
              </a:defRPr>
            </a:lvl3pPr>
            <a:lvl4pPr>
              <a:defRPr sz="2000">
                <a:latin typeface="+mj-lt"/>
                <a:ea typeface="+mj-ea"/>
                <a:cs typeface="+mj-cs"/>
                <a:sym typeface="Mona Sans"/>
              </a:defRPr>
            </a:lvl4pPr>
            <a:lvl5pPr>
              <a:defRPr sz="2000">
                <a:latin typeface="+mj-lt"/>
                <a:ea typeface="+mj-ea"/>
                <a:cs typeface="+mj-cs"/>
                <a:sym typeface="Mona Sans"/>
              </a:defRPr>
            </a:lvl5pPr>
          </a:lstStyle>
          <a:p>
            <a:pPr/>
            <a:r>
              <a:t>Write the speaker bio here</a:t>
            </a:r>
          </a:p>
          <a:p>
            <a:pPr lvl="1"/>
            <a:r>
              <a:t/>
            </a:r>
          </a:p>
          <a:p>
            <a:pPr lvl="2"/>
            <a:r>
              <a:t/>
            </a:r>
          </a:p>
          <a:p>
            <a:pPr lvl="3"/>
            <a:r>
              <a:t/>
            </a:r>
          </a:p>
          <a:p>
            <a:pPr lvl="4"/>
            <a:r>
              <a:t/>
            </a:r>
          </a:p>
        </p:txBody>
      </p:sp>
      <p:sp>
        <p:nvSpPr>
          <p:cNvPr id="1582" name="Text Placeholder 23"/>
          <p:cNvSpPr/>
          <p:nvPr>
            <p:ph type="body" sz="quarter" idx="24" hasCustomPrompt="1"/>
          </p:nvPr>
        </p:nvSpPr>
        <p:spPr>
          <a:xfrm>
            <a:off x="397257" y="3997099"/>
            <a:ext cx="3527471" cy="448780"/>
          </a:xfrm>
          <a:prstGeom prst="rect">
            <a:avLst/>
          </a:prstGeom>
        </p:spPr>
        <p:txBody>
          <a:bodyPr/>
          <a:lstStyle>
            <a:lvl1pPr defTabSz="831771">
              <a:spcBef>
                <a:spcPts val="900"/>
              </a:spcBef>
              <a:defRPr sz="2900"/>
            </a:lvl1pPr>
          </a:lstStyle>
          <a:p>
            <a:pPr/>
            <a:r>
              <a:t>First &amp; last name</a:t>
            </a:r>
          </a:p>
        </p:txBody>
      </p:sp>
      <p:sp>
        <p:nvSpPr>
          <p:cNvPr id="1583" name="Text Placeholder 23"/>
          <p:cNvSpPr/>
          <p:nvPr>
            <p:ph type="body" sz="quarter" idx="25" hasCustomPrompt="1"/>
          </p:nvPr>
        </p:nvSpPr>
        <p:spPr>
          <a:xfrm>
            <a:off x="397257" y="4474536"/>
            <a:ext cx="3527471" cy="222361"/>
          </a:xfrm>
          <a:prstGeom prst="rect">
            <a:avLst/>
          </a:prstGeom>
        </p:spPr>
        <p:txBody>
          <a:bodyPr/>
          <a:lstStyle>
            <a:lvl1pPr>
              <a:defRPr cap="all" sz="1300">
                <a:solidFill>
                  <a:srgbClr val="B0BAC2"/>
                </a:solidFill>
                <a:latin typeface="Mona Sans Mono"/>
                <a:ea typeface="Mona Sans Mono"/>
                <a:cs typeface="Mona Sans Mono"/>
                <a:sym typeface="Mona Sans Mono"/>
              </a:defRPr>
            </a:lvl1pPr>
          </a:lstStyle>
          <a:p>
            <a:pPr/>
            <a:r>
              <a:t>Position title / Company name</a:t>
            </a:r>
          </a:p>
        </p:txBody>
      </p:sp>
      <p:sp>
        <p:nvSpPr>
          <p:cNvPr id="1584" name="Text Placeholder 23"/>
          <p:cNvSpPr/>
          <p:nvPr>
            <p:ph type="body" sz="quarter" idx="26" hasCustomPrompt="1"/>
          </p:nvPr>
        </p:nvSpPr>
        <p:spPr>
          <a:xfrm>
            <a:off x="4330236" y="4828864"/>
            <a:ext cx="3527467" cy="1210975"/>
          </a:xfrm>
          <a:prstGeom prst="rect">
            <a:avLst/>
          </a:prstGeom>
        </p:spPr>
        <p:txBody>
          <a:bodyPr anchor="b"/>
          <a:lstStyle>
            <a:lvl1pPr>
              <a:defRPr sz="2000">
                <a:latin typeface="+mj-lt"/>
                <a:ea typeface="+mj-ea"/>
                <a:cs typeface="+mj-cs"/>
                <a:sym typeface="Mona Sans"/>
              </a:defRPr>
            </a:lvl1pPr>
          </a:lstStyle>
          <a:p>
            <a:pPr/>
            <a:r>
              <a:t>Write the speaker bio here</a:t>
            </a:r>
          </a:p>
        </p:txBody>
      </p:sp>
      <p:sp>
        <p:nvSpPr>
          <p:cNvPr id="1585" name="Text Placeholder 23"/>
          <p:cNvSpPr/>
          <p:nvPr>
            <p:ph type="body" sz="quarter" idx="27" hasCustomPrompt="1"/>
          </p:nvPr>
        </p:nvSpPr>
        <p:spPr>
          <a:xfrm>
            <a:off x="4330236" y="3997099"/>
            <a:ext cx="3527467" cy="448780"/>
          </a:xfrm>
          <a:prstGeom prst="rect">
            <a:avLst/>
          </a:prstGeom>
        </p:spPr>
        <p:txBody>
          <a:bodyPr/>
          <a:lstStyle>
            <a:lvl1pPr defTabSz="831771">
              <a:spcBef>
                <a:spcPts val="900"/>
              </a:spcBef>
              <a:defRPr sz="2900"/>
            </a:lvl1pPr>
          </a:lstStyle>
          <a:p>
            <a:pPr/>
            <a:r>
              <a:t>First &amp; last name</a:t>
            </a:r>
          </a:p>
        </p:txBody>
      </p:sp>
      <p:sp>
        <p:nvSpPr>
          <p:cNvPr id="1586" name="Text Placeholder 23"/>
          <p:cNvSpPr/>
          <p:nvPr>
            <p:ph type="body" sz="quarter" idx="28" hasCustomPrompt="1"/>
          </p:nvPr>
        </p:nvSpPr>
        <p:spPr>
          <a:xfrm>
            <a:off x="4330236" y="4474536"/>
            <a:ext cx="3527467" cy="222361"/>
          </a:xfrm>
          <a:prstGeom prst="rect">
            <a:avLst/>
          </a:prstGeom>
        </p:spPr>
        <p:txBody>
          <a:bodyPr/>
          <a:lstStyle>
            <a:lvl1pPr>
              <a:defRPr cap="all" sz="1300">
                <a:solidFill>
                  <a:srgbClr val="B0BAC2"/>
                </a:solidFill>
                <a:latin typeface="Mona Sans Mono"/>
                <a:ea typeface="Mona Sans Mono"/>
                <a:cs typeface="Mona Sans Mono"/>
                <a:sym typeface="Mona Sans Mono"/>
              </a:defRPr>
            </a:lvl1pPr>
          </a:lstStyle>
          <a:p>
            <a:pPr/>
            <a:r>
              <a:t>Position title / Company name</a:t>
            </a:r>
          </a:p>
        </p:txBody>
      </p:sp>
      <p:sp>
        <p:nvSpPr>
          <p:cNvPr id="1587" name="Text Placeholder 23"/>
          <p:cNvSpPr/>
          <p:nvPr>
            <p:ph type="body" sz="quarter" idx="29" hasCustomPrompt="1"/>
          </p:nvPr>
        </p:nvSpPr>
        <p:spPr>
          <a:xfrm>
            <a:off x="8255850" y="4828864"/>
            <a:ext cx="3527467" cy="1210975"/>
          </a:xfrm>
          <a:prstGeom prst="rect">
            <a:avLst/>
          </a:prstGeom>
        </p:spPr>
        <p:txBody>
          <a:bodyPr anchor="b"/>
          <a:lstStyle>
            <a:lvl1pPr>
              <a:defRPr sz="2000">
                <a:latin typeface="+mj-lt"/>
                <a:ea typeface="+mj-ea"/>
                <a:cs typeface="+mj-cs"/>
                <a:sym typeface="Mona Sans"/>
              </a:defRPr>
            </a:lvl1pPr>
          </a:lstStyle>
          <a:p>
            <a:pPr/>
            <a:r>
              <a:t>Write the speaker bio here</a:t>
            </a:r>
          </a:p>
        </p:txBody>
      </p:sp>
      <p:sp>
        <p:nvSpPr>
          <p:cNvPr id="1588" name="Text Placeholder 23"/>
          <p:cNvSpPr/>
          <p:nvPr>
            <p:ph type="body" sz="quarter" idx="30" hasCustomPrompt="1"/>
          </p:nvPr>
        </p:nvSpPr>
        <p:spPr>
          <a:xfrm>
            <a:off x="8255850" y="3997099"/>
            <a:ext cx="3527467" cy="448780"/>
          </a:xfrm>
          <a:prstGeom prst="rect">
            <a:avLst/>
          </a:prstGeom>
        </p:spPr>
        <p:txBody>
          <a:bodyPr/>
          <a:lstStyle>
            <a:lvl1pPr defTabSz="831771">
              <a:spcBef>
                <a:spcPts val="900"/>
              </a:spcBef>
              <a:defRPr sz="2900"/>
            </a:lvl1pPr>
          </a:lstStyle>
          <a:p>
            <a:pPr/>
            <a:r>
              <a:t>First &amp; last name</a:t>
            </a:r>
          </a:p>
        </p:txBody>
      </p:sp>
      <p:sp>
        <p:nvSpPr>
          <p:cNvPr id="1589" name="Text Placeholder 23"/>
          <p:cNvSpPr/>
          <p:nvPr>
            <p:ph type="body" sz="quarter" idx="31" hasCustomPrompt="1"/>
          </p:nvPr>
        </p:nvSpPr>
        <p:spPr>
          <a:xfrm>
            <a:off x="8255850" y="4474536"/>
            <a:ext cx="3527467" cy="222361"/>
          </a:xfrm>
          <a:prstGeom prst="rect">
            <a:avLst/>
          </a:prstGeom>
        </p:spPr>
        <p:txBody>
          <a:bodyPr/>
          <a:lstStyle>
            <a:lvl1pPr>
              <a:defRPr cap="all" sz="1300">
                <a:solidFill>
                  <a:srgbClr val="B0BAC2"/>
                </a:solidFill>
                <a:latin typeface="Mona Sans Mono"/>
                <a:ea typeface="Mona Sans Mono"/>
                <a:cs typeface="Mona Sans Mono"/>
                <a:sym typeface="Mona Sans Mono"/>
              </a:defRPr>
            </a:lvl1pPr>
          </a:lstStyle>
          <a:p>
            <a:pPr/>
            <a:r>
              <a:t>Position title / Company name</a:t>
            </a:r>
          </a:p>
        </p:txBody>
      </p:sp>
      <p:sp>
        <p:nvSpPr>
          <p:cNvPr id="1590" name="Rectangle 6"/>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591" name="Rectangle 7"/>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1592" name="Text Placeholder 13"/>
          <p:cNvSpPr/>
          <p:nvPr>
            <p:ph type="body" sz="quarter" idx="32"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15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bio (4)">
    <p:spTree>
      <p:nvGrpSpPr>
        <p:cNvPr id="1" name=""/>
        <p:cNvGrpSpPr/>
        <p:nvPr/>
      </p:nvGrpSpPr>
      <p:grpSpPr>
        <a:xfrm>
          <a:off x="0" y="0"/>
          <a:ext cx="0" cy="0"/>
          <a:chOff x="0" y="0"/>
          <a:chExt cx="0" cy="0"/>
        </a:xfrm>
      </p:grpSpPr>
      <p:grpSp>
        <p:nvGrpSpPr>
          <p:cNvPr id="1602" name="Rectangle 109"/>
          <p:cNvGrpSpPr/>
          <p:nvPr/>
        </p:nvGrpSpPr>
        <p:grpSpPr>
          <a:xfrm>
            <a:off x="12287632" y="5878297"/>
            <a:ext cx="710311" cy="979707"/>
            <a:chOff x="0" y="0"/>
            <a:chExt cx="710309" cy="979705"/>
          </a:xfrm>
        </p:grpSpPr>
        <p:sp>
          <p:nvSpPr>
            <p:cNvPr id="1600"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0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605" name="Rectangle 110"/>
          <p:cNvGrpSpPr/>
          <p:nvPr/>
        </p:nvGrpSpPr>
        <p:grpSpPr>
          <a:xfrm>
            <a:off x="12287631" y="4898603"/>
            <a:ext cx="710311" cy="979709"/>
            <a:chOff x="0" y="-1"/>
            <a:chExt cx="710309" cy="979708"/>
          </a:xfrm>
        </p:grpSpPr>
        <p:sp>
          <p:nvSpPr>
            <p:cNvPr id="1603"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04"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608" name="Rectangle 111"/>
          <p:cNvGrpSpPr/>
          <p:nvPr/>
        </p:nvGrpSpPr>
        <p:grpSpPr>
          <a:xfrm>
            <a:off x="12287632" y="3918862"/>
            <a:ext cx="710311" cy="979706"/>
            <a:chOff x="0" y="0"/>
            <a:chExt cx="710309" cy="979705"/>
          </a:xfrm>
        </p:grpSpPr>
        <p:sp>
          <p:nvSpPr>
            <p:cNvPr id="1606"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0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611" name="Rectangle 112"/>
          <p:cNvGrpSpPr/>
          <p:nvPr/>
        </p:nvGrpSpPr>
        <p:grpSpPr>
          <a:xfrm>
            <a:off x="12287631" y="2939171"/>
            <a:ext cx="710311" cy="979707"/>
            <a:chOff x="0" y="0"/>
            <a:chExt cx="710309" cy="979705"/>
          </a:xfrm>
        </p:grpSpPr>
        <p:sp>
          <p:nvSpPr>
            <p:cNvPr id="1609"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1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614" name="Rectangle 113"/>
          <p:cNvGrpSpPr/>
          <p:nvPr/>
        </p:nvGrpSpPr>
        <p:grpSpPr>
          <a:xfrm>
            <a:off x="12287632" y="1959431"/>
            <a:ext cx="710311" cy="979707"/>
            <a:chOff x="0" y="0"/>
            <a:chExt cx="710309" cy="979705"/>
          </a:xfrm>
        </p:grpSpPr>
        <p:sp>
          <p:nvSpPr>
            <p:cNvPr id="1612"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1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617" name="Rectangle 114"/>
          <p:cNvGrpSpPr/>
          <p:nvPr/>
        </p:nvGrpSpPr>
        <p:grpSpPr>
          <a:xfrm>
            <a:off x="12287631" y="979736"/>
            <a:ext cx="710311" cy="979707"/>
            <a:chOff x="0" y="0"/>
            <a:chExt cx="710309" cy="979705"/>
          </a:xfrm>
        </p:grpSpPr>
        <p:sp>
          <p:nvSpPr>
            <p:cNvPr id="1615"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16"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1620" name="Rectangle 115"/>
          <p:cNvGrpSpPr/>
          <p:nvPr/>
        </p:nvGrpSpPr>
        <p:grpSpPr>
          <a:xfrm>
            <a:off x="12287631" y="-2"/>
            <a:ext cx="710311" cy="979706"/>
            <a:chOff x="0" y="0"/>
            <a:chExt cx="710309" cy="979705"/>
          </a:xfrm>
        </p:grpSpPr>
        <p:sp>
          <p:nvSpPr>
            <p:cNvPr id="1618"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1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1623" name="Rectangle 118"/>
          <p:cNvGrpSpPr/>
          <p:nvPr/>
        </p:nvGrpSpPr>
        <p:grpSpPr>
          <a:xfrm>
            <a:off x="12997439" y="5715013"/>
            <a:ext cx="710311" cy="1142996"/>
            <a:chOff x="0" y="0"/>
            <a:chExt cx="710309" cy="1142994"/>
          </a:xfrm>
        </p:grpSpPr>
        <p:sp>
          <p:nvSpPr>
            <p:cNvPr id="1621"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1626" name="Rectangle 119"/>
          <p:cNvGrpSpPr/>
          <p:nvPr/>
        </p:nvGrpSpPr>
        <p:grpSpPr>
          <a:xfrm>
            <a:off x="12997439" y="4572032"/>
            <a:ext cx="710311" cy="1142996"/>
            <a:chOff x="0" y="0"/>
            <a:chExt cx="710309" cy="1142994"/>
          </a:xfrm>
        </p:grpSpPr>
        <p:sp>
          <p:nvSpPr>
            <p:cNvPr id="1624"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2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1629" name="Rectangle 120"/>
          <p:cNvGrpSpPr/>
          <p:nvPr/>
        </p:nvGrpSpPr>
        <p:grpSpPr>
          <a:xfrm>
            <a:off x="12997439" y="3428998"/>
            <a:ext cx="710311" cy="1142996"/>
            <a:chOff x="0" y="0"/>
            <a:chExt cx="710309" cy="1142994"/>
          </a:xfrm>
        </p:grpSpPr>
        <p:sp>
          <p:nvSpPr>
            <p:cNvPr id="1627"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1632" name="Rectangle 121"/>
          <p:cNvGrpSpPr/>
          <p:nvPr/>
        </p:nvGrpSpPr>
        <p:grpSpPr>
          <a:xfrm>
            <a:off x="12997439" y="2286017"/>
            <a:ext cx="710311" cy="1142996"/>
            <a:chOff x="0" y="0"/>
            <a:chExt cx="710309" cy="1142994"/>
          </a:xfrm>
        </p:grpSpPr>
        <p:sp>
          <p:nvSpPr>
            <p:cNvPr id="1630"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3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1635" name="Rectangle 122"/>
          <p:cNvGrpSpPr/>
          <p:nvPr/>
        </p:nvGrpSpPr>
        <p:grpSpPr>
          <a:xfrm>
            <a:off x="12997439" y="1142977"/>
            <a:ext cx="710311" cy="1142997"/>
            <a:chOff x="0" y="-1"/>
            <a:chExt cx="710309" cy="1142995"/>
          </a:xfrm>
        </p:grpSpPr>
        <p:sp>
          <p:nvSpPr>
            <p:cNvPr id="1633"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3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1638" name="Rectangle 123"/>
          <p:cNvGrpSpPr/>
          <p:nvPr/>
        </p:nvGrpSpPr>
        <p:grpSpPr>
          <a:xfrm>
            <a:off x="13706754" y="-2365"/>
            <a:ext cx="710311" cy="1142995"/>
            <a:chOff x="0" y="0"/>
            <a:chExt cx="710309" cy="1142994"/>
          </a:xfrm>
        </p:grpSpPr>
        <p:sp>
          <p:nvSpPr>
            <p:cNvPr id="1636"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3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1641" name="Rectangle 126"/>
          <p:cNvGrpSpPr/>
          <p:nvPr/>
        </p:nvGrpSpPr>
        <p:grpSpPr>
          <a:xfrm>
            <a:off x="13706756" y="5715013"/>
            <a:ext cx="710311" cy="1142996"/>
            <a:chOff x="0" y="0"/>
            <a:chExt cx="710309" cy="1142994"/>
          </a:xfrm>
        </p:grpSpPr>
        <p:sp>
          <p:nvSpPr>
            <p:cNvPr id="1639"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4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1644" name="Rectangle 127"/>
          <p:cNvGrpSpPr/>
          <p:nvPr/>
        </p:nvGrpSpPr>
        <p:grpSpPr>
          <a:xfrm>
            <a:off x="13706754" y="4572032"/>
            <a:ext cx="710311" cy="1142996"/>
            <a:chOff x="0" y="0"/>
            <a:chExt cx="710309" cy="1142994"/>
          </a:xfrm>
        </p:grpSpPr>
        <p:sp>
          <p:nvSpPr>
            <p:cNvPr id="1642"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4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1647" name="Rectangle 128"/>
          <p:cNvGrpSpPr/>
          <p:nvPr/>
        </p:nvGrpSpPr>
        <p:grpSpPr>
          <a:xfrm>
            <a:off x="12996453" y="-1157"/>
            <a:ext cx="710311" cy="1142995"/>
            <a:chOff x="0" y="0"/>
            <a:chExt cx="710309" cy="1142994"/>
          </a:xfrm>
        </p:grpSpPr>
        <p:sp>
          <p:nvSpPr>
            <p:cNvPr id="1645"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1650" name="Rectangle 129"/>
          <p:cNvGrpSpPr/>
          <p:nvPr/>
        </p:nvGrpSpPr>
        <p:grpSpPr>
          <a:xfrm>
            <a:off x="13706754" y="2286017"/>
            <a:ext cx="710311" cy="1142996"/>
            <a:chOff x="0" y="0"/>
            <a:chExt cx="710309" cy="1142994"/>
          </a:xfrm>
        </p:grpSpPr>
        <p:sp>
          <p:nvSpPr>
            <p:cNvPr id="1648"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4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1653" name="Rectangle 130"/>
          <p:cNvGrpSpPr/>
          <p:nvPr/>
        </p:nvGrpSpPr>
        <p:grpSpPr>
          <a:xfrm>
            <a:off x="13706756" y="1142977"/>
            <a:ext cx="710311" cy="1142997"/>
            <a:chOff x="0" y="-1"/>
            <a:chExt cx="710309" cy="1142995"/>
          </a:xfrm>
        </p:grpSpPr>
        <p:sp>
          <p:nvSpPr>
            <p:cNvPr id="1651"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5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1656" name="Rectangle 131"/>
          <p:cNvGrpSpPr/>
          <p:nvPr/>
        </p:nvGrpSpPr>
        <p:grpSpPr>
          <a:xfrm>
            <a:off x="13706754" y="3427836"/>
            <a:ext cx="710311" cy="1142996"/>
            <a:chOff x="0" y="0"/>
            <a:chExt cx="710309" cy="1142994"/>
          </a:xfrm>
        </p:grpSpPr>
        <p:sp>
          <p:nvSpPr>
            <p:cNvPr id="1654"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5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1657" name="Picture Placeholder 10"/>
          <p:cNvSpPr/>
          <p:nvPr>
            <p:ph type="pic" sz="quarter" idx="21"/>
          </p:nvPr>
        </p:nvSpPr>
        <p:spPr>
          <a:xfrm>
            <a:off x="396875" y="403224"/>
            <a:ext cx="2539328" cy="3288399"/>
          </a:xfrm>
          <a:prstGeom prst="rect">
            <a:avLst/>
          </a:prstGeom>
        </p:spPr>
        <p:txBody>
          <a:bodyPr lIns="91439" tIns="45719" rIns="91439" bIns="45719">
            <a:noAutofit/>
          </a:bodyPr>
          <a:lstStyle/>
          <a:p>
            <a:pPr/>
          </a:p>
        </p:txBody>
      </p:sp>
      <p:sp>
        <p:nvSpPr>
          <p:cNvPr id="1658" name="Body Level One…"/>
          <p:cNvSpPr txBox="1"/>
          <p:nvPr>
            <p:ph type="body" sz="quarter" idx="1" hasCustomPrompt="1"/>
          </p:nvPr>
        </p:nvSpPr>
        <p:spPr>
          <a:xfrm>
            <a:off x="399150" y="4828864"/>
            <a:ext cx="2546482" cy="1210975"/>
          </a:xfrm>
          <a:prstGeom prst="rect">
            <a:avLst/>
          </a:prstGeom>
        </p:spPr>
        <p:txBody>
          <a:bodyPr anchor="b"/>
          <a:lstStyle>
            <a:lvl1pPr>
              <a:defRPr sz="1600">
                <a:latin typeface="+mj-lt"/>
                <a:ea typeface="+mj-ea"/>
                <a:cs typeface="+mj-cs"/>
                <a:sym typeface="Mona Sans"/>
              </a:defRPr>
            </a:lvl1pPr>
            <a:lvl2pPr>
              <a:defRPr sz="1600">
                <a:latin typeface="+mj-lt"/>
                <a:ea typeface="+mj-ea"/>
                <a:cs typeface="+mj-cs"/>
                <a:sym typeface="Mona Sans"/>
              </a:defRPr>
            </a:lvl2pPr>
            <a:lvl3pPr>
              <a:defRPr sz="1600">
                <a:latin typeface="+mj-lt"/>
                <a:ea typeface="+mj-ea"/>
                <a:cs typeface="+mj-cs"/>
                <a:sym typeface="Mona Sans"/>
              </a:defRPr>
            </a:lvl3pPr>
            <a:lvl4pPr>
              <a:defRPr sz="1600">
                <a:latin typeface="+mj-lt"/>
                <a:ea typeface="+mj-ea"/>
                <a:cs typeface="+mj-cs"/>
                <a:sym typeface="Mona Sans"/>
              </a:defRPr>
            </a:lvl4pPr>
            <a:lvl5pPr>
              <a:defRPr sz="1600">
                <a:latin typeface="+mj-lt"/>
                <a:ea typeface="+mj-ea"/>
                <a:cs typeface="+mj-cs"/>
                <a:sym typeface="Mona Sans"/>
              </a:defRPr>
            </a:lvl5pPr>
          </a:lstStyle>
          <a:p>
            <a:pPr/>
            <a:r>
              <a:t>Write the speaker bio here</a:t>
            </a:r>
          </a:p>
          <a:p>
            <a:pPr lvl="1"/>
            <a:r>
              <a:t/>
            </a:r>
          </a:p>
          <a:p>
            <a:pPr lvl="2"/>
            <a:r>
              <a:t/>
            </a:r>
          </a:p>
          <a:p>
            <a:pPr lvl="3"/>
            <a:r>
              <a:t/>
            </a:r>
          </a:p>
          <a:p>
            <a:pPr lvl="4"/>
            <a:r>
              <a:t/>
            </a:r>
          </a:p>
        </p:txBody>
      </p:sp>
      <p:sp>
        <p:nvSpPr>
          <p:cNvPr id="1659" name="Text Placeholder 23"/>
          <p:cNvSpPr/>
          <p:nvPr>
            <p:ph type="body" sz="quarter" idx="22" hasCustomPrompt="1"/>
          </p:nvPr>
        </p:nvSpPr>
        <p:spPr>
          <a:xfrm>
            <a:off x="399150" y="3997099"/>
            <a:ext cx="2546482" cy="448780"/>
          </a:xfrm>
          <a:prstGeom prst="rect">
            <a:avLst/>
          </a:prstGeom>
        </p:spPr>
        <p:txBody>
          <a:bodyPr/>
          <a:lstStyle>
            <a:lvl1pPr>
              <a:defRPr sz="2400"/>
            </a:lvl1pPr>
          </a:lstStyle>
          <a:p>
            <a:pPr/>
            <a:r>
              <a:t>First &amp; last name</a:t>
            </a:r>
          </a:p>
        </p:txBody>
      </p:sp>
      <p:sp>
        <p:nvSpPr>
          <p:cNvPr id="1660" name="Text Placeholder 23"/>
          <p:cNvSpPr/>
          <p:nvPr>
            <p:ph type="body" sz="quarter" idx="23" hasCustomPrompt="1"/>
          </p:nvPr>
        </p:nvSpPr>
        <p:spPr>
          <a:xfrm>
            <a:off x="399150" y="4474536"/>
            <a:ext cx="2546482" cy="222361"/>
          </a:xfrm>
          <a:prstGeom prst="rect">
            <a:avLst/>
          </a:prstGeom>
        </p:spPr>
        <p:txBody>
          <a:bodyPr/>
          <a:lstStyle>
            <a:lvl1pPr>
              <a:defRPr cap="all" sz="1000">
                <a:solidFill>
                  <a:srgbClr val="B0BAC2"/>
                </a:solidFill>
                <a:latin typeface="Mona Sans Mono"/>
                <a:ea typeface="Mona Sans Mono"/>
                <a:cs typeface="Mona Sans Mono"/>
                <a:sym typeface="Mona Sans Mono"/>
              </a:defRPr>
            </a:lvl1pPr>
          </a:lstStyle>
          <a:p>
            <a:pPr/>
            <a:r>
              <a:t>Position title / Company name</a:t>
            </a:r>
          </a:p>
        </p:txBody>
      </p:sp>
      <p:sp>
        <p:nvSpPr>
          <p:cNvPr id="1661" name="Text Placeholder 23"/>
          <p:cNvSpPr/>
          <p:nvPr>
            <p:ph type="body" sz="quarter" idx="24" hasCustomPrompt="1"/>
          </p:nvPr>
        </p:nvSpPr>
        <p:spPr>
          <a:xfrm>
            <a:off x="3347303" y="4828864"/>
            <a:ext cx="2546483" cy="1210975"/>
          </a:xfrm>
          <a:prstGeom prst="rect">
            <a:avLst/>
          </a:prstGeom>
        </p:spPr>
        <p:txBody>
          <a:bodyPr anchor="b"/>
          <a:lstStyle>
            <a:lvl1pPr>
              <a:defRPr sz="1600">
                <a:latin typeface="+mj-lt"/>
                <a:ea typeface="+mj-ea"/>
                <a:cs typeface="+mj-cs"/>
                <a:sym typeface="Mona Sans"/>
              </a:defRPr>
            </a:lvl1pPr>
          </a:lstStyle>
          <a:p>
            <a:pPr/>
            <a:r>
              <a:t>Write the speaker bio here</a:t>
            </a:r>
          </a:p>
        </p:txBody>
      </p:sp>
      <p:sp>
        <p:nvSpPr>
          <p:cNvPr id="1662" name="Text Placeholder 23"/>
          <p:cNvSpPr/>
          <p:nvPr>
            <p:ph type="body" sz="quarter" idx="25" hasCustomPrompt="1"/>
          </p:nvPr>
        </p:nvSpPr>
        <p:spPr>
          <a:xfrm>
            <a:off x="3347303" y="3997099"/>
            <a:ext cx="2546483" cy="448780"/>
          </a:xfrm>
          <a:prstGeom prst="rect">
            <a:avLst/>
          </a:prstGeom>
        </p:spPr>
        <p:txBody>
          <a:bodyPr/>
          <a:lstStyle>
            <a:lvl1pPr>
              <a:defRPr sz="2400"/>
            </a:lvl1pPr>
          </a:lstStyle>
          <a:p>
            <a:pPr/>
            <a:r>
              <a:t>First &amp; last name</a:t>
            </a:r>
          </a:p>
        </p:txBody>
      </p:sp>
      <p:sp>
        <p:nvSpPr>
          <p:cNvPr id="1663" name="Text Placeholder 23"/>
          <p:cNvSpPr/>
          <p:nvPr>
            <p:ph type="body" sz="quarter" idx="26" hasCustomPrompt="1"/>
          </p:nvPr>
        </p:nvSpPr>
        <p:spPr>
          <a:xfrm>
            <a:off x="3347303" y="4474536"/>
            <a:ext cx="2546483" cy="222361"/>
          </a:xfrm>
          <a:prstGeom prst="rect">
            <a:avLst/>
          </a:prstGeom>
        </p:spPr>
        <p:txBody>
          <a:bodyPr/>
          <a:lstStyle>
            <a:lvl1pPr>
              <a:defRPr cap="all" sz="1000">
                <a:solidFill>
                  <a:srgbClr val="B0BAC2"/>
                </a:solidFill>
                <a:latin typeface="Mona Sans Mono"/>
                <a:ea typeface="Mona Sans Mono"/>
                <a:cs typeface="Mona Sans Mono"/>
                <a:sym typeface="Mona Sans Mono"/>
              </a:defRPr>
            </a:lvl1pPr>
          </a:lstStyle>
          <a:p>
            <a:pPr/>
            <a:r>
              <a:t>Position title / Company name</a:t>
            </a:r>
          </a:p>
        </p:txBody>
      </p:sp>
      <p:sp>
        <p:nvSpPr>
          <p:cNvPr id="1664" name="Text Placeholder 23"/>
          <p:cNvSpPr/>
          <p:nvPr>
            <p:ph type="body" sz="quarter" idx="27" hasCustomPrompt="1"/>
          </p:nvPr>
        </p:nvSpPr>
        <p:spPr>
          <a:xfrm>
            <a:off x="6295454" y="4828864"/>
            <a:ext cx="2546483" cy="1210975"/>
          </a:xfrm>
          <a:prstGeom prst="rect">
            <a:avLst/>
          </a:prstGeom>
        </p:spPr>
        <p:txBody>
          <a:bodyPr anchor="b"/>
          <a:lstStyle>
            <a:lvl1pPr>
              <a:defRPr sz="1600">
                <a:latin typeface="+mj-lt"/>
                <a:ea typeface="+mj-ea"/>
                <a:cs typeface="+mj-cs"/>
                <a:sym typeface="Mona Sans"/>
              </a:defRPr>
            </a:lvl1pPr>
          </a:lstStyle>
          <a:p>
            <a:pPr/>
            <a:r>
              <a:t>Write the speaker bio here</a:t>
            </a:r>
          </a:p>
        </p:txBody>
      </p:sp>
      <p:sp>
        <p:nvSpPr>
          <p:cNvPr id="1665" name="Text Placeholder 23"/>
          <p:cNvSpPr/>
          <p:nvPr>
            <p:ph type="body" sz="quarter" idx="28" hasCustomPrompt="1"/>
          </p:nvPr>
        </p:nvSpPr>
        <p:spPr>
          <a:xfrm>
            <a:off x="6295454" y="3997099"/>
            <a:ext cx="2546483" cy="448780"/>
          </a:xfrm>
          <a:prstGeom prst="rect">
            <a:avLst/>
          </a:prstGeom>
        </p:spPr>
        <p:txBody>
          <a:bodyPr/>
          <a:lstStyle>
            <a:lvl1pPr>
              <a:defRPr sz="2400"/>
            </a:lvl1pPr>
          </a:lstStyle>
          <a:p>
            <a:pPr/>
            <a:r>
              <a:t>First &amp; last name</a:t>
            </a:r>
          </a:p>
        </p:txBody>
      </p:sp>
      <p:sp>
        <p:nvSpPr>
          <p:cNvPr id="1666" name="Text Placeholder 23"/>
          <p:cNvSpPr/>
          <p:nvPr>
            <p:ph type="body" sz="quarter" idx="29" hasCustomPrompt="1"/>
          </p:nvPr>
        </p:nvSpPr>
        <p:spPr>
          <a:xfrm>
            <a:off x="6295454" y="4474536"/>
            <a:ext cx="2546483" cy="222361"/>
          </a:xfrm>
          <a:prstGeom prst="rect">
            <a:avLst/>
          </a:prstGeom>
        </p:spPr>
        <p:txBody>
          <a:bodyPr/>
          <a:lstStyle>
            <a:lvl1pPr>
              <a:defRPr cap="all" sz="1000">
                <a:solidFill>
                  <a:srgbClr val="B0BAC2"/>
                </a:solidFill>
                <a:latin typeface="Mona Sans Mono"/>
                <a:ea typeface="Mona Sans Mono"/>
                <a:cs typeface="Mona Sans Mono"/>
                <a:sym typeface="Mona Sans Mono"/>
              </a:defRPr>
            </a:lvl1pPr>
          </a:lstStyle>
          <a:p>
            <a:pPr/>
            <a:r>
              <a:t>Position title / Company name</a:t>
            </a:r>
          </a:p>
        </p:txBody>
      </p:sp>
      <p:sp>
        <p:nvSpPr>
          <p:cNvPr id="1667" name="Text Placeholder 23"/>
          <p:cNvSpPr/>
          <p:nvPr>
            <p:ph type="body" sz="quarter" idx="30" hasCustomPrompt="1"/>
          </p:nvPr>
        </p:nvSpPr>
        <p:spPr>
          <a:xfrm>
            <a:off x="9243607" y="4828864"/>
            <a:ext cx="2546483" cy="1210975"/>
          </a:xfrm>
          <a:prstGeom prst="rect">
            <a:avLst/>
          </a:prstGeom>
        </p:spPr>
        <p:txBody>
          <a:bodyPr anchor="b"/>
          <a:lstStyle>
            <a:lvl1pPr>
              <a:defRPr sz="1600">
                <a:latin typeface="+mj-lt"/>
                <a:ea typeface="+mj-ea"/>
                <a:cs typeface="+mj-cs"/>
                <a:sym typeface="Mona Sans"/>
              </a:defRPr>
            </a:lvl1pPr>
          </a:lstStyle>
          <a:p>
            <a:pPr/>
            <a:r>
              <a:t>Write the speaker bio here</a:t>
            </a:r>
          </a:p>
        </p:txBody>
      </p:sp>
      <p:sp>
        <p:nvSpPr>
          <p:cNvPr id="1668" name="Text Placeholder 23"/>
          <p:cNvSpPr/>
          <p:nvPr>
            <p:ph type="body" sz="quarter" idx="31" hasCustomPrompt="1"/>
          </p:nvPr>
        </p:nvSpPr>
        <p:spPr>
          <a:xfrm>
            <a:off x="9243607" y="3997099"/>
            <a:ext cx="2546483" cy="448780"/>
          </a:xfrm>
          <a:prstGeom prst="rect">
            <a:avLst/>
          </a:prstGeom>
        </p:spPr>
        <p:txBody>
          <a:bodyPr/>
          <a:lstStyle>
            <a:lvl1pPr>
              <a:defRPr sz="2400"/>
            </a:lvl1pPr>
          </a:lstStyle>
          <a:p>
            <a:pPr/>
            <a:r>
              <a:t>First &amp; last name</a:t>
            </a:r>
          </a:p>
        </p:txBody>
      </p:sp>
      <p:sp>
        <p:nvSpPr>
          <p:cNvPr id="1669" name="Text Placeholder 23"/>
          <p:cNvSpPr/>
          <p:nvPr>
            <p:ph type="body" sz="quarter" idx="32" hasCustomPrompt="1"/>
          </p:nvPr>
        </p:nvSpPr>
        <p:spPr>
          <a:xfrm>
            <a:off x="9243607" y="4474536"/>
            <a:ext cx="2546483" cy="222361"/>
          </a:xfrm>
          <a:prstGeom prst="rect">
            <a:avLst/>
          </a:prstGeom>
        </p:spPr>
        <p:txBody>
          <a:bodyPr/>
          <a:lstStyle>
            <a:lvl1pPr>
              <a:defRPr cap="all" sz="1000">
                <a:solidFill>
                  <a:srgbClr val="B0BAC2"/>
                </a:solidFill>
                <a:latin typeface="Mona Sans Mono"/>
                <a:ea typeface="Mona Sans Mono"/>
                <a:cs typeface="Mona Sans Mono"/>
                <a:sym typeface="Mona Sans Mono"/>
              </a:defRPr>
            </a:lvl1pPr>
          </a:lstStyle>
          <a:p>
            <a:pPr/>
            <a:r>
              <a:t>Position title / Company name</a:t>
            </a:r>
          </a:p>
        </p:txBody>
      </p:sp>
      <p:sp>
        <p:nvSpPr>
          <p:cNvPr id="1670" name="Picture Placeholder 10"/>
          <p:cNvSpPr/>
          <p:nvPr>
            <p:ph type="pic" sz="quarter" idx="33"/>
          </p:nvPr>
        </p:nvSpPr>
        <p:spPr>
          <a:xfrm>
            <a:off x="3353017" y="403224"/>
            <a:ext cx="2539329" cy="3288399"/>
          </a:xfrm>
          <a:prstGeom prst="rect">
            <a:avLst/>
          </a:prstGeom>
        </p:spPr>
        <p:txBody>
          <a:bodyPr lIns="91439" tIns="45719" rIns="91439" bIns="45719">
            <a:noAutofit/>
          </a:bodyPr>
          <a:lstStyle/>
          <a:p>
            <a:pPr/>
          </a:p>
        </p:txBody>
      </p:sp>
      <p:sp>
        <p:nvSpPr>
          <p:cNvPr id="1671" name="Picture Placeholder 10"/>
          <p:cNvSpPr/>
          <p:nvPr>
            <p:ph type="pic" sz="quarter" idx="34"/>
          </p:nvPr>
        </p:nvSpPr>
        <p:spPr>
          <a:xfrm>
            <a:off x="6309159" y="403224"/>
            <a:ext cx="2539329" cy="3288399"/>
          </a:xfrm>
          <a:prstGeom prst="rect">
            <a:avLst/>
          </a:prstGeom>
        </p:spPr>
        <p:txBody>
          <a:bodyPr lIns="91439" tIns="45719" rIns="91439" bIns="45719">
            <a:noAutofit/>
          </a:bodyPr>
          <a:lstStyle/>
          <a:p>
            <a:pPr/>
          </a:p>
        </p:txBody>
      </p:sp>
      <p:sp>
        <p:nvSpPr>
          <p:cNvPr id="1672" name="Picture Placeholder 10"/>
          <p:cNvSpPr/>
          <p:nvPr>
            <p:ph type="pic" sz="quarter" idx="35"/>
          </p:nvPr>
        </p:nvSpPr>
        <p:spPr>
          <a:xfrm>
            <a:off x="9265301" y="403224"/>
            <a:ext cx="2539332" cy="3288399"/>
          </a:xfrm>
          <a:prstGeom prst="rect">
            <a:avLst/>
          </a:prstGeom>
        </p:spPr>
        <p:txBody>
          <a:bodyPr lIns="91439" tIns="45719" rIns="91439" bIns="45719">
            <a:noAutofit/>
          </a:bodyPr>
          <a:lstStyle/>
          <a:p>
            <a:pPr/>
          </a:p>
        </p:txBody>
      </p:sp>
      <p:sp>
        <p:nvSpPr>
          <p:cNvPr id="1673" name="Rectangle 6"/>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674" name="Rectangle 7"/>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1675" name="Text Placeholder 13"/>
          <p:cNvSpPr/>
          <p:nvPr>
            <p:ph type="body" sz="quarter" idx="36"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16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bio (6)">
    <p:spTree>
      <p:nvGrpSpPr>
        <p:cNvPr id="1" name=""/>
        <p:cNvGrpSpPr/>
        <p:nvPr/>
      </p:nvGrpSpPr>
      <p:grpSpPr>
        <a:xfrm>
          <a:off x="0" y="0"/>
          <a:ext cx="0" cy="0"/>
          <a:chOff x="0" y="0"/>
          <a:chExt cx="0" cy="0"/>
        </a:xfrm>
      </p:grpSpPr>
      <p:grpSp>
        <p:nvGrpSpPr>
          <p:cNvPr id="1685" name="Rectangle 109"/>
          <p:cNvGrpSpPr/>
          <p:nvPr/>
        </p:nvGrpSpPr>
        <p:grpSpPr>
          <a:xfrm>
            <a:off x="12287632" y="5878297"/>
            <a:ext cx="710311" cy="979707"/>
            <a:chOff x="0" y="0"/>
            <a:chExt cx="710309" cy="979705"/>
          </a:xfrm>
        </p:grpSpPr>
        <p:sp>
          <p:nvSpPr>
            <p:cNvPr id="1683"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8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688" name="Rectangle 110"/>
          <p:cNvGrpSpPr/>
          <p:nvPr/>
        </p:nvGrpSpPr>
        <p:grpSpPr>
          <a:xfrm>
            <a:off x="12287631" y="4898603"/>
            <a:ext cx="710311" cy="979709"/>
            <a:chOff x="0" y="-1"/>
            <a:chExt cx="710309" cy="979708"/>
          </a:xfrm>
        </p:grpSpPr>
        <p:sp>
          <p:nvSpPr>
            <p:cNvPr id="1686"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87"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691" name="Rectangle 111"/>
          <p:cNvGrpSpPr/>
          <p:nvPr/>
        </p:nvGrpSpPr>
        <p:grpSpPr>
          <a:xfrm>
            <a:off x="12287632" y="3918862"/>
            <a:ext cx="710311" cy="979706"/>
            <a:chOff x="0" y="0"/>
            <a:chExt cx="710309" cy="979705"/>
          </a:xfrm>
        </p:grpSpPr>
        <p:sp>
          <p:nvSpPr>
            <p:cNvPr id="1689"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9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694" name="Rectangle 112"/>
          <p:cNvGrpSpPr/>
          <p:nvPr/>
        </p:nvGrpSpPr>
        <p:grpSpPr>
          <a:xfrm>
            <a:off x="12287631" y="2939171"/>
            <a:ext cx="710311" cy="979707"/>
            <a:chOff x="0" y="0"/>
            <a:chExt cx="710309" cy="979705"/>
          </a:xfrm>
        </p:grpSpPr>
        <p:sp>
          <p:nvSpPr>
            <p:cNvPr id="1692"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9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697" name="Rectangle 113"/>
          <p:cNvGrpSpPr/>
          <p:nvPr/>
        </p:nvGrpSpPr>
        <p:grpSpPr>
          <a:xfrm>
            <a:off x="12287632" y="1959431"/>
            <a:ext cx="710311" cy="979707"/>
            <a:chOff x="0" y="0"/>
            <a:chExt cx="710309" cy="979705"/>
          </a:xfrm>
        </p:grpSpPr>
        <p:sp>
          <p:nvSpPr>
            <p:cNvPr id="1695"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9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700" name="Rectangle 114"/>
          <p:cNvGrpSpPr/>
          <p:nvPr/>
        </p:nvGrpSpPr>
        <p:grpSpPr>
          <a:xfrm>
            <a:off x="12287631" y="979736"/>
            <a:ext cx="710311" cy="979707"/>
            <a:chOff x="0" y="0"/>
            <a:chExt cx="710309" cy="979705"/>
          </a:xfrm>
        </p:grpSpPr>
        <p:sp>
          <p:nvSpPr>
            <p:cNvPr id="1698"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699"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1703" name="Rectangle 115"/>
          <p:cNvGrpSpPr/>
          <p:nvPr/>
        </p:nvGrpSpPr>
        <p:grpSpPr>
          <a:xfrm>
            <a:off x="12287631" y="-2"/>
            <a:ext cx="710311" cy="979706"/>
            <a:chOff x="0" y="0"/>
            <a:chExt cx="710309" cy="979705"/>
          </a:xfrm>
        </p:grpSpPr>
        <p:sp>
          <p:nvSpPr>
            <p:cNvPr id="1701"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0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1706" name="Rectangle 118"/>
          <p:cNvGrpSpPr/>
          <p:nvPr/>
        </p:nvGrpSpPr>
        <p:grpSpPr>
          <a:xfrm>
            <a:off x="12997439" y="5715013"/>
            <a:ext cx="710311" cy="1142996"/>
            <a:chOff x="0" y="0"/>
            <a:chExt cx="710309" cy="1142994"/>
          </a:xfrm>
        </p:grpSpPr>
        <p:sp>
          <p:nvSpPr>
            <p:cNvPr id="1704"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0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1709" name="Rectangle 119"/>
          <p:cNvGrpSpPr/>
          <p:nvPr/>
        </p:nvGrpSpPr>
        <p:grpSpPr>
          <a:xfrm>
            <a:off x="12997439" y="4572032"/>
            <a:ext cx="710311" cy="1142996"/>
            <a:chOff x="0" y="0"/>
            <a:chExt cx="710309" cy="1142994"/>
          </a:xfrm>
        </p:grpSpPr>
        <p:sp>
          <p:nvSpPr>
            <p:cNvPr id="1707"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0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1712" name="Rectangle 120"/>
          <p:cNvGrpSpPr/>
          <p:nvPr/>
        </p:nvGrpSpPr>
        <p:grpSpPr>
          <a:xfrm>
            <a:off x="12997439" y="3428998"/>
            <a:ext cx="710311" cy="1142996"/>
            <a:chOff x="0" y="0"/>
            <a:chExt cx="710309" cy="1142994"/>
          </a:xfrm>
        </p:grpSpPr>
        <p:sp>
          <p:nvSpPr>
            <p:cNvPr id="1710"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1715" name="Rectangle 121"/>
          <p:cNvGrpSpPr/>
          <p:nvPr/>
        </p:nvGrpSpPr>
        <p:grpSpPr>
          <a:xfrm>
            <a:off x="12997439" y="2286017"/>
            <a:ext cx="710311" cy="1142996"/>
            <a:chOff x="0" y="0"/>
            <a:chExt cx="710309" cy="1142994"/>
          </a:xfrm>
        </p:grpSpPr>
        <p:sp>
          <p:nvSpPr>
            <p:cNvPr id="1713"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1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1718" name="Rectangle 122"/>
          <p:cNvGrpSpPr/>
          <p:nvPr/>
        </p:nvGrpSpPr>
        <p:grpSpPr>
          <a:xfrm>
            <a:off x="12997439" y="1142977"/>
            <a:ext cx="710311" cy="1142997"/>
            <a:chOff x="0" y="-1"/>
            <a:chExt cx="710309" cy="1142995"/>
          </a:xfrm>
        </p:grpSpPr>
        <p:sp>
          <p:nvSpPr>
            <p:cNvPr id="1716"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1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1721" name="Rectangle 123"/>
          <p:cNvGrpSpPr/>
          <p:nvPr/>
        </p:nvGrpSpPr>
        <p:grpSpPr>
          <a:xfrm>
            <a:off x="13706754" y="-2365"/>
            <a:ext cx="710311" cy="1142995"/>
            <a:chOff x="0" y="0"/>
            <a:chExt cx="710309" cy="1142994"/>
          </a:xfrm>
        </p:grpSpPr>
        <p:sp>
          <p:nvSpPr>
            <p:cNvPr id="1719"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1724" name="Rectangle 126"/>
          <p:cNvGrpSpPr/>
          <p:nvPr/>
        </p:nvGrpSpPr>
        <p:grpSpPr>
          <a:xfrm>
            <a:off x="13706756" y="5715013"/>
            <a:ext cx="710311" cy="1142996"/>
            <a:chOff x="0" y="0"/>
            <a:chExt cx="710309" cy="1142994"/>
          </a:xfrm>
        </p:grpSpPr>
        <p:sp>
          <p:nvSpPr>
            <p:cNvPr id="1722"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2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1727" name="Rectangle 127"/>
          <p:cNvGrpSpPr/>
          <p:nvPr/>
        </p:nvGrpSpPr>
        <p:grpSpPr>
          <a:xfrm>
            <a:off x="13706754" y="4572032"/>
            <a:ext cx="710311" cy="1142996"/>
            <a:chOff x="0" y="0"/>
            <a:chExt cx="710309" cy="1142994"/>
          </a:xfrm>
        </p:grpSpPr>
        <p:sp>
          <p:nvSpPr>
            <p:cNvPr id="1725"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2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1730" name="Rectangle 128"/>
          <p:cNvGrpSpPr/>
          <p:nvPr/>
        </p:nvGrpSpPr>
        <p:grpSpPr>
          <a:xfrm>
            <a:off x="12996453" y="-1157"/>
            <a:ext cx="710311" cy="1142995"/>
            <a:chOff x="0" y="0"/>
            <a:chExt cx="710309" cy="1142994"/>
          </a:xfrm>
        </p:grpSpPr>
        <p:sp>
          <p:nvSpPr>
            <p:cNvPr id="1728"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1733" name="Rectangle 129"/>
          <p:cNvGrpSpPr/>
          <p:nvPr/>
        </p:nvGrpSpPr>
        <p:grpSpPr>
          <a:xfrm>
            <a:off x="13706754" y="2286017"/>
            <a:ext cx="710311" cy="1142996"/>
            <a:chOff x="0" y="0"/>
            <a:chExt cx="710309" cy="1142994"/>
          </a:xfrm>
        </p:grpSpPr>
        <p:sp>
          <p:nvSpPr>
            <p:cNvPr id="1731"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3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1736" name="Rectangle 130"/>
          <p:cNvGrpSpPr/>
          <p:nvPr/>
        </p:nvGrpSpPr>
        <p:grpSpPr>
          <a:xfrm>
            <a:off x="13706756" y="1142977"/>
            <a:ext cx="710311" cy="1142997"/>
            <a:chOff x="0" y="-1"/>
            <a:chExt cx="710309" cy="1142995"/>
          </a:xfrm>
        </p:grpSpPr>
        <p:sp>
          <p:nvSpPr>
            <p:cNvPr id="1734"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3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1739" name="Rectangle 131"/>
          <p:cNvGrpSpPr/>
          <p:nvPr/>
        </p:nvGrpSpPr>
        <p:grpSpPr>
          <a:xfrm>
            <a:off x="13706754" y="3427836"/>
            <a:ext cx="710311" cy="1142996"/>
            <a:chOff x="0" y="0"/>
            <a:chExt cx="710309" cy="1142994"/>
          </a:xfrm>
        </p:grpSpPr>
        <p:sp>
          <p:nvSpPr>
            <p:cNvPr id="1737"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3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1740" name="Picture Placeholder 10"/>
          <p:cNvSpPr/>
          <p:nvPr>
            <p:ph type="pic" sz="quarter" idx="21"/>
          </p:nvPr>
        </p:nvSpPr>
        <p:spPr>
          <a:xfrm>
            <a:off x="396875" y="403225"/>
            <a:ext cx="2636442" cy="1625912"/>
          </a:xfrm>
          <a:prstGeom prst="rect">
            <a:avLst/>
          </a:prstGeom>
        </p:spPr>
        <p:txBody>
          <a:bodyPr lIns="91439" tIns="45719" rIns="91439" bIns="45719">
            <a:noAutofit/>
          </a:bodyPr>
          <a:lstStyle/>
          <a:p>
            <a:pPr/>
          </a:p>
        </p:txBody>
      </p:sp>
      <p:sp>
        <p:nvSpPr>
          <p:cNvPr id="1741" name="Body Level One…"/>
          <p:cNvSpPr txBox="1"/>
          <p:nvPr>
            <p:ph type="body" sz="quarter" idx="1" hasCustomPrompt="1"/>
          </p:nvPr>
        </p:nvSpPr>
        <p:spPr>
          <a:xfrm>
            <a:off x="3266337" y="991336"/>
            <a:ext cx="2546483" cy="1037802"/>
          </a:xfrm>
          <a:prstGeom prst="rect">
            <a:avLst/>
          </a:prstGeom>
        </p:spPr>
        <p:txBody>
          <a:bodyPr anchor="b"/>
          <a:lstStyle>
            <a:lvl1pPr>
              <a:defRPr sz="1600">
                <a:latin typeface="+mj-lt"/>
                <a:ea typeface="+mj-ea"/>
                <a:cs typeface="+mj-cs"/>
                <a:sym typeface="Mona Sans"/>
              </a:defRPr>
            </a:lvl1pPr>
            <a:lvl2pPr>
              <a:defRPr sz="1600">
                <a:latin typeface="+mj-lt"/>
                <a:ea typeface="+mj-ea"/>
                <a:cs typeface="+mj-cs"/>
                <a:sym typeface="Mona Sans"/>
              </a:defRPr>
            </a:lvl2pPr>
            <a:lvl3pPr>
              <a:defRPr sz="1600">
                <a:latin typeface="+mj-lt"/>
                <a:ea typeface="+mj-ea"/>
                <a:cs typeface="+mj-cs"/>
                <a:sym typeface="Mona Sans"/>
              </a:defRPr>
            </a:lvl3pPr>
            <a:lvl4pPr>
              <a:defRPr sz="1600">
                <a:latin typeface="+mj-lt"/>
                <a:ea typeface="+mj-ea"/>
                <a:cs typeface="+mj-cs"/>
                <a:sym typeface="Mona Sans"/>
              </a:defRPr>
            </a:lvl4pPr>
            <a:lvl5pPr>
              <a:defRPr sz="1600">
                <a:latin typeface="+mj-lt"/>
                <a:ea typeface="+mj-ea"/>
                <a:cs typeface="+mj-cs"/>
                <a:sym typeface="Mona Sans"/>
              </a:defRPr>
            </a:lvl5pPr>
          </a:lstStyle>
          <a:p>
            <a:pPr/>
            <a:r>
              <a:t>Write the speaker bio here</a:t>
            </a:r>
          </a:p>
          <a:p>
            <a:pPr lvl="1"/>
            <a:r>
              <a:t/>
            </a:r>
          </a:p>
          <a:p>
            <a:pPr lvl="2"/>
            <a:r>
              <a:t/>
            </a:r>
          </a:p>
          <a:p>
            <a:pPr lvl="3"/>
            <a:r>
              <a:t/>
            </a:r>
          </a:p>
          <a:p>
            <a:pPr lvl="4"/>
            <a:r>
              <a:t/>
            </a:r>
          </a:p>
        </p:txBody>
      </p:sp>
      <p:sp>
        <p:nvSpPr>
          <p:cNvPr id="1742" name="Text Placeholder 23"/>
          <p:cNvSpPr/>
          <p:nvPr>
            <p:ph type="body" sz="quarter" idx="22" hasCustomPrompt="1"/>
          </p:nvPr>
        </p:nvSpPr>
        <p:spPr>
          <a:xfrm>
            <a:off x="3266337" y="402562"/>
            <a:ext cx="2546484" cy="222361"/>
          </a:xfrm>
          <a:prstGeom prst="rect">
            <a:avLst/>
          </a:prstGeom>
        </p:spPr>
        <p:txBody>
          <a:bodyPr/>
          <a:lstStyle>
            <a:lvl1pPr defTabSz="694665">
              <a:spcBef>
                <a:spcPts val="700"/>
              </a:spcBef>
              <a:defRPr sz="1500"/>
            </a:lvl1pPr>
          </a:lstStyle>
          <a:p>
            <a:pPr/>
            <a:r>
              <a:t>First &amp; last name</a:t>
            </a:r>
          </a:p>
        </p:txBody>
      </p:sp>
      <p:sp>
        <p:nvSpPr>
          <p:cNvPr id="1743" name="Text Placeholder 23"/>
          <p:cNvSpPr/>
          <p:nvPr>
            <p:ph type="body" sz="quarter" idx="23" hasCustomPrompt="1"/>
          </p:nvPr>
        </p:nvSpPr>
        <p:spPr>
          <a:xfrm>
            <a:off x="3266337" y="730730"/>
            <a:ext cx="2546484" cy="160025"/>
          </a:xfrm>
          <a:prstGeom prst="rect">
            <a:avLst/>
          </a:prstGeom>
        </p:spPr>
        <p:txBody>
          <a:bodyPr/>
          <a:lstStyle>
            <a:lvl1pPr>
              <a:defRPr cap="all" sz="900">
                <a:solidFill>
                  <a:srgbClr val="B0BAC2"/>
                </a:solidFill>
                <a:latin typeface="Mona Sans Mono"/>
                <a:ea typeface="Mona Sans Mono"/>
                <a:cs typeface="Mona Sans Mono"/>
                <a:sym typeface="Mona Sans Mono"/>
              </a:defRPr>
            </a:lvl1pPr>
          </a:lstStyle>
          <a:p>
            <a:pPr/>
            <a:r>
              <a:t>Position title / Company name</a:t>
            </a:r>
          </a:p>
        </p:txBody>
      </p:sp>
      <p:sp>
        <p:nvSpPr>
          <p:cNvPr id="1744" name="Text Placeholder 23"/>
          <p:cNvSpPr/>
          <p:nvPr>
            <p:ph type="body" sz="quarter" idx="24" hasCustomPrompt="1"/>
          </p:nvPr>
        </p:nvSpPr>
        <p:spPr>
          <a:xfrm>
            <a:off x="3266337" y="2993463"/>
            <a:ext cx="2546484" cy="1037802"/>
          </a:xfrm>
          <a:prstGeom prst="rect">
            <a:avLst/>
          </a:prstGeom>
        </p:spPr>
        <p:txBody>
          <a:bodyPr anchor="b"/>
          <a:lstStyle>
            <a:lvl1pPr>
              <a:defRPr sz="1600">
                <a:latin typeface="+mj-lt"/>
                <a:ea typeface="+mj-ea"/>
                <a:cs typeface="+mj-cs"/>
                <a:sym typeface="Mona Sans"/>
              </a:defRPr>
            </a:lvl1pPr>
          </a:lstStyle>
          <a:p>
            <a:pPr/>
            <a:r>
              <a:t>Write the speaker bio here</a:t>
            </a:r>
          </a:p>
        </p:txBody>
      </p:sp>
      <p:sp>
        <p:nvSpPr>
          <p:cNvPr id="1745" name="Text Placeholder 23"/>
          <p:cNvSpPr/>
          <p:nvPr>
            <p:ph type="body" sz="quarter" idx="25" hasCustomPrompt="1"/>
          </p:nvPr>
        </p:nvSpPr>
        <p:spPr>
          <a:xfrm>
            <a:off x="3266337" y="2404691"/>
            <a:ext cx="2546484" cy="222361"/>
          </a:xfrm>
          <a:prstGeom prst="rect">
            <a:avLst/>
          </a:prstGeom>
        </p:spPr>
        <p:txBody>
          <a:bodyPr/>
          <a:lstStyle>
            <a:lvl1pPr defTabSz="694665">
              <a:spcBef>
                <a:spcPts val="700"/>
              </a:spcBef>
              <a:defRPr sz="1500"/>
            </a:lvl1pPr>
          </a:lstStyle>
          <a:p>
            <a:pPr/>
            <a:r>
              <a:t>First &amp; last name</a:t>
            </a:r>
          </a:p>
        </p:txBody>
      </p:sp>
      <p:sp>
        <p:nvSpPr>
          <p:cNvPr id="1746" name="Text Placeholder 23"/>
          <p:cNvSpPr/>
          <p:nvPr>
            <p:ph type="body" sz="quarter" idx="26" hasCustomPrompt="1"/>
          </p:nvPr>
        </p:nvSpPr>
        <p:spPr>
          <a:xfrm>
            <a:off x="3266337" y="2732861"/>
            <a:ext cx="2546484" cy="160025"/>
          </a:xfrm>
          <a:prstGeom prst="rect">
            <a:avLst/>
          </a:prstGeom>
        </p:spPr>
        <p:txBody>
          <a:bodyPr/>
          <a:lstStyle>
            <a:lvl1pPr>
              <a:defRPr cap="all" sz="900">
                <a:solidFill>
                  <a:srgbClr val="B0BAC2"/>
                </a:solidFill>
                <a:latin typeface="Mona Sans Mono"/>
                <a:ea typeface="Mona Sans Mono"/>
                <a:cs typeface="Mona Sans Mono"/>
                <a:sym typeface="Mona Sans Mono"/>
              </a:defRPr>
            </a:lvl1pPr>
          </a:lstStyle>
          <a:p>
            <a:pPr/>
            <a:r>
              <a:t>Position title / Company name</a:t>
            </a:r>
          </a:p>
        </p:txBody>
      </p:sp>
      <p:sp>
        <p:nvSpPr>
          <p:cNvPr id="1747" name="Text Placeholder 23"/>
          <p:cNvSpPr/>
          <p:nvPr>
            <p:ph type="body" sz="quarter" idx="27" hasCustomPrompt="1"/>
          </p:nvPr>
        </p:nvSpPr>
        <p:spPr>
          <a:xfrm>
            <a:off x="3266337" y="5003660"/>
            <a:ext cx="2546484" cy="1037802"/>
          </a:xfrm>
          <a:prstGeom prst="rect">
            <a:avLst/>
          </a:prstGeom>
        </p:spPr>
        <p:txBody>
          <a:bodyPr anchor="b"/>
          <a:lstStyle>
            <a:lvl1pPr>
              <a:defRPr sz="1600">
                <a:latin typeface="+mj-lt"/>
                <a:ea typeface="+mj-ea"/>
                <a:cs typeface="+mj-cs"/>
                <a:sym typeface="Mona Sans"/>
              </a:defRPr>
            </a:lvl1pPr>
          </a:lstStyle>
          <a:p>
            <a:pPr/>
            <a:r>
              <a:t>Write the speaker bio here</a:t>
            </a:r>
          </a:p>
        </p:txBody>
      </p:sp>
      <p:sp>
        <p:nvSpPr>
          <p:cNvPr id="1748" name="Text Placeholder 23"/>
          <p:cNvSpPr/>
          <p:nvPr>
            <p:ph type="body" sz="quarter" idx="28" hasCustomPrompt="1"/>
          </p:nvPr>
        </p:nvSpPr>
        <p:spPr>
          <a:xfrm>
            <a:off x="3266337" y="4414885"/>
            <a:ext cx="2546484" cy="222361"/>
          </a:xfrm>
          <a:prstGeom prst="rect">
            <a:avLst/>
          </a:prstGeom>
        </p:spPr>
        <p:txBody>
          <a:bodyPr/>
          <a:lstStyle>
            <a:lvl1pPr defTabSz="694665">
              <a:spcBef>
                <a:spcPts val="700"/>
              </a:spcBef>
              <a:defRPr sz="1500"/>
            </a:lvl1pPr>
          </a:lstStyle>
          <a:p>
            <a:pPr/>
            <a:r>
              <a:t>First &amp; last name</a:t>
            </a:r>
          </a:p>
        </p:txBody>
      </p:sp>
      <p:sp>
        <p:nvSpPr>
          <p:cNvPr id="1749" name="Text Placeholder 23"/>
          <p:cNvSpPr/>
          <p:nvPr>
            <p:ph type="body" sz="quarter" idx="29" hasCustomPrompt="1"/>
          </p:nvPr>
        </p:nvSpPr>
        <p:spPr>
          <a:xfrm>
            <a:off x="3266337" y="4743055"/>
            <a:ext cx="2546484" cy="160025"/>
          </a:xfrm>
          <a:prstGeom prst="rect">
            <a:avLst/>
          </a:prstGeom>
        </p:spPr>
        <p:txBody>
          <a:bodyPr/>
          <a:lstStyle>
            <a:lvl1pPr>
              <a:defRPr cap="all" sz="900">
                <a:solidFill>
                  <a:srgbClr val="B0BAC2"/>
                </a:solidFill>
                <a:latin typeface="Mona Sans Mono"/>
                <a:ea typeface="Mona Sans Mono"/>
                <a:cs typeface="Mona Sans Mono"/>
                <a:sym typeface="Mona Sans Mono"/>
              </a:defRPr>
            </a:lvl1pPr>
          </a:lstStyle>
          <a:p>
            <a:pPr/>
            <a:r>
              <a:t>Position title / Company name</a:t>
            </a:r>
          </a:p>
        </p:txBody>
      </p:sp>
      <p:sp>
        <p:nvSpPr>
          <p:cNvPr id="1750" name="Text Placeholder 23"/>
          <p:cNvSpPr/>
          <p:nvPr>
            <p:ph type="body" sz="quarter" idx="30" hasCustomPrompt="1"/>
          </p:nvPr>
        </p:nvSpPr>
        <p:spPr>
          <a:xfrm>
            <a:off x="9162642" y="991336"/>
            <a:ext cx="2546483" cy="1037801"/>
          </a:xfrm>
          <a:prstGeom prst="rect">
            <a:avLst/>
          </a:prstGeom>
        </p:spPr>
        <p:txBody>
          <a:bodyPr anchor="b"/>
          <a:lstStyle>
            <a:lvl1pPr>
              <a:defRPr sz="1600">
                <a:latin typeface="+mj-lt"/>
                <a:ea typeface="+mj-ea"/>
                <a:cs typeface="+mj-cs"/>
                <a:sym typeface="Mona Sans"/>
              </a:defRPr>
            </a:lvl1pPr>
          </a:lstStyle>
          <a:p>
            <a:pPr/>
            <a:r>
              <a:t>Write the speaker bio here</a:t>
            </a:r>
          </a:p>
        </p:txBody>
      </p:sp>
      <p:sp>
        <p:nvSpPr>
          <p:cNvPr id="1751" name="Text Placeholder 23"/>
          <p:cNvSpPr/>
          <p:nvPr>
            <p:ph type="body" sz="quarter" idx="31" hasCustomPrompt="1"/>
          </p:nvPr>
        </p:nvSpPr>
        <p:spPr>
          <a:xfrm>
            <a:off x="9162642" y="402562"/>
            <a:ext cx="2546483" cy="222361"/>
          </a:xfrm>
          <a:prstGeom prst="rect">
            <a:avLst/>
          </a:prstGeom>
        </p:spPr>
        <p:txBody>
          <a:bodyPr/>
          <a:lstStyle>
            <a:lvl1pPr defTabSz="694665">
              <a:spcBef>
                <a:spcPts val="700"/>
              </a:spcBef>
              <a:defRPr sz="1500"/>
            </a:lvl1pPr>
          </a:lstStyle>
          <a:p>
            <a:pPr/>
            <a:r>
              <a:t>First &amp; last name</a:t>
            </a:r>
          </a:p>
        </p:txBody>
      </p:sp>
      <p:sp>
        <p:nvSpPr>
          <p:cNvPr id="1752" name="Text Placeholder 23"/>
          <p:cNvSpPr/>
          <p:nvPr>
            <p:ph type="body" sz="quarter" idx="32" hasCustomPrompt="1"/>
          </p:nvPr>
        </p:nvSpPr>
        <p:spPr>
          <a:xfrm>
            <a:off x="9162642" y="730730"/>
            <a:ext cx="2546483" cy="160025"/>
          </a:xfrm>
          <a:prstGeom prst="rect">
            <a:avLst/>
          </a:prstGeom>
        </p:spPr>
        <p:txBody>
          <a:bodyPr/>
          <a:lstStyle>
            <a:lvl1pPr>
              <a:defRPr cap="all" sz="900">
                <a:solidFill>
                  <a:srgbClr val="B0BAC2"/>
                </a:solidFill>
                <a:latin typeface="Mona Sans Mono"/>
                <a:ea typeface="Mona Sans Mono"/>
                <a:cs typeface="Mona Sans Mono"/>
                <a:sym typeface="Mona Sans Mono"/>
              </a:defRPr>
            </a:lvl1pPr>
          </a:lstStyle>
          <a:p>
            <a:pPr/>
            <a:r>
              <a:t>Position title / Company name</a:t>
            </a:r>
          </a:p>
        </p:txBody>
      </p:sp>
      <p:sp>
        <p:nvSpPr>
          <p:cNvPr id="1753" name="Text Placeholder 23"/>
          <p:cNvSpPr/>
          <p:nvPr>
            <p:ph type="body" sz="quarter" idx="33" hasCustomPrompt="1"/>
          </p:nvPr>
        </p:nvSpPr>
        <p:spPr>
          <a:xfrm>
            <a:off x="9162642" y="2993463"/>
            <a:ext cx="2546483" cy="1037802"/>
          </a:xfrm>
          <a:prstGeom prst="rect">
            <a:avLst/>
          </a:prstGeom>
        </p:spPr>
        <p:txBody>
          <a:bodyPr anchor="b"/>
          <a:lstStyle>
            <a:lvl1pPr>
              <a:defRPr sz="1600">
                <a:latin typeface="+mj-lt"/>
                <a:ea typeface="+mj-ea"/>
                <a:cs typeface="+mj-cs"/>
                <a:sym typeface="Mona Sans"/>
              </a:defRPr>
            </a:lvl1pPr>
          </a:lstStyle>
          <a:p>
            <a:pPr/>
            <a:r>
              <a:t>Write the speaker bio here</a:t>
            </a:r>
          </a:p>
        </p:txBody>
      </p:sp>
      <p:sp>
        <p:nvSpPr>
          <p:cNvPr id="1754" name="Text Placeholder 23"/>
          <p:cNvSpPr/>
          <p:nvPr>
            <p:ph type="body" sz="quarter" idx="34" hasCustomPrompt="1"/>
          </p:nvPr>
        </p:nvSpPr>
        <p:spPr>
          <a:xfrm>
            <a:off x="9162642" y="2404691"/>
            <a:ext cx="2546483" cy="222361"/>
          </a:xfrm>
          <a:prstGeom prst="rect">
            <a:avLst/>
          </a:prstGeom>
        </p:spPr>
        <p:txBody>
          <a:bodyPr/>
          <a:lstStyle>
            <a:lvl1pPr defTabSz="694665">
              <a:spcBef>
                <a:spcPts val="700"/>
              </a:spcBef>
              <a:defRPr sz="1500"/>
            </a:lvl1pPr>
          </a:lstStyle>
          <a:p>
            <a:pPr/>
            <a:r>
              <a:t>First &amp; last name</a:t>
            </a:r>
          </a:p>
        </p:txBody>
      </p:sp>
      <p:sp>
        <p:nvSpPr>
          <p:cNvPr id="1755" name="Text Placeholder 23"/>
          <p:cNvSpPr/>
          <p:nvPr>
            <p:ph type="body" sz="quarter" idx="35" hasCustomPrompt="1"/>
          </p:nvPr>
        </p:nvSpPr>
        <p:spPr>
          <a:xfrm>
            <a:off x="9162642" y="2732861"/>
            <a:ext cx="2546483" cy="160025"/>
          </a:xfrm>
          <a:prstGeom prst="rect">
            <a:avLst/>
          </a:prstGeom>
        </p:spPr>
        <p:txBody>
          <a:bodyPr/>
          <a:lstStyle>
            <a:lvl1pPr>
              <a:defRPr cap="all" sz="900">
                <a:solidFill>
                  <a:srgbClr val="B0BAC2"/>
                </a:solidFill>
                <a:latin typeface="Mona Sans Mono"/>
                <a:ea typeface="Mona Sans Mono"/>
                <a:cs typeface="Mona Sans Mono"/>
                <a:sym typeface="Mona Sans Mono"/>
              </a:defRPr>
            </a:lvl1pPr>
          </a:lstStyle>
          <a:p>
            <a:pPr/>
            <a:r>
              <a:t>Position title / Company name</a:t>
            </a:r>
          </a:p>
        </p:txBody>
      </p:sp>
      <p:sp>
        <p:nvSpPr>
          <p:cNvPr id="1756" name="Text Placeholder 23"/>
          <p:cNvSpPr/>
          <p:nvPr>
            <p:ph type="body" sz="quarter" idx="36" hasCustomPrompt="1"/>
          </p:nvPr>
        </p:nvSpPr>
        <p:spPr>
          <a:xfrm>
            <a:off x="9162642" y="5003660"/>
            <a:ext cx="2546483" cy="1037802"/>
          </a:xfrm>
          <a:prstGeom prst="rect">
            <a:avLst/>
          </a:prstGeom>
        </p:spPr>
        <p:txBody>
          <a:bodyPr anchor="b"/>
          <a:lstStyle>
            <a:lvl1pPr>
              <a:defRPr sz="1600">
                <a:latin typeface="+mj-lt"/>
                <a:ea typeface="+mj-ea"/>
                <a:cs typeface="+mj-cs"/>
                <a:sym typeface="Mona Sans"/>
              </a:defRPr>
            </a:lvl1pPr>
          </a:lstStyle>
          <a:p>
            <a:pPr/>
            <a:r>
              <a:t>Write the speaker bio here</a:t>
            </a:r>
          </a:p>
        </p:txBody>
      </p:sp>
      <p:sp>
        <p:nvSpPr>
          <p:cNvPr id="1757" name="Text Placeholder 23"/>
          <p:cNvSpPr/>
          <p:nvPr>
            <p:ph type="body" sz="quarter" idx="37" hasCustomPrompt="1"/>
          </p:nvPr>
        </p:nvSpPr>
        <p:spPr>
          <a:xfrm>
            <a:off x="9162642" y="4414885"/>
            <a:ext cx="2546483" cy="222361"/>
          </a:xfrm>
          <a:prstGeom prst="rect">
            <a:avLst/>
          </a:prstGeom>
        </p:spPr>
        <p:txBody>
          <a:bodyPr/>
          <a:lstStyle>
            <a:lvl1pPr defTabSz="694665">
              <a:spcBef>
                <a:spcPts val="700"/>
              </a:spcBef>
              <a:defRPr sz="1500"/>
            </a:lvl1pPr>
          </a:lstStyle>
          <a:p>
            <a:pPr/>
            <a:r>
              <a:t>First &amp; last name</a:t>
            </a:r>
          </a:p>
        </p:txBody>
      </p:sp>
      <p:sp>
        <p:nvSpPr>
          <p:cNvPr id="1758" name="Text Placeholder 23"/>
          <p:cNvSpPr/>
          <p:nvPr>
            <p:ph type="body" sz="quarter" idx="38" hasCustomPrompt="1"/>
          </p:nvPr>
        </p:nvSpPr>
        <p:spPr>
          <a:xfrm>
            <a:off x="9162642" y="4743055"/>
            <a:ext cx="2546483" cy="160025"/>
          </a:xfrm>
          <a:prstGeom prst="rect">
            <a:avLst/>
          </a:prstGeom>
        </p:spPr>
        <p:txBody>
          <a:bodyPr/>
          <a:lstStyle>
            <a:lvl1pPr>
              <a:defRPr cap="all" sz="900">
                <a:solidFill>
                  <a:srgbClr val="B0BAC2"/>
                </a:solidFill>
                <a:latin typeface="Mona Sans Mono"/>
                <a:ea typeface="Mona Sans Mono"/>
                <a:cs typeface="Mona Sans Mono"/>
                <a:sym typeface="Mona Sans Mono"/>
              </a:defRPr>
            </a:lvl1pPr>
          </a:lstStyle>
          <a:p>
            <a:pPr/>
            <a:r>
              <a:t>Position title / Company name</a:t>
            </a:r>
          </a:p>
        </p:txBody>
      </p:sp>
      <p:sp>
        <p:nvSpPr>
          <p:cNvPr id="1759" name="Picture Placeholder 10"/>
          <p:cNvSpPr/>
          <p:nvPr>
            <p:ph type="pic" sz="quarter" idx="39"/>
          </p:nvPr>
        </p:nvSpPr>
        <p:spPr>
          <a:xfrm>
            <a:off x="396875" y="2401123"/>
            <a:ext cx="2636442" cy="1625915"/>
          </a:xfrm>
          <a:prstGeom prst="rect">
            <a:avLst/>
          </a:prstGeom>
        </p:spPr>
        <p:txBody>
          <a:bodyPr lIns="91439" tIns="45719" rIns="91439" bIns="45719">
            <a:noAutofit/>
          </a:bodyPr>
          <a:lstStyle/>
          <a:p>
            <a:pPr/>
          </a:p>
        </p:txBody>
      </p:sp>
      <p:sp>
        <p:nvSpPr>
          <p:cNvPr id="1760" name="Picture Placeholder 10"/>
          <p:cNvSpPr/>
          <p:nvPr>
            <p:ph type="pic" sz="quarter" idx="40"/>
          </p:nvPr>
        </p:nvSpPr>
        <p:spPr>
          <a:xfrm>
            <a:off x="396875" y="4399026"/>
            <a:ext cx="2636442" cy="1625914"/>
          </a:xfrm>
          <a:prstGeom prst="rect">
            <a:avLst/>
          </a:prstGeom>
        </p:spPr>
        <p:txBody>
          <a:bodyPr lIns="91439" tIns="45719" rIns="91439" bIns="45719">
            <a:noAutofit/>
          </a:bodyPr>
          <a:lstStyle/>
          <a:p>
            <a:pPr/>
          </a:p>
        </p:txBody>
      </p:sp>
      <p:sp>
        <p:nvSpPr>
          <p:cNvPr id="1761" name="Picture Placeholder 10"/>
          <p:cNvSpPr/>
          <p:nvPr>
            <p:ph type="pic" sz="quarter" idx="41"/>
          </p:nvPr>
        </p:nvSpPr>
        <p:spPr>
          <a:xfrm>
            <a:off x="6296633" y="403225"/>
            <a:ext cx="2636446" cy="1625912"/>
          </a:xfrm>
          <a:prstGeom prst="rect">
            <a:avLst/>
          </a:prstGeom>
        </p:spPr>
        <p:txBody>
          <a:bodyPr lIns="91439" tIns="45719" rIns="91439" bIns="45719">
            <a:noAutofit/>
          </a:bodyPr>
          <a:lstStyle/>
          <a:p>
            <a:pPr/>
          </a:p>
        </p:txBody>
      </p:sp>
      <p:sp>
        <p:nvSpPr>
          <p:cNvPr id="1762" name="Picture Placeholder 10"/>
          <p:cNvSpPr/>
          <p:nvPr>
            <p:ph type="pic" sz="quarter" idx="42"/>
          </p:nvPr>
        </p:nvSpPr>
        <p:spPr>
          <a:xfrm>
            <a:off x="6296633" y="2401123"/>
            <a:ext cx="2636446" cy="1625915"/>
          </a:xfrm>
          <a:prstGeom prst="rect">
            <a:avLst/>
          </a:prstGeom>
        </p:spPr>
        <p:txBody>
          <a:bodyPr lIns="91439" tIns="45719" rIns="91439" bIns="45719">
            <a:noAutofit/>
          </a:bodyPr>
          <a:lstStyle/>
          <a:p>
            <a:pPr/>
          </a:p>
        </p:txBody>
      </p:sp>
      <p:sp>
        <p:nvSpPr>
          <p:cNvPr id="1763" name="Picture Placeholder 10"/>
          <p:cNvSpPr/>
          <p:nvPr>
            <p:ph type="pic" sz="quarter" idx="43"/>
          </p:nvPr>
        </p:nvSpPr>
        <p:spPr>
          <a:xfrm>
            <a:off x="6296633" y="4399026"/>
            <a:ext cx="2636446" cy="1625914"/>
          </a:xfrm>
          <a:prstGeom prst="rect">
            <a:avLst/>
          </a:prstGeom>
        </p:spPr>
        <p:txBody>
          <a:bodyPr lIns="91439" tIns="45719" rIns="91439" bIns="45719">
            <a:noAutofit/>
          </a:bodyPr>
          <a:lstStyle/>
          <a:p>
            <a:pPr/>
          </a:p>
        </p:txBody>
      </p:sp>
      <p:sp>
        <p:nvSpPr>
          <p:cNvPr id="1764" name="Rectangle 6"/>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765" name="Rectangle 7"/>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1766" name="Text Placeholder 13"/>
          <p:cNvSpPr/>
          <p:nvPr>
            <p:ph type="body" sz="quarter" idx="44"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17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spTree>
      <p:nvGrpSpPr>
        <p:cNvPr id="1" name=""/>
        <p:cNvGrpSpPr/>
        <p:nvPr/>
      </p:nvGrpSpPr>
      <p:grpSpPr>
        <a:xfrm>
          <a:off x="0" y="0"/>
          <a:ext cx="0" cy="0"/>
          <a:chOff x="0" y="0"/>
          <a:chExt cx="0" cy="0"/>
        </a:xfrm>
      </p:grpSpPr>
      <p:grpSp>
        <p:nvGrpSpPr>
          <p:cNvPr id="1776" name="Rectangle 109"/>
          <p:cNvGrpSpPr/>
          <p:nvPr/>
        </p:nvGrpSpPr>
        <p:grpSpPr>
          <a:xfrm>
            <a:off x="12287632" y="5878297"/>
            <a:ext cx="710311" cy="979707"/>
            <a:chOff x="0" y="0"/>
            <a:chExt cx="710309" cy="979705"/>
          </a:xfrm>
        </p:grpSpPr>
        <p:sp>
          <p:nvSpPr>
            <p:cNvPr id="177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7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779" name="Rectangle 110"/>
          <p:cNvGrpSpPr/>
          <p:nvPr/>
        </p:nvGrpSpPr>
        <p:grpSpPr>
          <a:xfrm>
            <a:off x="12287631" y="4898603"/>
            <a:ext cx="710311" cy="979709"/>
            <a:chOff x="0" y="-1"/>
            <a:chExt cx="710309" cy="979708"/>
          </a:xfrm>
        </p:grpSpPr>
        <p:sp>
          <p:nvSpPr>
            <p:cNvPr id="177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7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782" name="Rectangle 111"/>
          <p:cNvGrpSpPr/>
          <p:nvPr/>
        </p:nvGrpSpPr>
        <p:grpSpPr>
          <a:xfrm>
            <a:off x="12287632" y="3918862"/>
            <a:ext cx="710311" cy="979706"/>
            <a:chOff x="0" y="0"/>
            <a:chExt cx="710309" cy="979705"/>
          </a:xfrm>
        </p:grpSpPr>
        <p:sp>
          <p:nvSpPr>
            <p:cNvPr id="178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8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785" name="Rectangle 112"/>
          <p:cNvGrpSpPr/>
          <p:nvPr/>
        </p:nvGrpSpPr>
        <p:grpSpPr>
          <a:xfrm>
            <a:off x="12287631" y="2939171"/>
            <a:ext cx="710311" cy="979707"/>
            <a:chOff x="0" y="0"/>
            <a:chExt cx="710309" cy="979705"/>
          </a:xfrm>
        </p:grpSpPr>
        <p:sp>
          <p:nvSpPr>
            <p:cNvPr id="178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8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788" name="Rectangle 113"/>
          <p:cNvGrpSpPr/>
          <p:nvPr/>
        </p:nvGrpSpPr>
        <p:grpSpPr>
          <a:xfrm>
            <a:off x="12287632" y="1959431"/>
            <a:ext cx="710311" cy="979707"/>
            <a:chOff x="0" y="0"/>
            <a:chExt cx="710309" cy="979705"/>
          </a:xfrm>
        </p:grpSpPr>
        <p:sp>
          <p:nvSpPr>
            <p:cNvPr id="178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8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791" name="Rectangle 114"/>
          <p:cNvGrpSpPr/>
          <p:nvPr/>
        </p:nvGrpSpPr>
        <p:grpSpPr>
          <a:xfrm>
            <a:off x="12287631" y="979736"/>
            <a:ext cx="710311" cy="979707"/>
            <a:chOff x="0" y="0"/>
            <a:chExt cx="710309" cy="979705"/>
          </a:xfrm>
        </p:grpSpPr>
        <p:sp>
          <p:nvSpPr>
            <p:cNvPr id="178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9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1794" name="Rectangle 115"/>
          <p:cNvGrpSpPr/>
          <p:nvPr/>
        </p:nvGrpSpPr>
        <p:grpSpPr>
          <a:xfrm>
            <a:off x="12287631" y="-2"/>
            <a:ext cx="710311" cy="979706"/>
            <a:chOff x="0" y="0"/>
            <a:chExt cx="710309" cy="979705"/>
          </a:xfrm>
        </p:grpSpPr>
        <p:sp>
          <p:nvSpPr>
            <p:cNvPr id="179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9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1797" name="Rectangle 118"/>
          <p:cNvGrpSpPr/>
          <p:nvPr/>
        </p:nvGrpSpPr>
        <p:grpSpPr>
          <a:xfrm>
            <a:off x="12997439" y="5715013"/>
            <a:ext cx="710311" cy="1142996"/>
            <a:chOff x="0" y="0"/>
            <a:chExt cx="710309" cy="1142994"/>
          </a:xfrm>
        </p:grpSpPr>
        <p:sp>
          <p:nvSpPr>
            <p:cNvPr id="179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1800" name="Rectangle 119"/>
          <p:cNvGrpSpPr/>
          <p:nvPr/>
        </p:nvGrpSpPr>
        <p:grpSpPr>
          <a:xfrm>
            <a:off x="12997439" y="4572032"/>
            <a:ext cx="710311" cy="1142996"/>
            <a:chOff x="0" y="0"/>
            <a:chExt cx="710309" cy="1142994"/>
          </a:xfrm>
        </p:grpSpPr>
        <p:sp>
          <p:nvSpPr>
            <p:cNvPr id="179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79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1803" name="Rectangle 120"/>
          <p:cNvGrpSpPr/>
          <p:nvPr/>
        </p:nvGrpSpPr>
        <p:grpSpPr>
          <a:xfrm>
            <a:off x="12997439" y="3428998"/>
            <a:ext cx="710311" cy="1142996"/>
            <a:chOff x="0" y="0"/>
            <a:chExt cx="710309" cy="1142994"/>
          </a:xfrm>
        </p:grpSpPr>
        <p:sp>
          <p:nvSpPr>
            <p:cNvPr id="180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0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1806" name="Rectangle 121"/>
          <p:cNvGrpSpPr/>
          <p:nvPr/>
        </p:nvGrpSpPr>
        <p:grpSpPr>
          <a:xfrm>
            <a:off x="12997439" y="2286017"/>
            <a:ext cx="710311" cy="1142996"/>
            <a:chOff x="0" y="0"/>
            <a:chExt cx="710309" cy="1142994"/>
          </a:xfrm>
        </p:grpSpPr>
        <p:sp>
          <p:nvSpPr>
            <p:cNvPr id="180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0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1809" name="Rectangle 122"/>
          <p:cNvGrpSpPr/>
          <p:nvPr/>
        </p:nvGrpSpPr>
        <p:grpSpPr>
          <a:xfrm>
            <a:off x="12997439" y="1142977"/>
            <a:ext cx="710311" cy="1142997"/>
            <a:chOff x="0" y="-1"/>
            <a:chExt cx="710309" cy="1142995"/>
          </a:xfrm>
        </p:grpSpPr>
        <p:sp>
          <p:nvSpPr>
            <p:cNvPr id="180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0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1812" name="Rectangle 123"/>
          <p:cNvGrpSpPr/>
          <p:nvPr/>
        </p:nvGrpSpPr>
        <p:grpSpPr>
          <a:xfrm>
            <a:off x="13706754" y="-2365"/>
            <a:ext cx="710311" cy="1142995"/>
            <a:chOff x="0" y="0"/>
            <a:chExt cx="710309" cy="1142994"/>
          </a:xfrm>
        </p:grpSpPr>
        <p:sp>
          <p:nvSpPr>
            <p:cNvPr id="181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1815" name="Rectangle 126"/>
          <p:cNvGrpSpPr/>
          <p:nvPr/>
        </p:nvGrpSpPr>
        <p:grpSpPr>
          <a:xfrm>
            <a:off x="13706756" y="5715013"/>
            <a:ext cx="710311" cy="1142996"/>
            <a:chOff x="0" y="0"/>
            <a:chExt cx="710309" cy="1142994"/>
          </a:xfrm>
        </p:grpSpPr>
        <p:sp>
          <p:nvSpPr>
            <p:cNvPr id="181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1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1818" name="Rectangle 127"/>
          <p:cNvGrpSpPr/>
          <p:nvPr/>
        </p:nvGrpSpPr>
        <p:grpSpPr>
          <a:xfrm>
            <a:off x="13706754" y="4572032"/>
            <a:ext cx="710311" cy="1142996"/>
            <a:chOff x="0" y="0"/>
            <a:chExt cx="710309" cy="1142994"/>
          </a:xfrm>
        </p:grpSpPr>
        <p:sp>
          <p:nvSpPr>
            <p:cNvPr id="181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1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1821" name="Rectangle 128"/>
          <p:cNvGrpSpPr/>
          <p:nvPr/>
        </p:nvGrpSpPr>
        <p:grpSpPr>
          <a:xfrm>
            <a:off x="12996453" y="-1157"/>
            <a:ext cx="710311" cy="1142995"/>
            <a:chOff x="0" y="0"/>
            <a:chExt cx="710309" cy="1142994"/>
          </a:xfrm>
        </p:grpSpPr>
        <p:sp>
          <p:nvSpPr>
            <p:cNvPr id="181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1824" name="Rectangle 129"/>
          <p:cNvGrpSpPr/>
          <p:nvPr/>
        </p:nvGrpSpPr>
        <p:grpSpPr>
          <a:xfrm>
            <a:off x="13706754" y="2286017"/>
            <a:ext cx="710311" cy="1142996"/>
            <a:chOff x="0" y="0"/>
            <a:chExt cx="710309" cy="1142994"/>
          </a:xfrm>
        </p:grpSpPr>
        <p:sp>
          <p:nvSpPr>
            <p:cNvPr id="182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2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1827" name="Rectangle 130"/>
          <p:cNvGrpSpPr/>
          <p:nvPr/>
        </p:nvGrpSpPr>
        <p:grpSpPr>
          <a:xfrm>
            <a:off x="13706756" y="1142977"/>
            <a:ext cx="710311" cy="1142997"/>
            <a:chOff x="0" y="-1"/>
            <a:chExt cx="710309" cy="1142995"/>
          </a:xfrm>
        </p:grpSpPr>
        <p:sp>
          <p:nvSpPr>
            <p:cNvPr id="182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2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1830" name="Rectangle 131"/>
          <p:cNvGrpSpPr/>
          <p:nvPr/>
        </p:nvGrpSpPr>
        <p:grpSpPr>
          <a:xfrm>
            <a:off x="13706754" y="3427836"/>
            <a:ext cx="710311" cy="1142996"/>
            <a:chOff x="0" y="0"/>
            <a:chExt cx="710309" cy="1142994"/>
          </a:xfrm>
        </p:grpSpPr>
        <p:sp>
          <p:nvSpPr>
            <p:cNvPr id="182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1831" name="Body Level One…"/>
          <p:cNvSpPr txBox="1"/>
          <p:nvPr>
            <p:ph type="body" idx="1" hasCustomPrompt="1"/>
          </p:nvPr>
        </p:nvSpPr>
        <p:spPr>
          <a:xfrm>
            <a:off x="402335" y="1710900"/>
            <a:ext cx="11379583" cy="4327581"/>
          </a:xfrm>
          <a:prstGeom prst="rect">
            <a:avLst/>
          </a:prstGeom>
        </p:spPr>
        <p:txBody>
          <a:bodyPr/>
          <a:lstStyle>
            <a:lvl1pPr>
              <a:defRPr sz="2100">
                <a:solidFill>
                  <a:srgbClr val="B0BAC2"/>
                </a:solidFill>
                <a:latin typeface="+mj-lt"/>
                <a:ea typeface="+mj-ea"/>
                <a:cs typeface="+mj-cs"/>
                <a:sym typeface="Mona Sans"/>
              </a:defRPr>
            </a:lvl1pPr>
            <a:lvl2pPr>
              <a:defRPr sz="2100">
                <a:solidFill>
                  <a:srgbClr val="B0BAC2"/>
                </a:solidFill>
                <a:latin typeface="+mj-lt"/>
                <a:ea typeface="+mj-ea"/>
                <a:cs typeface="+mj-cs"/>
                <a:sym typeface="Mona Sans"/>
              </a:defRPr>
            </a:lvl2pPr>
            <a:lvl3pPr>
              <a:defRPr sz="2100">
                <a:solidFill>
                  <a:srgbClr val="B0BAC2"/>
                </a:solidFill>
                <a:latin typeface="+mj-lt"/>
                <a:ea typeface="+mj-ea"/>
                <a:cs typeface="+mj-cs"/>
                <a:sym typeface="Mona Sans"/>
              </a:defRPr>
            </a:lvl3pPr>
            <a:lvl4pPr>
              <a:defRPr sz="2100">
                <a:solidFill>
                  <a:srgbClr val="B0BAC2"/>
                </a:solidFill>
                <a:latin typeface="+mj-lt"/>
                <a:ea typeface="+mj-ea"/>
                <a:cs typeface="+mj-cs"/>
                <a:sym typeface="Mona Sans"/>
              </a:defRPr>
            </a:lvl4pPr>
            <a:lvl5pPr>
              <a:defRPr sz="2100">
                <a:solidFill>
                  <a:srgbClr val="B0BAC2"/>
                </a:solidFill>
                <a:latin typeface="+mj-lt"/>
                <a:ea typeface="+mj-ea"/>
                <a:cs typeface="+mj-cs"/>
                <a:sym typeface="Mona Sans"/>
              </a:defRPr>
            </a:lvl5pPr>
          </a:lstStyle>
          <a:p>
            <a:pPr/>
            <a:r>
              <a:t>Subtitle information</a:t>
            </a:r>
          </a:p>
          <a:p>
            <a:pPr lvl="1"/>
            <a:r>
              <a:t/>
            </a:r>
          </a:p>
          <a:p>
            <a:pPr lvl="2"/>
            <a:r>
              <a:t/>
            </a:r>
          </a:p>
          <a:p>
            <a:pPr lvl="3"/>
            <a:r>
              <a:t/>
            </a:r>
          </a:p>
          <a:p>
            <a:pPr lvl="4"/>
            <a:r>
              <a:t/>
            </a:r>
          </a:p>
        </p:txBody>
      </p:sp>
      <p:sp>
        <p:nvSpPr>
          <p:cNvPr id="1832" name="Text Placeholder 23"/>
          <p:cNvSpPr/>
          <p:nvPr>
            <p:ph type="body" sz="quarter" idx="21" hasCustomPrompt="1"/>
          </p:nvPr>
        </p:nvSpPr>
        <p:spPr>
          <a:xfrm>
            <a:off x="402333" y="398215"/>
            <a:ext cx="11388732" cy="365765"/>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Optional header</a:t>
            </a:r>
          </a:p>
        </p:txBody>
      </p:sp>
      <p:sp>
        <p:nvSpPr>
          <p:cNvPr id="1833" name="Text Placeholder 16"/>
          <p:cNvSpPr/>
          <p:nvPr>
            <p:ph type="body" sz="quarter" idx="22" hasCustomPrompt="1"/>
          </p:nvPr>
        </p:nvSpPr>
        <p:spPr>
          <a:xfrm>
            <a:off x="402333" y="796387"/>
            <a:ext cx="11388732" cy="914288"/>
          </a:xfrm>
          <a:prstGeom prst="rect">
            <a:avLst/>
          </a:prstGeom>
        </p:spPr>
        <p:txBody>
          <a:bodyPr/>
          <a:lstStyle>
            <a:lvl1pPr>
              <a:defRPr sz="4800"/>
            </a:lvl1pPr>
          </a:lstStyle>
          <a:p>
            <a:pPr/>
            <a:r>
              <a:t>Title should be less than 10 words</a:t>
            </a:r>
          </a:p>
        </p:txBody>
      </p:sp>
      <p:sp>
        <p:nvSpPr>
          <p:cNvPr id="1834" name="Rectangle 1"/>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835" name="Rectangle 2"/>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1836" name="Text Placeholder 13"/>
          <p:cNvSpPr/>
          <p:nvPr>
            <p:ph type="body" sz="quarter" idx="23"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1837" name="Slide Number"/>
          <p:cNvSpPr txBox="1"/>
          <p:nvPr>
            <p:ph type="sldNum" sz="quarter" idx="2"/>
          </p:nvPr>
        </p:nvSpPr>
        <p:spPr>
          <a:xfrm>
            <a:off x="8454848" y="6221732"/>
            <a:ext cx="273652" cy="26923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Subtitle">
    <p:spTree>
      <p:nvGrpSpPr>
        <p:cNvPr id="1" name=""/>
        <p:cNvGrpSpPr/>
        <p:nvPr/>
      </p:nvGrpSpPr>
      <p:grpSpPr>
        <a:xfrm>
          <a:off x="0" y="0"/>
          <a:ext cx="0" cy="0"/>
          <a:chOff x="0" y="0"/>
          <a:chExt cx="0" cy="0"/>
        </a:xfrm>
      </p:grpSpPr>
      <p:grpSp>
        <p:nvGrpSpPr>
          <p:cNvPr id="1846" name="Rectangle 109"/>
          <p:cNvGrpSpPr/>
          <p:nvPr/>
        </p:nvGrpSpPr>
        <p:grpSpPr>
          <a:xfrm>
            <a:off x="12287632" y="5878297"/>
            <a:ext cx="710311" cy="979707"/>
            <a:chOff x="0" y="0"/>
            <a:chExt cx="710309" cy="979705"/>
          </a:xfrm>
        </p:grpSpPr>
        <p:sp>
          <p:nvSpPr>
            <p:cNvPr id="184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4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849" name="Rectangle 110"/>
          <p:cNvGrpSpPr/>
          <p:nvPr/>
        </p:nvGrpSpPr>
        <p:grpSpPr>
          <a:xfrm>
            <a:off x="12287631" y="4898603"/>
            <a:ext cx="710311" cy="979709"/>
            <a:chOff x="0" y="-1"/>
            <a:chExt cx="710309" cy="979708"/>
          </a:xfrm>
        </p:grpSpPr>
        <p:sp>
          <p:nvSpPr>
            <p:cNvPr id="184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4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852" name="Rectangle 111"/>
          <p:cNvGrpSpPr/>
          <p:nvPr/>
        </p:nvGrpSpPr>
        <p:grpSpPr>
          <a:xfrm>
            <a:off x="12287632" y="3918862"/>
            <a:ext cx="710311" cy="979706"/>
            <a:chOff x="0" y="0"/>
            <a:chExt cx="710309" cy="979705"/>
          </a:xfrm>
        </p:grpSpPr>
        <p:sp>
          <p:nvSpPr>
            <p:cNvPr id="185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5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855" name="Rectangle 112"/>
          <p:cNvGrpSpPr/>
          <p:nvPr/>
        </p:nvGrpSpPr>
        <p:grpSpPr>
          <a:xfrm>
            <a:off x="12287631" y="2939171"/>
            <a:ext cx="710311" cy="979707"/>
            <a:chOff x="0" y="0"/>
            <a:chExt cx="710309" cy="979705"/>
          </a:xfrm>
        </p:grpSpPr>
        <p:sp>
          <p:nvSpPr>
            <p:cNvPr id="185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5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858" name="Rectangle 113"/>
          <p:cNvGrpSpPr/>
          <p:nvPr/>
        </p:nvGrpSpPr>
        <p:grpSpPr>
          <a:xfrm>
            <a:off x="12287632" y="1959431"/>
            <a:ext cx="710311" cy="979707"/>
            <a:chOff x="0" y="0"/>
            <a:chExt cx="710309" cy="979705"/>
          </a:xfrm>
        </p:grpSpPr>
        <p:sp>
          <p:nvSpPr>
            <p:cNvPr id="185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5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861" name="Rectangle 114"/>
          <p:cNvGrpSpPr/>
          <p:nvPr/>
        </p:nvGrpSpPr>
        <p:grpSpPr>
          <a:xfrm>
            <a:off x="12287631" y="979736"/>
            <a:ext cx="710311" cy="979707"/>
            <a:chOff x="0" y="0"/>
            <a:chExt cx="710309" cy="979705"/>
          </a:xfrm>
        </p:grpSpPr>
        <p:sp>
          <p:nvSpPr>
            <p:cNvPr id="185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6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1864" name="Rectangle 115"/>
          <p:cNvGrpSpPr/>
          <p:nvPr/>
        </p:nvGrpSpPr>
        <p:grpSpPr>
          <a:xfrm>
            <a:off x="12287631" y="-2"/>
            <a:ext cx="710311" cy="979706"/>
            <a:chOff x="0" y="0"/>
            <a:chExt cx="710309" cy="979705"/>
          </a:xfrm>
        </p:grpSpPr>
        <p:sp>
          <p:nvSpPr>
            <p:cNvPr id="186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6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1867" name="Rectangle 118"/>
          <p:cNvGrpSpPr/>
          <p:nvPr/>
        </p:nvGrpSpPr>
        <p:grpSpPr>
          <a:xfrm>
            <a:off x="12997439" y="5715013"/>
            <a:ext cx="710311" cy="1142996"/>
            <a:chOff x="0" y="0"/>
            <a:chExt cx="710309" cy="1142994"/>
          </a:xfrm>
        </p:grpSpPr>
        <p:sp>
          <p:nvSpPr>
            <p:cNvPr id="186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1870" name="Rectangle 119"/>
          <p:cNvGrpSpPr/>
          <p:nvPr/>
        </p:nvGrpSpPr>
        <p:grpSpPr>
          <a:xfrm>
            <a:off x="12997439" y="4572032"/>
            <a:ext cx="710311" cy="1142996"/>
            <a:chOff x="0" y="0"/>
            <a:chExt cx="710309" cy="1142994"/>
          </a:xfrm>
        </p:grpSpPr>
        <p:sp>
          <p:nvSpPr>
            <p:cNvPr id="186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1873" name="Rectangle 120"/>
          <p:cNvGrpSpPr/>
          <p:nvPr/>
        </p:nvGrpSpPr>
        <p:grpSpPr>
          <a:xfrm>
            <a:off x="12997439" y="3428998"/>
            <a:ext cx="710311" cy="1142996"/>
            <a:chOff x="0" y="0"/>
            <a:chExt cx="710309" cy="1142994"/>
          </a:xfrm>
        </p:grpSpPr>
        <p:sp>
          <p:nvSpPr>
            <p:cNvPr id="187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1876" name="Rectangle 121"/>
          <p:cNvGrpSpPr/>
          <p:nvPr/>
        </p:nvGrpSpPr>
        <p:grpSpPr>
          <a:xfrm>
            <a:off x="12997439" y="2286017"/>
            <a:ext cx="710311" cy="1142996"/>
            <a:chOff x="0" y="0"/>
            <a:chExt cx="710309" cy="1142994"/>
          </a:xfrm>
        </p:grpSpPr>
        <p:sp>
          <p:nvSpPr>
            <p:cNvPr id="187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7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1879" name="Rectangle 122"/>
          <p:cNvGrpSpPr/>
          <p:nvPr/>
        </p:nvGrpSpPr>
        <p:grpSpPr>
          <a:xfrm>
            <a:off x="12997439" y="1142977"/>
            <a:ext cx="710311" cy="1142997"/>
            <a:chOff x="0" y="-1"/>
            <a:chExt cx="710309" cy="1142995"/>
          </a:xfrm>
        </p:grpSpPr>
        <p:sp>
          <p:nvSpPr>
            <p:cNvPr id="187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7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1882" name="Rectangle 123"/>
          <p:cNvGrpSpPr/>
          <p:nvPr/>
        </p:nvGrpSpPr>
        <p:grpSpPr>
          <a:xfrm>
            <a:off x="13706754" y="-2365"/>
            <a:ext cx="710311" cy="1142995"/>
            <a:chOff x="0" y="0"/>
            <a:chExt cx="710309" cy="1142994"/>
          </a:xfrm>
        </p:grpSpPr>
        <p:sp>
          <p:nvSpPr>
            <p:cNvPr id="188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8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1885" name="Rectangle 126"/>
          <p:cNvGrpSpPr/>
          <p:nvPr/>
        </p:nvGrpSpPr>
        <p:grpSpPr>
          <a:xfrm>
            <a:off x="13706756" y="5715013"/>
            <a:ext cx="710311" cy="1142996"/>
            <a:chOff x="0" y="0"/>
            <a:chExt cx="710309" cy="1142994"/>
          </a:xfrm>
        </p:grpSpPr>
        <p:sp>
          <p:nvSpPr>
            <p:cNvPr id="188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8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1888" name="Rectangle 127"/>
          <p:cNvGrpSpPr/>
          <p:nvPr/>
        </p:nvGrpSpPr>
        <p:grpSpPr>
          <a:xfrm>
            <a:off x="13706754" y="4572032"/>
            <a:ext cx="710311" cy="1142996"/>
            <a:chOff x="0" y="0"/>
            <a:chExt cx="710309" cy="1142994"/>
          </a:xfrm>
        </p:grpSpPr>
        <p:sp>
          <p:nvSpPr>
            <p:cNvPr id="188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8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1891" name="Rectangle 128"/>
          <p:cNvGrpSpPr/>
          <p:nvPr/>
        </p:nvGrpSpPr>
        <p:grpSpPr>
          <a:xfrm>
            <a:off x="12996453" y="-1157"/>
            <a:ext cx="710311" cy="1142995"/>
            <a:chOff x="0" y="0"/>
            <a:chExt cx="710309" cy="1142994"/>
          </a:xfrm>
        </p:grpSpPr>
        <p:sp>
          <p:nvSpPr>
            <p:cNvPr id="188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9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1894" name="Rectangle 129"/>
          <p:cNvGrpSpPr/>
          <p:nvPr/>
        </p:nvGrpSpPr>
        <p:grpSpPr>
          <a:xfrm>
            <a:off x="13706754" y="2286017"/>
            <a:ext cx="710311" cy="1142996"/>
            <a:chOff x="0" y="0"/>
            <a:chExt cx="710309" cy="1142994"/>
          </a:xfrm>
        </p:grpSpPr>
        <p:sp>
          <p:nvSpPr>
            <p:cNvPr id="189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9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1897" name="Rectangle 130"/>
          <p:cNvGrpSpPr/>
          <p:nvPr/>
        </p:nvGrpSpPr>
        <p:grpSpPr>
          <a:xfrm>
            <a:off x="13706756" y="1142977"/>
            <a:ext cx="710311" cy="1142997"/>
            <a:chOff x="0" y="-1"/>
            <a:chExt cx="710309" cy="1142995"/>
          </a:xfrm>
        </p:grpSpPr>
        <p:sp>
          <p:nvSpPr>
            <p:cNvPr id="189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9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1900" name="Rectangle 131"/>
          <p:cNvGrpSpPr/>
          <p:nvPr/>
        </p:nvGrpSpPr>
        <p:grpSpPr>
          <a:xfrm>
            <a:off x="13706754" y="3427836"/>
            <a:ext cx="710311" cy="1142996"/>
            <a:chOff x="0" y="0"/>
            <a:chExt cx="710309" cy="1142994"/>
          </a:xfrm>
        </p:grpSpPr>
        <p:sp>
          <p:nvSpPr>
            <p:cNvPr id="189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9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1901" name="Body Level One…"/>
          <p:cNvSpPr txBox="1"/>
          <p:nvPr>
            <p:ph type="body" idx="1" hasCustomPrompt="1"/>
          </p:nvPr>
        </p:nvSpPr>
        <p:spPr>
          <a:xfrm>
            <a:off x="402333" y="1710900"/>
            <a:ext cx="11384282" cy="4327581"/>
          </a:xfrm>
          <a:prstGeom prst="rect">
            <a:avLst/>
          </a:prstGeom>
        </p:spPr>
        <p:txBody>
          <a:bodyPr anchor="b"/>
          <a:lstStyle>
            <a:lvl1pPr>
              <a:defRPr sz="2100">
                <a:solidFill>
                  <a:srgbClr val="B0BAC2"/>
                </a:solidFill>
                <a:latin typeface="+mj-lt"/>
                <a:ea typeface="+mj-ea"/>
                <a:cs typeface="+mj-cs"/>
                <a:sym typeface="Mona Sans"/>
              </a:defRPr>
            </a:lvl1pPr>
            <a:lvl2pPr>
              <a:defRPr sz="2100">
                <a:solidFill>
                  <a:srgbClr val="B0BAC2"/>
                </a:solidFill>
                <a:latin typeface="+mj-lt"/>
                <a:ea typeface="+mj-ea"/>
                <a:cs typeface="+mj-cs"/>
                <a:sym typeface="Mona Sans"/>
              </a:defRPr>
            </a:lvl2pPr>
            <a:lvl3pPr>
              <a:defRPr sz="2100">
                <a:solidFill>
                  <a:srgbClr val="B0BAC2"/>
                </a:solidFill>
                <a:latin typeface="+mj-lt"/>
                <a:ea typeface="+mj-ea"/>
                <a:cs typeface="+mj-cs"/>
                <a:sym typeface="Mona Sans"/>
              </a:defRPr>
            </a:lvl3pPr>
            <a:lvl4pPr>
              <a:defRPr sz="2100">
                <a:solidFill>
                  <a:srgbClr val="B0BAC2"/>
                </a:solidFill>
                <a:latin typeface="+mj-lt"/>
                <a:ea typeface="+mj-ea"/>
                <a:cs typeface="+mj-cs"/>
                <a:sym typeface="Mona Sans"/>
              </a:defRPr>
            </a:lvl4pPr>
            <a:lvl5pPr>
              <a:defRPr sz="2100">
                <a:solidFill>
                  <a:srgbClr val="B0BAC2"/>
                </a:solidFill>
                <a:latin typeface="+mj-lt"/>
                <a:ea typeface="+mj-ea"/>
                <a:cs typeface="+mj-cs"/>
                <a:sym typeface="Mona Sans"/>
              </a:defRPr>
            </a:lvl5pPr>
          </a:lstStyle>
          <a:p>
            <a:pPr/>
            <a:r>
              <a:t>Subtitle information</a:t>
            </a:r>
          </a:p>
          <a:p>
            <a:pPr lvl="1"/>
            <a:r>
              <a:t/>
            </a:r>
          </a:p>
          <a:p>
            <a:pPr lvl="2"/>
            <a:r>
              <a:t/>
            </a:r>
          </a:p>
          <a:p>
            <a:pPr lvl="3"/>
            <a:r>
              <a:t/>
            </a:r>
          </a:p>
          <a:p>
            <a:pPr lvl="4"/>
            <a:r>
              <a:t/>
            </a:r>
          </a:p>
        </p:txBody>
      </p:sp>
      <p:sp>
        <p:nvSpPr>
          <p:cNvPr id="1902" name="Text Placeholder 23"/>
          <p:cNvSpPr/>
          <p:nvPr>
            <p:ph type="body" sz="quarter" idx="21" hasCustomPrompt="1"/>
          </p:nvPr>
        </p:nvSpPr>
        <p:spPr>
          <a:xfrm>
            <a:off x="402336" y="398215"/>
            <a:ext cx="11384282" cy="365765"/>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Optional header</a:t>
            </a:r>
          </a:p>
        </p:txBody>
      </p:sp>
      <p:sp>
        <p:nvSpPr>
          <p:cNvPr id="1903" name="Text Placeholder 6"/>
          <p:cNvSpPr/>
          <p:nvPr>
            <p:ph type="body" sz="quarter" idx="22" hasCustomPrompt="1"/>
          </p:nvPr>
        </p:nvSpPr>
        <p:spPr>
          <a:xfrm>
            <a:off x="402334" y="772686"/>
            <a:ext cx="11384282" cy="914404"/>
          </a:xfrm>
          <a:prstGeom prst="rect">
            <a:avLst/>
          </a:prstGeom>
        </p:spPr>
        <p:txBody>
          <a:bodyPr/>
          <a:lstStyle>
            <a:lvl1pPr>
              <a:defRPr sz="4800"/>
            </a:lvl1pPr>
          </a:lstStyle>
          <a:p>
            <a:pPr/>
            <a:r>
              <a:t>Title should be less than 10 words</a:t>
            </a:r>
          </a:p>
        </p:txBody>
      </p:sp>
      <p:sp>
        <p:nvSpPr>
          <p:cNvPr id="1904" name="Rectangle 4"/>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905" name="Rectangle 5"/>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1906" name="Text Placeholder 13"/>
          <p:cNvSpPr/>
          <p:nvPr>
            <p:ph type="body" sz="quarter" idx="23"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190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statements">
    <p:spTree>
      <p:nvGrpSpPr>
        <p:cNvPr id="1" name=""/>
        <p:cNvGrpSpPr/>
        <p:nvPr/>
      </p:nvGrpSpPr>
      <p:grpSpPr>
        <a:xfrm>
          <a:off x="0" y="0"/>
          <a:ext cx="0" cy="0"/>
          <a:chOff x="0" y="0"/>
          <a:chExt cx="0" cy="0"/>
        </a:xfrm>
      </p:grpSpPr>
      <p:grpSp>
        <p:nvGrpSpPr>
          <p:cNvPr id="1916" name="Rectangle 109"/>
          <p:cNvGrpSpPr/>
          <p:nvPr/>
        </p:nvGrpSpPr>
        <p:grpSpPr>
          <a:xfrm>
            <a:off x="12287632" y="5878297"/>
            <a:ext cx="710311" cy="979707"/>
            <a:chOff x="0" y="0"/>
            <a:chExt cx="710309" cy="979705"/>
          </a:xfrm>
        </p:grpSpPr>
        <p:sp>
          <p:nvSpPr>
            <p:cNvPr id="191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1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919" name="Rectangle 110"/>
          <p:cNvGrpSpPr/>
          <p:nvPr/>
        </p:nvGrpSpPr>
        <p:grpSpPr>
          <a:xfrm>
            <a:off x="12287631" y="4898603"/>
            <a:ext cx="710311" cy="979709"/>
            <a:chOff x="0" y="-1"/>
            <a:chExt cx="710309" cy="979708"/>
          </a:xfrm>
        </p:grpSpPr>
        <p:sp>
          <p:nvSpPr>
            <p:cNvPr id="191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1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922" name="Rectangle 111"/>
          <p:cNvGrpSpPr/>
          <p:nvPr/>
        </p:nvGrpSpPr>
        <p:grpSpPr>
          <a:xfrm>
            <a:off x="12287632" y="3918862"/>
            <a:ext cx="710311" cy="979706"/>
            <a:chOff x="0" y="0"/>
            <a:chExt cx="710309" cy="979705"/>
          </a:xfrm>
        </p:grpSpPr>
        <p:sp>
          <p:nvSpPr>
            <p:cNvPr id="192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2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925" name="Rectangle 112"/>
          <p:cNvGrpSpPr/>
          <p:nvPr/>
        </p:nvGrpSpPr>
        <p:grpSpPr>
          <a:xfrm>
            <a:off x="12287631" y="2939171"/>
            <a:ext cx="710311" cy="979707"/>
            <a:chOff x="0" y="0"/>
            <a:chExt cx="710309" cy="979705"/>
          </a:xfrm>
        </p:grpSpPr>
        <p:sp>
          <p:nvSpPr>
            <p:cNvPr id="192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2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928" name="Rectangle 113"/>
          <p:cNvGrpSpPr/>
          <p:nvPr/>
        </p:nvGrpSpPr>
        <p:grpSpPr>
          <a:xfrm>
            <a:off x="12287632" y="1959431"/>
            <a:ext cx="710311" cy="979707"/>
            <a:chOff x="0" y="0"/>
            <a:chExt cx="710309" cy="979705"/>
          </a:xfrm>
        </p:grpSpPr>
        <p:sp>
          <p:nvSpPr>
            <p:cNvPr id="192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2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931" name="Rectangle 114"/>
          <p:cNvGrpSpPr/>
          <p:nvPr/>
        </p:nvGrpSpPr>
        <p:grpSpPr>
          <a:xfrm>
            <a:off x="12287631" y="979736"/>
            <a:ext cx="710311" cy="979707"/>
            <a:chOff x="0" y="0"/>
            <a:chExt cx="710309" cy="979705"/>
          </a:xfrm>
        </p:grpSpPr>
        <p:sp>
          <p:nvSpPr>
            <p:cNvPr id="192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3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1934" name="Rectangle 115"/>
          <p:cNvGrpSpPr/>
          <p:nvPr/>
        </p:nvGrpSpPr>
        <p:grpSpPr>
          <a:xfrm>
            <a:off x="12287631" y="-2"/>
            <a:ext cx="710311" cy="979706"/>
            <a:chOff x="0" y="0"/>
            <a:chExt cx="710309" cy="979705"/>
          </a:xfrm>
        </p:grpSpPr>
        <p:sp>
          <p:nvSpPr>
            <p:cNvPr id="193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3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1937" name="Rectangle 118"/>
          <p:cNvGrpSpPr/>
          <p:nvPr/>
        </p:nvGrpSpPr>
        <p:grpSpPr>
          <a:xfrm>
            <a:off x="12997439" y="5715013"/>
            <a:ext cx="710311" cy="1142996"/>
            <a:chOff x="0" y="0"/>
            <a:chExt cx="710309" cy="1142994"/>
          </a:xfrm>
        </p:grpSpPr>
        <p:sp>
          <p:nvSpPr>
            <p:cNvPr id="193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3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1940" name="Rectangle 119"/>
          <p:cNvGrpSpPr/>
          <p:nvPr/>
        </p:nvGrpSpPr>
        <p:grpSpPr>
          <a:xfrm>
            <a:off x="12997439" y="4572032"/>
            <a:ext cx="710311" cy="1142996"/>
            <a:chOff x="0" y="0"/>
            <a:chExt cx="710309" cy="1142994"/>
          </a:xfrm>
        </p:grpSpPr>
        <p:sp>
          <p:nvSpPr>
            <p:cNvPr id="193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3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1943" name="Rectangle 120"/>
          <p:cNvGrpSpPr/>
          <p:nvPr/>
        </p:nvGrpSpPr>
        <p:grpSpPr>
          <a:xfrm>
            <a:off x="12997439" y="3428998"/>
            <a:ext cx="710311" cy="1142996"/>
            <a:chOff x="0" y="0"/>
            <a:chExt cx="710309" cy="1142994"/>
          </a:xfrm>
        </p:grpSpPr>
        <p:sp>
          <p:nvSpPr>
            <p:cNvPr id="194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4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1946" name="Rectangle 121"/>
          <p:cNvGrpSpPr/>
          <p:nvPr/>
        </p:nvGrpSpPr>
        <p:grpSpPr>
          <a:xfrm>
            <a:off x="12997439" y="2286017"/>
            <a:ext cx="710311" cy="1142996"/>
            <a:chOff x="0" y="0"/>
            <a:chExt cx="710309" cy="1142994"/>
          </a:xfrm>
        </p:grpSpPr>
        <p:sp>
          <p:nvSpPr>
            <p:cNvPr id="194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4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1949" name="Rectangle 122"/>
          <p:cNvGrpSpPr/>
          <p:nvPr/>
        </p:nvGrpSpPr>
        <p:grpSpPr>
          <a:xfrm>
            <a:off x="12997439" y="1142977"/>
            <a:ext cx="710311" cy="1142997"/>
            <a:chOff x="0" y="-1"/>
            <a:chExt cx="710309" cy="1142995"/>
          </a:xfrm>
        </p:grpSpPr>
        <p:sp>
          <p:nvSpPr>
            <p:cNvPr id="194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4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1952" name="Rectangle 123"/>
          <p:cNvGrpSpPr/>
          <p:nvPr/>
        </p:nvGrpSpPr>
        <p:grpSpPr>
          <a:xfrm>
            <a:off x="13706754" y="-2365"/>
            <a:ext cx="710311" cy="1142995"/>
            <a:chOff x="0" y="0"/>
            <a:chExt cx="710309" cy="1142994"/>
          </a:xfrm>
        </p:grpSpPr>
        <p:sp>
          <p:nvSpPr>
            <p:cNvPr id="195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1955" name="Rectangle 126"/>
          <p:cNvGrpSpPr/>
          <p:nvPr/>
        </p:nvGrpSpPr>
        <p:grpSpPr>
          <a:xfrm>
            <a:off x="13706756" y="5715013"/>
            <a:ext cx="710311" cy="1142996"/>
            <a:chOff x="0" y="0"/>
            <a:chExt cx="710309" cy="1142994"/>
          </a:xfrm>
        </p:grpSpPr>
        <p:sp>
          <p:nvSpPr>
            <p:cNvPr id="195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1958" name="Rectangle 127"/>
          <p:cNvGrpSpPr/>
          <p:nvPr/>
        </p:nvGrpSpPr>
        <p:grpSpPr>
          <a:xfrm>
            <a:off x="13706754" y="4572032"/>
            <a:ext cx="710311" cy="1142996"/>
            <a:chOff x="0" y="0"/>
            <a:chExt cx="710309" cy="1142994"/>
          </a:xfrm>
        </p:grpSpPr>
        <p:sp>
          <p:nvSpPr>
            <p:cNvPr id="195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1961" name="Rectangle 128"/>
          <p:cNvGrpSpPr/>
          <p:nvPr/>
        </p:nvGrpSpPr>
        <p:grpSpPr>
          <a:xfrm>
            <a:off x="12996453" y="-1157"/>
            <a:ext cx="710311" cy="1142995"/>
            <a:chOff x="0" y="0"/>
            <a:chExt cx="710309" cy="1142994"/>
          </a:xfrm>
        </p:grpSpPr>
        <p:sp>
          <p:nvSpPr>
            <p:cNvPr id="195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1964" name="Rectangle 129"/>
          <p:cNvGrpSpPr/>
          <p:nvPr/>
        </p:nvGrpSpPr>
        <p:grpSpPr>
          <a:xfrm>
            <a:off x="13706754" y="2286017"/>
            <a:ext cx="710311" cy="1142996"/>
            <a:chOff x="0" y="0"/>
            <a:chExt cx="710309" cy="1142994"/>
          </a:xfrm>
        </p:grpSpPr>
        <p:sp>
          <p:nvSpPr>
            <p:cNvPr id="196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6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1967" name="Rectangle 130"/>
          <p:cNvGrpSpPr/>
          <p:nvPr/>
        </p:nvGrpSpPr>
        <p:grpSpPr>
          <a:xfrm>
            <a:off x="13706756" y="1142977"/>
            <a:ext cx="710311" cy="1142997"/>
            <a:chOff x="0" y="-1"/>
            <a:chExt cx="710309" cy="1142995"/>
          </a:xfrm>
        </p:grpSpPr>
        <p:sp>
          <p:nvSpPr>
            <p:cNvPr id="196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6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1970" name="Rectangle 131"/>
          <p:cNvGrpSpPr/>
          <p:nvPr/>
        </p:nvGrpSpPr>
        <p:grpSpPr>
          <a:xfrm>
            <a:off x="13706754" y="3427836"/>
            <a:ext cx="710311" cy="1142996"/>
            <a:chOff x="0" y="0"/>
            <a:chExt cx="710309" cy="1142994"/>
          </a:xfrm>
        </p:grpSpPr>
        <p:sp>
          <p:nvSpPr>
            <p:cNvPr id="196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1971" name="Body Level One…"/>
          <p:cNvSpPr txBox="1"/>
          <p:nvPr>
            <p:ph type="body" sz="quarter" idx="1" hasCustomPrompt="1"/>
          </p:nvPr>
        </p:nvSpPr>
        <p:spPr>
          <a:xfrm>
            <a:off x="402336" y="398216"/>
            <a:ext cx="5491161" cy="36576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1972" name="Text Placeholder 23"/>
          <p:cNvSpPr/>
          <p:nvPr>
            <p:ph type="body" sz="quarter" idx="21" hasCustomPrompt="1"/>
          </p:nvPr>
        </p:nvSpPr>
        <p:spPr>
          <a:xfrm>
            <a:off x="6290755" y="982893"/>
            <a:ext cx="5518661" cy="457204"/>
          </a:xfrm>
          <a:prstGeom prst="rect">
            <a:avLst/>
          </a:prstGeom>
        </p:spPr>
        <p:txBody>
          <a:bodyPr lIns="45718" tIns="45718" rIns="45718" bIns="45718" anchor="b"/>
          <a:lstStyle>
            <a:lvl1pPr>
              <a:defRPr sz="1700"/>
            </a:lvl1pPr>
          </a:lstStyle>
          <a:p>
            <a:pPr/>
            <a:r>
              <a:t>Statement 1</a:t>
            </a:r>
          </a:p>
        </p:txBody>
      </p:sp>
      <p:sp>
        <p:nvSpPr>
          <p:cNvPr id="1973" name="Text Placeholder 23"/>
          <p:cNvSpPr/>
          <p:nvPr>
            <p:ph type="body" sz="quarter" idx="22" hasCustomPrompt="1"/>
          </p:nvPr>
        </p:nvSpPr>
        <p:spPr>
          <a:xfrm>
            <a:off x="6290757" y="1463659"/>
            <a:ext cx="5518660" cy="914401"/>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1974" name="Picture Placeholder 24"/>
          <p:cNvSpPr/>
          <p:nvPr>
            <p:ph type="pic" sz="quarter" idx="23"/>
          </p:nvPr>
        </p:nvSpPr>
        <p:spPr>
          <a:xfrm>
            <a:off x="6290755" y="398216"/>
            <a:ext cx="365669" cy="365760"/>
          </a:xfrm>
          <a:prstGeom prst="rect">
            <a:avLst/>
          </a:prstGeom>
        </p:spPr>
        <p:txBody>
          <a:bodyPr lIns="91439" tIns="45719" rIns="91439" bIns="45719">
            <a:noAutofit/>
          </a:bodyPr>
          <a:lstStyle/>
          <a:p>
            <a:pPr/>
          </a:p>
        </p:txBody>
      </p:sp>
      <p:sp>
        <p:nvSpPr>
          <p:cNvPr id="1975" name="Text Placeholder 23"/>
          <p:cNvSpPr/>
          <p:nvPr>
            <p:ph type="body" sz="quarter" idx="24" hasCustomPrompt="1"/>
          </p:nvPr>
        </p:nvSpPr>
        <p:spPr>
          <a:xfrm>
            <a:off x="6290755" y="3387135"/>
            <a:ext cx="5518661" cy="457204"/>
          </a:xfrm>
          <a:prstGeom prst="rect">
            <a:avLst/>
          </a:prstGeom>
        </p:spPr>
        <p:txBody>
          <a:bodyPr lIns="45718" tIns="45718" rIns="45718" bIns="45718" anchor="b"/>
          <a:lstStyle>
            <a:lvl1pPr>
              <a:defRPr sz="1700"/>
            </a:lvl1pPr>
          </a:lstStyle>
          <a:p>
            <a:pPr/>
            <a:r>
              <a:t>Statement 2</a:t>
            </a:r>
          </a:p>
        </p:txBody>
      </p:sp>
      <p:sp>
        <p:nvSpPr>
          <p:cNvPr id="1976" name="Text Placeholder 23"/>
          <p:cNvSpPr/>
          <p:nvPr>
            <p:ph type="body" sz="quarter" idx="25" hasCustomPrompt="1"/>
          </p:nvPr>
        </p:nvSpPr>
        <p:spPr>
          <a:xfrm>
            <a:off x="6290757" y="3867901"/>
            <a:ext cx="5518660" cy="914404"/>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1977" name="Picture Placeholder 24"/>
          <p:cNvSpPr/>
          <p:nvPr>
            <p:ph type="pic" sz="quarter" idx="26"/>
          </p:nvPr>
        </p:nvSpPr>
        <p:spPr>
          <a:xfrm>
            <a:off x="6290755" y="2802458"/>
            <a:ext cx="365669" cy="365764"/>
          </a:xfrm>
          <a:prstGeom prst="rect">
            <a:avLst/>
          </a:prstGeom>
        </p:spPr>
        <p:txBody>
          <a:bodyPr lIns="91439" tIns="45719" rIns="91439" bIns="45719">
            <a:noAutofit/>
          </a:bodyPr>
          <a:lstStyle/>
          <a:p>
            <a:pPr/>
          </a:p>
        </p:txBody>
      </p:sp>
      <p:sp>
        <p:nvSpPr>
          <p:cNvPr id="1978" name="Text Placeholder 6"/>
          <p:cNvSpPr/>
          <p:nvPr>
            <p:ph type="body" sz="half" idx="27" hasCustomPrompt="1"/>
          </p:nvPr>
        </p:nvSpPr>
        <p:spPr>
          <a:xfrm>
            <a:off x="402336" y="796204"/>
            <a:ext cx="5495546" cy="5239513"/>
          </a:xfrm>
          <a:prstGeom prst="rect">
            <a:avLst/>
          </a:prstGeom>
        </p:spPr>
        <p:txBody>
          <a:bodyPr/>
          <a:lstStyle>
            <a:lvl1pPr>
              <a:defRPr sz="4800"/>
            </a:lvl1pPr>
          </a:lstStyle>
          <a:p>
            <a:pPr/>
            <a:r>
              <a:t>Title should be less than 10 words</a:t>
            </a:r>
          </a:p>
        </p:txBody>
      </p:sp>
      <p:sp>
        <p:nvSpPr>
          <p:cNvPr id="1979" name="Rectangle 4"/>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1980" name="Rectangle 5"/>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1981" name="Text Placeholder 13"/>
          <p:cNvSpPr/>
          <p:nvPr>
            <p:ph type="body" sz="quarter" idx="28"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198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hree statements">
    <p:spTree>
      <p:nvGrpSpPr>
        <p:cNvPr id="1" name=""/>
        <p:cNvGrpSpPr/>
        <p:nvPr/>
      </p:nvGrpSpPr>
      <p:grpSpPr>
        <a:xfrm>
          <a:off x="0" y="0"/>
          <a:ext cx="0" cy="0"/>
          <a:chOff x="0" y="0"/>
          <a:chExt cx="0" cy="0"/>
        </a:xfrm>
      </p:grpSpPr>
      <p:grpSp>
        <p:nvGrpSpPr>
          <p:cNvPr id="1991" name="Rectangle 109"/>
          <p:cNvGrpSpPr/>
          <p:nvPr/>
        </p:nvGrpSpPr>
        <p:grpSpPr>
          <a:xfrm>
            <a:off x="12287632" y="5878297"/>
            <a:ext cx="710311" cy="979707"/>
            <a:chOff x="0" y="0"/>
            <a:chExt cx="710309" cy="979705"/>
          </a:xfrm>
        </p:grpSpPr>
        <p:sp>
          <p:nvSpPr>
            <p:cNvPr id="1989"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9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1994" name="Rectangle 110"/>
          <p:cNvGrpSpPr/>
          <p:nvPr/>
        </p:nvGrpSpPr>
        <p:grpSpPr>
          <a:xfrm>
            <a:off x="12287631" y="4898603"/>
            <a:ext cx="710311" cy="979709"/>
            <a:chOff x="0" y="-1"/>
            <a:chExt cx="710309" cy="979708"/>
          </a:xfrm>
        </p:grpSpPr>
        <p:sp>
          <p:nvSpPr>
            <p:cNvPr id="1992"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93"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997" name="Rectangle 111"/>
          <p:cNvGrpSpPr/>
          <p:nvPr/>
        </p:nvGrpSpPr>
        <p:grpSpPr>
          <a:xfrm>
            <a:off x="12287632" y="3918862"/>
            <a:ext cx="710311" cy="979706"/>
            <a:chOff x="0" y="0"/>
            <a:chExt cx="710309" cy="979705"/>
          </a:xfrm>
        </p:grpSpPr>
        <p:sp>
          <p:nvSpPr>
            <p:cNvPr id="1995"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9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000" name="Rectangle 112"/>
          <p:cNvGrpSpPr/>
          <p:nvPr/>
        </p:nvGrpSpPr>
        <p:grpSpPr>
          <a:xfrm>
            <a:off x="12287631" y="2939171"/>
            <a:ext cx="710311" cy="979707"/>
            <a:chOff x="0" y="0"/>
            <a:chExt cx="710309" cy="979705"/>
          </a:xfrm>
        </p:grpSpPr>
        <p:sp>
          <p:nvSpPr>
            <p:cNvPr id="1998"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99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003" name="Rectangle 113"/>
          <p:cNvGrpSpPr/>
          <p:nvPr/>
        </p:nvGrpSpPr>
        <p:grpSpPr>
          <a:xfrm>
            <a:off x="12287632" y="1959431"/>
            <a:ext cx="710311" cy="979707"/>
            <a:chOff x="0" y="0"/>
            <a:chExt cx="710309" cy="979705"/>
          </a:xfrm>
        </p:grpSpPr>
        <p:sp>
          <p:nvSpPr>
            <p:cNvPr id="2001"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0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006" name="Rectangle 114"/>
          <p:cNvGrpSpPr/>
          <p:nvPr/>
        </p:nvGrpSpPr>
        <p:grpSpPr>
          <a:xfrm>
            <a:off x="12287631" y="979736"/>
            <a:ext cx="710311" cy="979707"/>
            <a:chOff x="0" y="0"/>
            <a:chExt cx="710309" cy="979705"/>
          </a:xfrm>
        </p:grpSpPr>
        <p:sp>
          <p:nvSpPr>
            <p:cNvPr id="2004"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05"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009" name="Rectangle 115"/>
          <p:cNvGrpSpPr/>
          <p:nvPr/>
        </p:nvGrpSpPr>
        <p:grpSpPr>
          <a:xfrm>
            <a:off x="12287631" y="-2"/>
            <a:ext cx="710311" cy="979706"/>
            <a:chOff x="0" y="0"/>
            <a:chExt cx="710309" cy="979705"/>
          </a:xfrm>
        </p:grpSpPr>
        <p:sp>
          <p:nvSpPr>
            <p:cNvPr id="2007"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0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012" name="Rectangle 118"/>
          <p:cNvGrpSpPr/>
          <p:nvPr/>
        </p:nvGrpSpPr>
        <p:grpSpPr>
          <a:xfrm>
            <a:off x="12997439" y="5715013"/>
            <a:ext cx="710311" cy="1142996"/>
            <a:chOff x="0" y="0"/>
            <a:chExt cx="710309" cy="1142994"/>
          </a:xfrm>
        </p:grpSpPr>
        <p:sp>
          <p:nvSpPr>
            <p:cNvPr id="2010"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015" name="Rectangle 119"/>
          <p:cNvGrpSpPr/>
          <p:nvPr/>
        </p:nvGrpSpPr>
        <p:grpSpPr>
          <a:xfrm>
            <a:off x="12997439" y="4572032"/>
            <a:ext cx="710311" cy="1142996"/>
            <a:chOff x="0" y="0"/>
            <a:chExt cx="710309" cy="1142994"/>
          </a:xfrm>
        </p:grpSpPr>
        <p:sp>
          <p:nvSpPr>
            <p:cNvPr id="2013"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1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018" name="Rectangle 120"/>
          <p:cNvGrpSpPr/>
          <p:nvPr/>
        </p:nvGrpSpPr>
        <p:grpSpPr>
          <a:xfrm>
            <a:off x="12997439" y="3428998"/>
            <a:ext cx="710311" cy="1142996"/>
            <a:chOff x="0" y="0"/>
            <a:chExt cx="710309" cy="1142994"/>
          </a:xfrm>
        </p:grpSpPr>
        <p:sp>
          <p:nvSpPr>
            <p:cNvPr id="2016"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1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021" name="Rectangle 121"/>
          <p:cNvGrpSpPr/>
          <p:nvPr/>
        </p:nvGrpSpPr>
        <p:grpSpPr>
          <a:xfrm>
            <a:off x="12997439" y="2286017"/>
            <a:ext cx="710311" cy="1142996"/>
            <a:chOff x="0" y="0"/>
            <a:chExt cx="710309" cy="1142994"/>
          </a:xfrm>
        </p:grpSpPr>
        <p:sp>
          <p:nvSpPr>
            <p:cNvPr id="2019"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024" name="Rectangle 122"/>
          <p:cNvGrpSpPr/>
          <p:nvPr/>
        </p:nvGrpSpPr>
        <p:grpSpPr>
          <a:xfrm>
            <a:off x="12997439" y="1142977"/>
            <a:ext cx="710311" cy="1142997"/>
            <a:chOff x="0" y="-1"/>
            <a:chExt cx="710309" cy="1142995"/>
          </a:xfrm>
        </p:grpSpPr>
        <p:sp>
          <p:nvSpPr>
            <p:cNvPr id="2022"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2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027" name="Rectangle 123"/>
          <p:cNvGrpSpPr/>
          <p:nvPr/>
        </p:nvGrpSpPr>
        <p:grpSpPr>
          <a:xfrm>
            <a:off x="13706754" y="-2365"/>
            <a:ext cx="710311" cy="1142995"/>
            <a:chOff x="0" y="0"/>
            <a:chExt cx="710309" cy="1142994"/>
          </a:xfrm>
        </p:grpSpPr>
        <p:sp>
          <p:nvSpPr>
            <p:cNvPr id="2025"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2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030" name="Rectangle 126"/>
          <p:cNvGrpSpPr/>
          <p:nvPr/>
        </p:nvGrpSpPr>
        <p:grpSpPr>
          <a:xfrm>
            <a:off x="13706756" y="5715013"/>
            <a:ext cx="710311" cy="1142996"/>
            <a:chOff x="0" y="0"/>
            <a:chExt cx="710309" cy="1142994"/>
          </a:xfrm>
        </p:grpSpPr>
        <p:sp>
          <p:nvSpPr>
            <p:cNvPr id="2028"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033" name="Rectangle 127"/>
          <p:cNvGrpSpPr/>
          <p:nvPr/>
        </p:nvGrpSpPr>
        <p:grpSpPr>
          <a:xfrm>
            <a:off x="13706754" y="4572032"/>
            <a:ext cx="710311" cy="1142996"/>
            <a:chOff x="0" y="0"/>
            <a:chExt cx="710309" cy="1142994"/>
          </a:xfrm>
        </p:grpSpPr>
        <p:sp>
          <p:nvSpPr>
            <p:cNvPr id="2031"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3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036" name="Rectangle 128"/>
          <p:cNvGrpSpPr/>
          <p:nvPr/>
        </p:nvGrpSpPr>
        <p:grpSpPr>
          <a:xfrm>
            <a:off x="12996453" y="-1157"/>
            <a:ext cx="710311" cy="1142995"/>
            <a:chOff x="0" y="0"/>
            <a:chExt cx="710309" cy="1142994"/>
          </a:xfrm>
        </p:grpSpPr>
        <p:sp>
          <p:nvSpPr>
            <p:cNvPr id="2034"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3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039" name="Rectangle 129"/>
          <p:cNvGrpSpPr/>
          <p:nvPr/>
        </p:nvGrpSpPr>
        <p:grpSpPr>
          <a:xfrm>
            <a:off x="13706754" y="2286017"/>
            <a:ext cx="710311" cy="1142996"/>
            <a:chOff x="0" y="0"/>
            <a:chExt cx="710309" cy="1142994"/>
          </a:xfrm>
        </p:grpSpPr>
        <p:sp>
          <p:nvSpPr>
            <p:cNvPr id="2037"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3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2042" name="Rectangle 130"/>
          <p:cNvGrpSpPr/>
          <p:nvPr/>
        </p:nvGrpSpPr>
        <p:grpSpPr>
          <a:xfrm>
            <a:off x="13706756" y="1142977"/>
            <a:ext cx="710311" cy="1142997"/>
            <a:chOff x="0" y="-1"/>
            <a:chExt cx="710309" cy="1142995"/>
          </a:xfrm>
        </p:grpSpPr>
        <p:sp>
          <p:nvSpPr>
            <p:cNvPr id="2040"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4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2045" name="Rectangle 131"/>
          <p:cNvGrpSpPr/>
          <p:nvPr/>
        </p:nvGrpSpPr>
        <p:grpSpPr>
          <a:xfrm>
            <a:off x="13706754" y="3427836"/>
            <a:ext cx="710311" cy="1142996"/>
            <a:chOff x="0" y="0"/>
            <a:chExt cx="710309" cy="1142994"/>
          </a:xfrm>
        </p:grpSpPr>
        <p:sp>
          <p:nvSpPr>
            <p:cNvPr id="2043"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4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2046" name="Body Level One…"/>
          <p:cNvSpPr txBox="1"/>
          <p:nvPr>
            <p:ph type="body" sz="quarter" idx="1" hasCustomPrompt="1"/>
          </p:nvPr>
        </p:nvSpPr>
        <p:spPr>
          <a:xfrm>
            <a:off x="402336" y="398216"/>
            <a:ext cx="11388726" cy="36576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2047" name="Text Placeholder 23"/>
          <p:cNvSpPr/>
          <p:nvPr>
            <p:ph type="body" sz="quarter" idx="21" hasCustomPrompt="1"/>
          </p:nvPr>
        </p:nvSpPr>
        <p:spPr>
          <a:xfrm>
            <a:off x="402334" y="3821924"/>
            <a:ext cx="3520446" cy="457204"/>
          </a:xfrm>
          <a:prstGeom prst="rect">
            <a:avLst/>
          </a:prstGeom>
        </p:spPr>
        <p:txBody>
          <a:bodyPr lIns="45718" tIns="45718" rIns="45718" bIns="45718" anchor="b"/>
          <a:lstStyle>
            <a:lvl1pPr>
              <a:defRPr sz="1700"/>
            </a:lvl1pPr>
          </a:lstStyle>
          <a:p>
            <a:pPr/>
            <a:r>
              <a:t>Statement 1</a:t>
            </a:r>
          </a:p>
        </p:txBody>
      </p:sp>
      <p:sp>
        <p:nvSpPr>
          <p:cNvPr id="2048" name="Text Placeholder 23"/>
          <p:cNvSpPr/>
          <p:nvPr>
            <p:ph type="body" sz="quarter" idx="22" hasCustomPrompt="1"/>
          </p:nvPr>
        </p:nvSpPr>
        <p:spPr>
          <a:xfrm>
            <a:off x="402333" y="4279124"/>
            <a:ext cx="3520446" cy="1755241"/>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049" name="Picture Placeholder 24"/>
          <p:cNvSpPr/>
          <p:nvPr>
            <p:ph type="pic" sz="quarter" idx="23"/>
          </p:nvPr>
        </p:nvSpPr>
        <p:spPr>
          <a:xfrm>
            <a:off x="402336" y="3237246"/>
            <a:ext cx="365668" cy="365764"/>
          </a:xfrm>
          <a:prstGeom prst="rect">
            <a:avLst/>
          </a:prstGeom>
        </p:spPr>
        <p:txBody>
          <a:bodyPr lIns="91439" tIns="45719" rIns="91439" bIns="45719">
            <a:noAutofit/>
          </a:bodyPr>
          <a:lstStyle/>
          <a:p>
            <a:pPr/>
          </a:p>
        </p:txBody>
      </p:sp>
      <p:sp>
        <p:nvSpPr>
          <p:cNvPr id="2050" name="Text Placeholder 23"/>
          <p:cNvSpPr/>
          <p:nvPr>
            <p:ph type="body" sz="quarter" idx="24" hasCustomPrompt="1"/>
          </p:nvPr>
        </p:nvSpPr>
        <p:spPr>
          <a:xfrm>
            <a:off x="4336477" y="3821924"/>
            <a:ext cx="3520443" cy="457204"/>
          </a:xfrm>
          <a:prstGeom prst="rect">
            <a:avLst/>
          </a:prstGeom>
        </p:spPr>
        <p:txBody>
          <a:bodyPr lIns="45718" tIns="45718" rIns="45718" bIns="45718" anchor="b"/>
          <a:lstStyle>
            <a:lvl1pPr>
              <a:defRPr sz="1700"/>
            </a:lvl1pPr>
          </a:lstStyle>
          <a:p>
            <a:pPr/>
            <a:r>
              <a:t>Statement 2</a:t>
            </a:r>
          </a:p>
        </p:txBody>
      </p:sp>
      <p:sp>
        <p:nvSpPr>
          <p:cNvPr id="2051" name="Text Placeholder 23"/>
          <p:cNvSpPr/>
          <p:nvPr>
            <p:ph type="body" sz="quarter" idx="25" hasCustomPrompt="1"/>
          </p:nvPr>
        </p:nvSpPr>
        <p:spPr>
          <a:xfrm>
            <a:off x="4336477" y="4279124"/>
            <a:ext cx="3520443" cy="1755241"/>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052" name="Picture Placeholder 24"/>
          <p:cNvSpPr/>
          <p:nvPr>
            <p:ph type="pic" sz="quarter" idx="26"/>
          </p:nvPr>
        </p:nvSpPr>
        <p:spPr>
          <a:xfrm>
            <a:off x="4336477" y="3237246"/>
            <a:ext cx="365669" cy="365764"/>
          </a:xfrm>
          <a:prstGeom prst="rect">
            <a:avLst/>
          </a:prstGeom>
        </p:spPr>
        <p:txBody>
          <a:bodyPr lIns="91439" tIns="45719" rIns="91439" bIns="45719">
            <a:noAutofit/>
          </a:bodyPr>
          <a:lstStyle/>
          <a:p>
            <a:pPr/>
          </a:p>
        </p:txBody>
      </p:sp>
      <p:sp>
        <p:nvSpPr>
          <p:cNvPr id="2053" name="Text Placeholder 23"/>
          <p:cNvSpPr/>
          <p:nvPr>
            <p:ph type="body" sz="quarter" idx="27" hasCustomPrompt="1"/>
          </p:nvPr>
        </p:nvSpPr>
        <p:spPr>
          <a:xfrm>
            <a:off x="8270619" y="3821924"/>
            <a:ext cx="3520442" cy="457204"/>
          </a:xfrm>
          <a:prstGeom prst="rect">
            <a:avLst/>
          </a:prstGeom>
        </p:spPr>
        <p:txBody>
          <a:bodyPr lIns="45718" tIns="45718" rIns="45718" bIns="45718" anchor="b"/>
          <a:lstStyle>
            <a:lvl1pPr>
              <a:defRPr sz="1700"/>
            </a:lvl1pPr>
          </a:lstStyle>
          <a:p>
            <a:pPr/>
            <a:r>
              <a:t>Statement 3</a:t>
            </a:r>
          </a:p>
        </p:txBody>
      </p:sp>
      <p:sp>
        <p:nvSpPr>
          <p:cNvPr id="2054" name="Text Placeholder 23"/>
          <p:cNvSpPr/>
          <p:nvPr>
            <p:ph type="body" sz="quarter" idx="28" hasCustomPrompt="1"/>
          </p:nvPr>
        </p:nvSpPr>
        <p:spPr>
          <a:xfrm>
            <a:off x="8270619" y="4279124"/>
            <a:ext cx="3520443" cy="1755241"/>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055" name="Picture Placeholder 24"/>
          <p:cNvSpPr/>
          <p:nvPr>
            <p:ph type="pic" sz="quarter" idx="29"/>
          </p:nvPr>
        </p:nvSpPr>
        <p:spPr>
          <a:xfrm>
            <a:off x="8270619" y="3237246"/>
            <a:ext cx="365669" cy="365764"/>
          </a:xfrm>
          <a:prstGeom prst="rect">
            <a:avLst/>
          </a:prstGeom>
        </p:spPr>
        <p:txBody>
          <a:bodyPr lIns="91439" tIns="45719" rIns="91439" bIns="45719">
            <a:noAutofit/>
          </a:bodyPr>
          <a:lstStyle/>
          <a:p>
            <a:pPr/>
          </a:p>
        </p:txBody>
      </p:sp>
      <p:sp>
        <p:nvSpPr>
          <p:cNvPr id="2056" name="Text Placeholder 6"/>
          <p:cNvSpPr/>
          <p:nvPr>
            <p:ph type="body" sz="half" idx="30" hasCustomPrompt="1"/>
          </p:nvPr>
        </p:nvSpPr>
        <p:spPr>
          <a:xfrm>
            <a:off x="402337" y="796204"/>
            <a:ext cx="11407076" cy="2029969"/>
          </a:xfrm>
          <a:prstGeom prst="rect">
            <a:avLst/>
          </a:prstGeom>
        </p:spPr>
        <p:txBody>
          <a:bodyPr/>
          <a:lstStyle>
            <a:lvl1pPr>
              <a:defRPr sz="4800"/>
            </a:lvl1pPr>
          </a:lstStyle>
          <a:p>
            <a:pPr/>
            <a:r>
              <a:t>Title should be less than 10 words</a:t>
            </a:r>
          </a:p>
        </p:txBody>
      </p:sp>
      <p:sp>
        <p:nvSpPr>
          <p:cNvPr id="2057" name="Rectangle 4"/>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058" name="Rectangle 6"/>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2059" name="Text Placeholder 13"/>
          <p:cNvSpPr/>
          <p:nvPr>
            <p:ph type="body" sz="quarter" idx="31"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206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Four statements">
    <p:spTree>
      <p:nvGrpSpPr>
        <p:cNvPr id="1" name=""/>
        <p:cNvGrpSpPr/>
        <p:nvPr/>
      </p:nvGrpSpPr>
      <p:grpSpPr>
        <a:xfrm>
          <a:off x="0" y="0"/>
          <a:ext cx="0" cy="0"/>
          <a:chOff x="0" y="0"/>
          <a:chExt cx="0" cy="0"/>
        </a:xfrm>
      </p:grpSpPr>
      <p:grpSp>
        <p:nvGrpSpPr>
          <p:cNvPr id="2069" name="Rectangle 109"/>
          <p:cNvGrpSpPr/>
          <p:nvPr/>
        </p:nvGrpSpPr>
        <p:grpSpPr>
          <a:xfrm>
            <a:off x="12287632" y="5878297"/>
            <a:ext cx="710311" cy="979707"/>
            <a:chOff x="0" y="0"/>
            <a:chExt cx="710309" cy="979705"/>
          </a:xfrm>
        </p:grpSpPr>
        <p:sp>
          <p:nvSpPr>
            <p:cNvPr id="2067"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6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072" name="Rectangle 110"/>
          <p:cNvGrpSpPr/>
          <p:nvPr/>
        </p:nvGrpSpPr>
        <p:grpSpPr>
          <a:xfrm>
            <a:off x="12287631" y="4898603"/>
            <a:ext cx="710311" cy="979709"/>
            <a:chOff x="0" y="-1"/>
            <a:chExt cx="710309" cy="979708"/>
          </a:xfrm>
        </p:grpSpPr>
        <p:sp>
          <p:nvSpPr>
            <p:cNvPr id="2070"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71"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075" name="Rectangle 111"/>
          <p:cNvGrpSpPr/>
          <p:nvPr/>
        </p:nvGrpSpPr>
        <p:grpSpPr>
          <a:xfrm>
            <a:off x="12287632" y="3918862"/>
            <a:ext cx="710311" cy="979706"/>
            <a:chOff x="0" y="0"/>
            <a:chExt cx="710309" cy="979705"/>
          </a:xfrm>
        </p:grpSpPr>
        <p:sp>
          <p:nvSpPr>
            <p:cNvPr id="2073"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7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078" name="Rectangle 112"/>
          <p:cNvGrpSpPr/>
          <p:nvPr/>
        </p:nvGrpSpPr>
        <p:grpSpPr>
          <a:xfrm>
            <a:off x="12287631" y="2939171"/>
            <a:ext cx="710311" cy="979707"/>
            <a:chOff x="0" y="0"/>
            <a:chExt cx="710309" cy="979705"/>
          </a:xfrm>
        </p:grpSpPr>
        <p:sp>
          <p:nvSpPr>
            <p:cNvPr id="2076"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7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081" name="Rectangle 113"/>
          <p:cNvGrpSpPr/>
          <p:nvPr/>
        </p:nvGrpSpPr>
        <p:grpSpPr>
          <a:xfrm>
            <a:off x="12287632" y="1959431"/>
            <a:ext cx="710311" cy="979707"/>
            <a:chOff x="0" y="0"/>
            <a:chExt cx="710309" cy="979705"/>
          </a:xfrm>
        </p:grpSpPr>
        <p:sp>
          <p:nvSpPr>
            <p:cNvPr id="2079"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8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084" name="Rectangle 114"/>
          <p:cNvGrpSpPr/>
          <p:nvPr/>
        </p:nvGrpSpPr>
        <p:grpSpPr>
          <a:xfrm>
            <a:off x="12287631" y="979736"/>
            <a:ext cx="710311" cy="979707"/>
            <a:chOff x="0" y="0"/>
            <a:chExt cx="710309" cy="979705"/>
          </a:xfrm>
        </p:grpSpPr>
        <p:sp>
          <p:nvSpPr>
            <p:cNvPr id="2082"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83"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087" name="Rectangle 115"/>
          <p:cNvGrpSpPr/>
          <p:nvPr/>
        </p:nvGrpSpPr>
        <p:grpSpPr>
          <a:xfrm>
            <a:off x="12287631" y="-2"/>
            <a:ext cx="710311" cy="979706"/>
            <a:chOff x="0" y="0"/>
            <a:chExt cx="710309" cy="979705"/>
          </a:xfrm>
        </p:grpSpPr>
        <p:sp>
          <p:nvSpPr>
            <p:cNvPr id="2085"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8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090" name="Rectangle 118"/>
          <p:cNvGrpSpPr/>
          <p:nvPr/>
        </p:nvGrpSpPr>
        <p:grpSpPr>
          <a:xfrm>
            <a:off x="12997439" y="5715013"/>
            <a:ext cx="710311" cy="1142996"/>
            <a:chOff x="0" y="0"/>
            <a:chExt cx="710309" cy="1142994"/>
          </a:xfrm>
        </p:grpSpPr>
        <p:sp>
          <p:nvSpPr>
            <p:cNvPr id="2088"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8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093" name="Rectangle 119"/>
          <p:cNvGrpSpPr/>
          <p:nvPr/>
        </p:nvGrpSpPr>
        <p:grpSpPr>
          <a:xfrm>
            <a:off x="12997439" y="4572032"/>
            <a:ext cx="710311" cy="1142996"/>
            <a:chOff x="0" y="0"/>
            <a:chExt cx="710309" cy="1142994"/>
          </a:xfrm>
        </p:grpSpPr>
        <p:sp>
          <p:nvSpPr>
            <p:cNvPr id="2091"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9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096" name="Rectangle 120"/>
          <p:cNvGrpSpPr/>
          <p:nvPr/>
        </p:nvGrpSpPr>
        <p:grpSpPr>
          <a:xfrm>
            <a:off x="12997439" y="3428998"/>
            <a:ext cx="710311" cy="1142996"/>
            <a:chOff x="0" y="0"/>
            <a:chExt cx="710309" cy="1142994"/>
          </a:xfrm>
        </p:grpSpPr>
        <p:sp>
          <p:nvSpPr>
            <p:cNvPr id="2094"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9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099" name="Rectangle 121"/>
          <p:cNvGrpSpPr/>
          <p:nvPr/>
        </p:nvGrpSpPr>
        <p:grpSpPr>
          <a:xfrm>
            <a:off x="12997439" y="2286017"/>
            <a:ext cx="710311" cy="1142996"/>
            <a:chOff x="0" y="0"/>
            <a:chExt cx="710309" cy="1142994"/>
          </a:xfrm>
        </p:grpSpPr>
        <p:sp>
          <p:nvSpPr>
            <p:cNvPr id="2097"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09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102" name="Rectangle 122"/>
          <p:cNvGrpSpPr/>
          <p:nvPr/>
        </p:nvGrpSpPr>
        <p:grpSpPr>
          <a:xfrm>
            <a:off x="12997439" y="1142977"/>
            <a:ext cx="710311" cy="1142997"/>
            <a:chOff x="0" y="-1"/>
            <a:chExt cx="710309" cy="1142995"/>
          </a:xfrm>
        </p:grpSpPr>
        <p:sp>
          <p:nvSpPr>
            <p:cNvPr id="2100"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0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105" name="Rectangle 123"/>
          <p:cNvGrpSpPr/>
          <p:nvPr/>
        </p:nvGrpSpPr>
        <p:grpSpPr>
          <a:xfrm>
            <a:off x="13706754" y="-2365"/>
            <a:ext cx="710311" cy="1142995"/>
            <a:chOff x="0" y="0"/>
            <a:chExt cx="710309" cy="1142994"/>
          </a:xfrm>
        </p:grpSpPr>
        <p:sp>
          <p:nvSpPr>
            <p:cNvPr id="2103"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108" name="Rectangle 126"/>
          <p:cNvGrpSpPr/>
          <p:nvPr/>
        </p:nvGrpSpPr>
        <p:grpSpPr>
          <a:xfrm>
            <a:off x="13706756" y="5715013"/>
            <a:ext cx="710311" cy="1142996"/>
            <a:chOff x="0" y="0"/>
            <a:chExt cx="710309" cy="1142994"/>
          </a:xfrm>
        </p:grpSpPr>
        <p:sp>
          <p:nvSpPr>
            <p:cNvPr id="2106"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111" name="Rectangle 127"/>
          <p:cNvGrpSpPr/>
          <p:nvPr/>
        </p:nvGrpSpPr>
        <p:grpSpPr>
          <a:xfrm>
            <a:off x="13706754" y="4572032"/>
            <a:ext cx="710311" cy="1142996"/>
            <a:chOff x="0" y="0"/>
            <a:chExt cx="710309" cy="1142994"/>
          </a:xfrm>
        </p:grpSpPr>
        <p:sp>
          <p:nvSpPr>
            <p:cNvPr id="2109"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114" name="Rectangle 128"/>
          <p:cNvGrpSpPr/>
          <p:nvPr/>
        </p:nvGrpSpPr>
        <p:grpSpPr>
          <a:xfrm>
            <a:off x="12996453" y="-1157"/>
            <a:ext cx="710311" cy="1142995"/>
            <a:chOff x="0" y="0"/>
            <a:chExt cx="710309" cy="1142994"/>
          </a:xfrm>
        </p:grpSpPr>
        <p:sp>
          <p:nvSpPr>
            <p:cNvPr id="2112"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1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117" name="Rectangle 129"/>
          <p:cNvGrpSpPr/>
          <p:nvPr/>
        </p:nvGrpSpPr>
        <p:grpSpPr>
          <a:xfrm>
            <a:off x="13706754" y="2286017"/>
            <a:ext cx="710311" cy="1142996"/>
            <a:chOff x="0" y="0"/>
            <a:chExt cx="710309" cy="1142994"/>
          </a:xfrm>
        </p:grpSpPr>
        <p:sp>
          <p:nvSpPr>
            <p:cNvPr id="2115"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2120" name="Rectangle 130"/>
          <p:cNvGrpSpPr/>
          <p:nvPr/>
        </p:nvGrpSpPr>
        <p:grpSpPr>
          <a:xfrm>
            <a:off x="13706756" y="1142977"/>
            <a:ext cx="710311" cy="1142997"/>
            <a:chOff x="0" y="-1"/>
            <a:chExt cx="710309" cy="1142995"/>
          </a:xfrm>
        </p:grpSpPr>
        <p:sp>
          <p:nvSpPr>
            <p:cNvPr id="2118"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1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2123" name="Rectangle 131"/>
          <p:cNvGrpSpPr/>
          <p:nvPr/>
        </p:nvGrpSpPr>
        <p:grpSpPr>
          <a:xfrm>
            <a:off x="13706754" y="3427836"/>
            <a:ext cx="710311" cy="1142996"/>
            <a:chOff x="0" y="0"/>
            <a:chExt cx="710309" cy="1142994"/>
          </a:xfrm>
        </p:grpSpPr>
        <p:sp>
          <p:nvSpPr>
            <p:cNvPr id="2121"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2124" name="Body Level One…"/>
          <p:cNvSpPr txBox="1"/>
          <p:nvPr>
            <p:ph type="body" sz="quarter" idx="1" hasCustomPrompt="1"/>
          </p:nvPr>
        </p:nvSpPr>
        <p:spPr>
          <a:xfrm>
            <a:off x="402336" y="398216"/>
            <a:ext cx="4492856" cy="36576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2125" name="Text Placeholder 23"/>
          <p:cNvSpPr/>
          <p:nvPr>
            <p:ph type="body" sz="quarter" idx="21" hasCustomPrompt="1"/>
          </p:nvPr>
        </p:nvSpPr>
        <p:spPr>
          <a:xfrm>
            <a:off x="8738982" y="982893"/>
            <a:ext cx="3044956" cy="457204"/>
          </a:xfrm>
          <a:prstGeom prst="rect">
            <a:avLst/>
          </a:prstGeom>
        </p:spPr>
        <p:txBody>
          <a:bodyPr lIns="45718" tIns="45718" rIns="45718" bIns="45718" anchor="b"/>
          <a:lstStyle>
            <a:lvl1pPr>
              <a:defRPr sz="1700"/>
            </a:lvl1pPr>
          </a:lstStyle>
          <a:p>
            <a:pPr/>
            <a:r>
              <a:t>Statement 2</a:t>
            </a:r>
          </a:p>
        </p:txBody>
      </p:sp>
      <p:sp>
        <p:nvSpPr>
          <p:cNvPr id="2126" name="Text Placeholder 23"/>
          <p:cNvSpPr/>
          <p:nvPr>
            <p:ph type="body" sz="quarter" idx="22" hasCustomPrompt="1"/>
          </p:nvPr>
        </p:nvSpPr>
        <p:spPr>
          <a:xfrm>
            <a:off x="8738982" y="1463659"/>
            <a:ext cx="3044956" cy="914401"/>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127" name="Picture Placeholder 24"/>
          <p:cNvSpPr/>
          <p:nvPr>
            <p:ph type="pic" sz="quarter" idx="23"/>
          </p:nvPr>
        </p:nvSpPr>
        <p:spPr>
          <a:xfrm>
            <a:off x="8738982" y="398216"/>
            <a:ext cx="365669" cy="365760"/>
          </a:xfrm>
          <a:prstGeom prst="rect">
            <a:avLst/>
          </a:prstGeom>
        </p:spPr>
        <p:txBody>
          <a:bodyPr lIns="91439" tIns="45719" rIns="91439" bIns="45719">
            <a:noAutofit/>
          </a:bodyPr>
          <a:lstStyle/>
          <a:p>
            <a:pPr/>
          </a:p>
        </p:txBody>
      </p:sp>
      <p:sp>
        <p:nvSpPr>
          <p:cNvPr id="2128" name="Text Placeholder 23"/>
          <p:cNvSpPr/>
          <p:nvPr>
            <p:ph type="body" sz="quarter" idx="24" hasCustomPrompt="1"/>
          </p:nvPr>
        </p:nvSpPr>
        <p:spPr>
          <a:xfrm>
            <a:off x="5292452" y="982893"/>
            <a:ext cx="3049275" cy="457204"/>
          </a:xfrm>
          <a:prstGeom prst="rect">
            <a:avLst/>
          </a:prstGeom>
        </p:spPr>
        <p:txBody>
          <a:bodyPr lIns="45718" tIns="45718" rIns="45718" bIns="45718" anchor="b"/>
          <a:lstStyle>
            <a:lvl1pPr>
              <a:defRPr sz="1700"/>
            </a:lvl1pPr>
          </a:lstStyle>
          <a:p>
            <a:pPr/>
            <a:r>
              <a:t>Statement 1</a:t>
            </a:r>
          </a:p>
        </p:txBody>
      </p:sp>
      <p:sp>
        <p:nvSpPr>
          <p:cNvPr id="2129" name="Text Placeholder 23"/>
          <p:cNvSpPr/>
          <p:nvPr>
            <p:ph type="body" sz="quarter" idx="25" hasCustomPrompt="1"/>
          </p:nvPr>
        </p:nvSpPr>
        <p:spPr>
          <a:xfrm>
            <a:off x="5292452" y="1463659"/>
            <a:ext cx="3049275" cy="914401"/>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130" name="Picture Placeholder 24"/>
          <p:cNvSpPr/>
          <p:nvPr>
            <p:ph type="pic" sz="quarter" idx="26"/>
          </p:nvPr>
        </p:nvSpPr>
        <p:spPr>
          <a:xfrm>
            <a:off x="5292452" y="398216"/>
            <a:ext cx="365669" cy="365760"/>
          </a:xfrm>
          <a:prstGeom prst="rect">
            <a:avLst/>
          </a:prstGeom>
        </p:spPr>
        <p:txBody>
          <a:bodyPr lIns="91439" tIns="45719" rIns="91439" bIns="45719">
            <a:noAutofit/>
          </a:bodyPr>
          <a:lstStyle/>
          <a:p>
            <a:pPr/>
          </a:p>
        </p:txBody>
      </p:sp>
      <p:sp>
        <p:nvSpPr>
          <p:cNvPr id="2131" name="Text Placeholder 23"/>
          <p:cNvSpPr/>
          <p:nvPr>
            <p:ph type="body" sz="quarter" idx="27" hasCustomPrompt="1"/>
          </p:nvPr>
        </p:nvSpPr>
        <p:spPr>
          <a:xfrm>
            <a:off x="8738982" y="3363486"/>
            <a:ext cx="3044956" cy="457204"/>
          </a:xfrm>
          <a:prstGeom prst="rect">
            <a:avLst/>
          </a:prstGeom>
        </p:spPr>
        <p:txBody>
          <a:bodyPr lIns="45718" tIns="45718" rIns="45718" bIns="45718" anchor="b"/>
          <a:lstStyle>
            <a:lvl1pPr>
              <a:defRPr sz="1700"/>
            </a:lvl1pPr>
          </a:lstStyle>
          <a:p>
            <a:pPr/>
            <a:r>
              <a:t>Statement 4</a:t>
            </a:r>
          </a:p>
        </p:txBody>
      </p:sp>
      <p:sp>
        <p:nvSpPr>
          <p:cNvPr id="2132" name="Text Placeholder 23"/>
          <p:cNvSpPr/>
          <p:nvPr>
            <p:ph type="body" sz="quarter" idx="28" hasCustomPrompt="1"/>
          </p:nvPr>
        </p:nvSpPr>
        <p:spPr>
          <a:xfrm>
            <a:off x="8738982" y="3844252"/>
            <a:ext cx="3044956" cy="914404"/>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133" name="Picture Placeholder 24"/>
          <p:cNvSpPr/>
          <p:nvPr>
            <p:ph type="pic" sz="quarter" idx="29"/>
          </p:nvPr>
        </p:nvSpPr>
        <p:spPr>
          <a:xfrm>
            <a:off x="8738982" y="2778809"/>
            <a:ext cx="365669" cy="365764"/>
          </a:xfrm>
          <a:prstGeom prst="rect">
            <a:avLst/>
          </a:prstGeom>
        </p:spPr>
        <p:txBody>
          <a:bodyPr lIns="91439" tIns="45719" rIns="91439" bIns="45719">
            <a:noAutofit/>
          </a:bodyPr>
          <a:lstStyle/>
          <a:p>
            <a:pPr/>
          </a:p>
        </p:txBody>
      </p:sp>
      <p:sp>
        <p:nvSpPr>
          <p:cNvPr id="2134" name="Text Placeholder 23"/>
          <p:cNvSpPr/>
          <p:nvPr>
            <p:ph type="body" sz="quarter" idx="30" hasCustomPrompt="1"/>
          </p:nvPr>
        </p:nvSpPr>
        <p:spPr>
          <a:xfrm>
            <a:off x="5292452" y="3363486"/>
            <a:ext cx="3049275" cy="457204"/>
          </a:xfrm>
          <a:prstGeom prst="rect">
            <a:avLst/>
          </a:prstGeom>
        </p:spPr>
        <p:txBody>
          <a:bodyPr lIns="45718" tIns="45718" rIns="45718" bIns="45718" anchor="b"/>
          <a:lstStyle>
            <a:lvl1pPr>
              <a:defRPr sz="1700"/>
            </a:lvl1pPr>
          </a:lstStyle>
          <a:p>
            <a:pPr/>
            <a:r>
              <a:t>Statement 3</a:t>
            </a:r>
          </a:p>
        </p:txBody>
      </p:sp>
      <p:sp>
        <p:nvSpPr>
          <p:cNvPr id="2135" name="Text Placeholder 23"/>
          <p:cNvSpPr/>
          <p:nvPr>
            <p:ph type="body" sz="quarter" idx="31" hasCustomPrompt="1"/>
          </p:nvPr>
        </p:nvSpPr>
        <p:spPr>
          <a:xfrm>
            <a:off x="5292452" y="3844252"/>
            <a:ext cx="3049275" cy="914404"/>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136" name="Picture Placeholder 24"/>
          <p:cNvSpPr/>
          <p:nvPr>
            <p:ph type="pic" sz="quarter" idx="32"/>
          </p:nvPr>
        </p:nvSpPr>
        <p:spPr>
          <a:xfrm>
            <a:off x="5292452" y="2778809"/>
            <a:ext cx="365669" cy="365764"/>
          </a:xfrm>
          <a:prstGeom prst="rect">
            <a:avLst/>
          </a:prstGeom>
        </p:spPr>
        <p:txBody>
          <a:bodyPr lIns="91439" tIns="45719" rIns="91439" bIns="45719">
            <a:noAutofit/>
          </a:bodyPr>
          <a:lstStyle/>
          <a:p>
            <a:pPr/>
          </a:p>
        </p:txBody>
      </p:sp>
      <p:sp>
        <p:nvSpPr>
          <p:cNvPr id="2137" name="Text Placeholder 6"/>
          <p:cNvSpPr/>
          <p:nvPr>
            <p:ph type="body" sz="half" idx="33" hasCustomPrompt="1"/>
          </p:nvPr>
        </p:nvSpPr>
        <p:spPr>
          <a:xfrm>
            <a:off x="402333" y="796204"/>
            <a:ext cx="4489712" cy="5239513"/>
          </a:xfrm>
          <a:prstGeom prst="rect">
            <a:avLst/>
          </a:prstGeom>
        </p:spPr>
        <p:txBody>
          <a:bodyPr/>
          <a:lstStyle>
            <a:lvl1pPr>
              <a:defRPr sz="4800"/>
            </a:lvl1pPr>
          </a:lstStyle>
          <a:p>
            <a:pPr/>
            <a:r>
              <a:t>Title should be less than 10 words</a:t>
            </a:r>
          </a:p>
        </p:txBody>
      </p:sp>
      <p:sp>
        <p:nvSpPr>
          <p:cNvPr id="2138" name="Rectangle 2"/>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139" name="Rectangle 4"/>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2140" name="Text Placeholder 13"/>
          <p:cNvSpPr/>
          <p:nvPr>
            <p:ph type="body" sz="quarter" idx="34"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21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Four statements columns">
    <p:spTree>
      <p:nvGrpSpPr>
        <p:cNvPr id="1" name=""/>
        <p:cNvGrpSpPr/>
        <p:nvPr/>
      </p:nvGrpSpPr>
      <p:grpSpPr>
        <a:xfrm>
          <a:off x="0" y="0"/>
          <a:ext cx="0" cy="0"/>
          <a:chOff x="0" y="0"/>
          <a:chExt cx="0" cy="0"/>
        </a:xfrm>
      </p:grpSpPr>
      <p:grpSp>
        <p:nvGrpSpPr>
          <p:cNvPr id="2150" name="Rectangle 109"/>
          <p:cNvGrpSpPr/>
          <p:nvPr/>
        </p:nvGrpSpPr>
        <p:grpSpPr>
          <a:xfrm>
            <a:off x="12287632" y="5878297"/>
            <a:ext cx="710311" cy="979707"/>
            <a:chOff x="0" y="0"/>
            <a:chExt cx="710309" cy="979705"/>
          </a:xfrm>
        </p:grpSpPr>
        <p:sp>
          <p:nvSpPr>
            <p:cNvPr id="2148"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4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153" name="Rectangle 110"/>
          <p:cNvGrpSpPr/>
          <p:nvPr/>
        </p:nvGrpSpPr>
        <p:grpSpPr>
          <a:xfrm>
            <a:off x="12287631" y="4898603"/>
            <a:ext cx="710311" cy="979709"/>
            <a:chOff x="0" y="-1"/>
            <a:chExt cx="710309" cy="979708"/>
          </a:xfrm>
        </p:grpSpPr>
        <p:sp>
          <p:nvSpPr>
            <p:cNvPr id="2151"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52"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156" name="Rectangle 111"/>
          <p:cNvGrpSpPr/>
          <p:nvPr/>
        </p:nvGrpSpPr>
        <p:grpSpPr>
          <a:xfrm>
            <a:off x="12287632" y="3918862"/>
            <a:ext cx="710311" cy="979706"/>
            <a:chOff x="0" y="0"/>
            <a:chExt cx="710309" cy="979705"/>
          </a:xfrm>
        </p:grpSpPr>
        <p:sp>
          <p:nvSpPr>
            <p:cNvPr id="2154"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5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159" name="Rectangle 112"/>
          <p:cNvGrpSpPr/>
          <p:nvPr/>
        </p:nvGrpSpPr>
        <p:grpSpPr>
          <a:xfrm>
            <a:off x="12287631" y="2939171"/>
            <a:ext cx="710311" cy="979707"/>
            <a:chOff x="0" y="0"/>
            <a:chExt cx="710309" cy="979705"/>
          </a:xfrm>
        </p:grpSpPr>
        <p:sp>
          <p:nvSpPr>
            <p:cNvPr id="2157"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5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162" name="Rectangle 113"/>
          <p:cNvGrpSpPr/>
          <p:nvPr/>
        </p:nvGrpSpPr>
        <p:grpSpPr>
          <a:xfrm>
            <a:off x="12287632" y="1959431"/>
            <a:ext cx="710311" cy="979707"/>
            <a:chOff x="0" y="0"/>
            <a:chExt cx="710309" cy="979705"/>
          </a:xfrm>
        </p:grpSpPr>
        <p:sp>
          <p:nvSpPr>
            <p:cNvPr id="2160"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6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165" name="Rectangle 114"/>
          <p:cNvGrpSpPr/>
          <p:nvPr/>
        </p:nvGrpSpPr>
        <p:grpSpPr>
          <a:xfrm>
            <a:off x="12287631" y="979736"/>
            <a:ext cx="710311" cy="979707"/>
            <a:chOff x="0" y="0"/>
            <a:chExt cx="710309" cy="979705"/>
          </a:xfrm>
        </p:grpSpPr>
        <p:sp>
          <p:nvSpPr>
            <p:cNvPr id="2163"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64"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168" name="Rectangle 115"/>
          <p:cNvGrpSpPr/>
          <p:nvPr/>
        </p:nvGrpSpPr>
        <p:grpSpPr>
          <a:xfrm>
            <a:off x="12287631" y="-2"/>
            <a:ext cx="710311" cy="979706"/>
            <a:chOff x="0" y="0"/>
            <a:chExt cx="710309" cy="979705"/>
          </a:xfrm>
        </p:grpSpPr>
        <p:sp>
          <p:nvSpPr>
            <p:cNvPr id="2166"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6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171" name="Rectangle 118"/>
          <p:cNvGrpSpPr/>
          <p:nvPr/>
        </p:nvGrpSpPr>
        <p:grpSpPr>
          <a:xfrm>
            <a:off x="12997439" y="5715013"/>
            <a:ext cx="710311" cy="1142996"/>
            <a:chOff x="0" y="0"/>
            <a:chExt cx="710309" cy="1142994"/>
          </a:xfrm>
        </p:grpSpPr>
        <p:sp>
          <p:nvSpPr>
            <p:cNvPr id="2169"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174" name="Rectangle 119"/>
          <p:cNvGrpSpPr/>
          <p:nvPr/>
        </p:nvGrpSpPr>
        <p:grpSpPr>
          <a:xfrm>
            <a:off x="12997439" y="4572032"/>
            <a:ext cx="710311" cy="1142996"/>
            <a:chOff x="0" y="0"/>
            <a:chExt cx="710309" cy="1142994"/>
          </a:xfrm>
        </p:grpSpPr>
        <p:sp>
          <p:nvSpPr>
            <p:cNvPr id="2172"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7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177" name="Rectangle 120"/>
          <p:cNvGrpSpPr/>
          <p:nvPr/>
        </p:nvGrpSpPr>
        <p:grpSpPr>
          <a:xfrm>
            <a:off x="12997439" y="3428998"/>
            <a:ext cx="710311" cy="1142996"/>
            <a:chOff x="0" y="0"/>
            <a:chExt cx="710309" cy="1142994"/>
          </a:xfrm>
        </p:grpSpPr>
        <p:sp>
          <p:nvSpPr>
            <p:cNvPr id="2175"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7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180" name="Rectangle 121"/>
          <p:cNvGrpSpPr/>
          <p:nvPr/>
        </p:nvGrpSpPr>
        <p:grpSpPr>
          <a:xfrm>
            <a:off x="12997439" y="2286017"/>
            <a:ext cx="710311" cy="1142996"/>
            <a:chOff x="0" y="0"/>
            <a:chExt cx="710309" cy="1142994"/>
          </a:xfrm>
        </p:grpSpPr>
        <p:sp>
          <p:nvSpPr>
            <p:cNvPr id="2178"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183" name="Rectangle 122"/>
          <p:cNvGrpSpPr/>
          <p:nvPr/>
        </p:nvGrpSpPr>
        <p:grpSpPr>
          <a:xfrm>
            <a:off x="12997439" y="1142977"/>
            <a:ext cx="710311" cy="1142997"/>
            <a:chOff x="0" y="-1"/>
            <a:chExt cx="710309" cy="1142995"/>
          </a:xfrm>
        </p:grpSpPr>
        <p:sp>
          <p:nvSpPr>
            <p:cNvPr id="2181"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8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186" name="Rectangle 123"/>
          <p:cNvGrpSpPr/>
          <p:nvPr/>
        </p:nvGrpSpPr>
        <p:grpSpPr>
          <a:xfrm>
            <a:off x="13706754" y="-2365"/>
            <a:ext cx="710311" cy="1142995"/>
            <a:chOff x="0" y="0"/>
            <a:chExt cx="710309" cy="1142994"/>
          </a:xfrm>
        </p:grpSpPr>
        <p:sp>
          <p:nvSpPr>
            <p:cNvPr id="2184"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8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189" name="Rectangle 126"/>
          <p:cNvGrpSpPr/>
          <p:nvPr/>
        </p:nvGrpSpPr>
        <p:grpSpPr>
          <a:xfrm>
            <a:off x="13706756" y="5715013"/>
            <a:ext cx="710311" cy="1142996"/>
            <a:chOff x="0" y="0"/>
            <a:chExt cx="710309" cy="1142994"/>
          </a:xfrm>
        </p:grpSpPr>
        <p:sp>
          <p:nvSpPr>
            <p:cNvPr id="2187"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8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192" name="Rectangle 127"/>
          <p:cNvGrpSpPr/>
          <p:nvPr/>
        </p:nvGrpSpPr>
        <p:grpSpPr>
          <a:xfrm>
            <a:off x="13706754" y="4572032"/>
            <a:ext cx="710311" cy="1142996"/>
            <a:chOff x="0" y="0"/>
            <a:chExt cx="710309" cy="1142994"/>
          </a:xfrm>
        </p:grpSpPr>
        <p:sp>
          <p:nvSpPr>
            <p:cNvPr id="2190"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9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195" name="Rectangle 128"/>
          <p:cNvGrpSpPr/>
          <p:nvPr/>
        </p:nvGrpSpPr>
        <p:grpSpPr>
          <a:xfrm>
            <a:off x="12996453" y="-1157"/>
            <a:ext cx="710311" cy="1142995"/>
            <a:chOff x="0" y="0"/>
            <a:chExt cx="710309" cy="1142994"/>
          </a:xfrm>
        </p:grpSpPr>
        <p:sp>
          <p:nvSpPr>
            <p:cNvPr id="2193"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9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198" name="Rectangle 129"/>
          <p:cNvGrpSpPr/>
          <p:nvPr/>
        </p:nvGrpSpPr>
        <p:grpSpPr>
          <a:xfrm>
            <a:off x="13706754" y="2286017"/>
            <a:ext cx="710311" cy="1142996"/>
            <a:chOff x="0" y="0"/>
            <a:chExt cx="710309" cy="1142994"/>
          </a:xfrm>
        </p:grpSpPr>
        <p:sp>
          <p:nvSpPr>
            <p:cNvPr id="2196"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9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2201" name="Rectangle 130"/>
          <p:cNvGrpSpPr/>
          <p:nvPr/>
        </p:nvGrpSpPr>
        <p:grpSpPr>
          <a:xfrm>
            <a:off x="13706756" y="1142977"/>
            <a:ext cx="710311" cy="1142997"/>
            <a:chOff x="0" y="-1"/>
            <a:chExt cx="710309" cy="1142995"/>
          </a:xfrm>
        </p:grpSpPr>
        <p:sp>
          <p:nvSpPr>
            <p:cNvPr id="2199"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0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2204" name="Rectangle 131"/>
          <p:cNvGrpSpPr/>
          <p:nvPr/>
        </p:nvGrpSpPr>
        <p:grpSpPr>
          <a:xfrm>
            <a:off x="13706754" y="3427836"/>
            <a:ext cx="710311" cy="1142996"/>
            <a:chOff x="0" y="0"/>
            <a:chExt cx="710309" cy="1142994"/>
          </a:xfrm>
        </p:grpSpPr>
        <p:sp>
          <p:nvSpPr>
            <p:cNvPr id="2202"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0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2205" name="Body Level One…"/>
          <p:cNvSpPr txBox="1"/>
          <p:nvPr>
            <p:ph type="body" sz="quarter" idx="1" hasCustomPrompt="1"/>
          </p:nvPr>
        </p:nvSpPr>
        <p:spPr>
          <a:xfrm>
            <a:off x="402336" y="398216"/>
            <a:ext cx="11388726" cy="36576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2206" name="Text Placeholder 23"/>
          <p:cNvSpPr/>
          <p:nvPr>
            <p:ph type="body" sz="quarter" idx="21" hasCustomPrompt="1"/>
          </p:nvPr>
        </p:nvSpPr>
        <p:spPr>
          <a:xfrm>
            <a:off x="402337" y="3821924"/>
            <a:ext cx="2516859" cy="457204"/>
          </a:xfrm>
          <a:prstGeom prst="rect">
            <a:avLst/>
          </a:prstGeom>
        </p:spPr>
        <p:txBody>
          <a:bodyPr lIns="45718" tIns="45718" rIns="45718" bIns="45718" anchor="b"/>
          <a:lstStyle>
            <a:lvl1pPr>
              <a:defRPr sz="1700"/>
            </a:lvl1pPr>
          </a:lstStyle>
          <a:p>
            <a:pPr/>
            <a:r>
              <a:t>Statement 1</a:t>
            </a:r>
          </a:p>
        </p:txBody>
      </p:sp>
      <p:sp>
        <p:nvSpPr>
          <p:cNvPr id="2207" name="Text Placeholder 23"/>
          <p:cNvSpPr/>
          <p:nvPr>
            <p:ph type="body" sz="quarter" idx="22" hasCustomPrompt="1"/>
          </p:nvPr>
        </p:nvSpPr>
        <p:spPr>
          <a:xfrm>
            <a:off x="402336" y="4279124"/>
            <a:ext cx="2516859" cy="1755241"/>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208" name="Picture Placeholder 24"/>
          <p:cNvSpPr/>
          <p:nvPr>
            <p:ph type="pic" sz="quarter" idx="23"/>
          </p:nvPr>
        </p:nvSpPr>
        <p:spPr>
          <a:xfrm>
            <a:off x="402336" y="3237246"/>
            <a:ext cx="365668" cy="365764"/>
          </a:xfrm>
          <a:prstGeom prst="rect">
            <a:avLst/>
          </a:prstGeom>
        </p:spPr>
        <p:txBody>
          <a:bodyPr lIns="91439" tIns="45719" rIns="91439" bIns="45719">
            <a:noAutofit/>
          </a:bodyPr>
          <a:lstStyle/>
          <a:p>
            <a:pPr/>
          </a:p>
        </p:txBody>
      </p:sp>
      <p:sp>
        <p:nvSpPr>
          <p:cNvPr id="2209" name="Text Placeholder 23"/>
          <p:cNvSpPr/>
          <p:nvPr>
            <p:ph type="body" sz="quarter" idx="24" hasCustomPrompt="1"/>
          </p:nvPr>
        </p:nvSpPr>
        <p:spPr>
          <a:xfrm>
            <a:off x="3358098" y="3821924"/>
            <a:ext cx="2516862" cy="457204"/>
          </a:xfrm>
          <a:prstGeom prst="rect">
            <a:avLst/>
          </a:prstGeom>
        </p:spPr>
        <p:txBody>
          <a:bodyPr lIns="45718" tIns="45718" rIns="45718" bIns="45718" anchor="b"/>
          <a:lstStyle>
            <a:lvl1pPr>
              <a:defRPr sz="1700"/>
            </a:lvl1pPr>
          </a:lstStyle>
          <a:p>
            <a:pPr/>
            <a:r>
              <a:t>Statement 2</a:t>
            </a:r>
          </a:p>
        </p:txBody>
      </p:sp>
      <p:sp>
        <p:nvSpPr>
          <p:cNvPr id="2210" name="Text Placeholder 23"/>
          <p:cNvSpPr/>
          <p:nvPr>
            <p:ph type="body" sz="quarter" idx="25" hasCustomPrompt="1"/>
          </p:nvPr>
        </p:nvSpPr>
        <p:spPr>
          <a:xfrm>
            <a:off x="3358098" y="4279124"/>
            <a:ext cx="2516862" cy="1755241"/>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211" name="Picture Placeholder 24"/>
          <p:cNvSpPr/>
          <p:nvPr>
            <p:ph type="pic" sz="quarter" idx="26"/>
          </p:nvPr>
        </p:nvSpPr>
        <p:spPr>
          <a:xfrm>
            <a:off x="3353529" y="3237246"/>
            <a:ext cx="365669" cy="365764"/>
          </a:xfrm>
          <a:prstGeom prst="rect">
            <a:avLst/>
          </a:prstGeom>
        </p:spPr>
        <p:txBody>
          <a:bodyPr lIns="91439" tIns="45719" rIns="91439" bIns="45719">
            <a:noAutofit/>
          </a:bodyPr>
          <a:lstStyle/>
          <a:p>
            <a:pPr/>
          </a:p>
        </p:txBody>
      </p:sp>
      <p:sp>
        <p:nvSpPr>
          <p:cNvPr id="2212" name="Text Placeholder 23"/>
          <p:cNvSpPr/>
          <p:nvPr>
            <p:ph type="body" sz="quarter" idx="27" hasCustomPrompt="1"/>
          </p:nvPr>
        </p:nvSpPr>
        <p:spPr>
          <a:xfrm>
            <a:off x="6313861" y="3821924"/>
            <a:ext cx="2526009" cy="457204"/>
          </a:xfrm>
          <a:prstGeom prst="rect">
            <a:avLst/>
          </a:prstGeom>
        </p:spPr>
        <p:txBody>
          <a:bodyPr lIns="45718" tIns="45718" rIns="45718" bIns="45718" anchor="b"/>
          <a:lstStyle>
            <a:lvl1pPr>
              <a:defRPr sz="1700"/>
            </a:lvl1pPr>
          </a:lstStyle>
          <a:p>
            <a:pPr/>
            <a:r>
              <a:t>Statement 3</a:t>
            </a:r>
          </a:p>
        </p:txBody>
      </p:sp>
      <p:sp>
        <p:nvSpPr>
          <p:cNvPr id="2213" name="Text Placeholder 23"/>
          <p:cNvSpPr/>
          <p:nvPr>
            <p:ph type="body" sz="quarter" idx="28" hasCustomPrompt="1"/>
          </p:nvPr>
        </p:nvSpPr>
        <p:spPr>
          <a:xfrm>
            <a:off x="6313861" y="4279124"/>
            <a:ext cx="2526009" cy="1755241"/>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214" name="Picture Placeholder 24"/>
          <p:cNvSpPr/>
          <p:nvPr>
            <p:ph type="pic" sz="quarter" idx="29"/>
          </p:nvPr>
        </p:nvSpPr>
        <p:spPr>
          <a:xfrm>
            <a:off x="6313861" y="3237246"/>
            <a:ext cx="365669" cy="365764"/>
          </a:xfrm>
          <a:prstGeom prst="rect">
            <a:avLst/>
          </a:prstGeom>
        </p:spPr>
        <p:txBody>
          <a:bodyPr lIns="91439" tIns="45719" rIns="91439" bIns="45719">
            <a:noAutofit/>
          </a:bodyPr>
          <a:lstStyle/>
          <a:p>
            <a:pPr/>
          </a:p>
        </p:txBody>
      </p:sp>
      <p:sp>
        <p:nvSpPr>
          <p:cNvPr id="2215" name="Text Placeholder 23"/>
          <p:cNvSpPr/>
          <p:nvPr>
            <p:ph type="body" sz="quarter" idx="30" hasCustomPrompt="1"/>
          </p:nvPr>
        </p:nvSpPr>
        <p:spPr>
          <a:xfrm>
            <a:off x="9262015" y="3821924"/>
            <a:ext cx="2526009" cy="457204"/>
          </a:xfrm>
          <a:prstGeom prst="rect">
            <a:avLst/>
          </a:prstGeom>
        </p:spPr>
        <p:txBody>
          <a:bodyPr lIns="45718" tIns="45718" rIns="45718" bIns="45718" anchor="b"/>
          <a:lstStyle>
            <a:lvl1pPr>
              <a:defRPr sz="1700"/>
            </a:lvl1pPr>
          </a:lstStyle>
          <a:p>
            <a:pPr/>
            <a:r>
              <a:t>Statement 4</a:t>
            </a:r>
          </a:p>
        </p:txBody>
      </p:sp>
      <p:sp>
        <p:nvSpPr>
          <p:cNvPr id="2216" name="Text Placeholder 23"/>
          <p:cNvSpPr/>
          <p:nvPr>
            <p:ph type="body" sz="quarter" idx="31" hasCustomPrompt="1"/>
          </p:nvPr>
        </p:nvSpPr>
        <p:spPr>
          <a:xfrm>
            <a:off x="9262015" y="4279124"/>
            <a:ext cx="2526008" cy="1755241"/>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217" name="Picture Placeholder 24"/>
          <p:cNvSpPr/>
          <p:nvPr>
            <p:ph type="pic" sz="quarter" idx="32"/>
          </p:nvPr>
        </p:nvSpPr>
        <p:spPr>
          <a:xfrm>
            <a:off x="9262012" y="3237246"/>
            <a:ext cx="365669" cy="365764"/>
          </a:xfrm>
          <a:prstGeom prst="rect">
            <a:avLst/>
          </a:prstGeom>
        </p:spPr>
        <p:txBody>
          <a:bodyPr lIns="91439" tIns="45719" rIns="91439" bIns="45719">
            <a:noAutofit/>
          </a:bodyPr>
          <a:lstStyle/>
          <a:p>
            <a:pPr/>
          </a:p>
        </p:txBody>
      </p:sp>
      <p:sp>
        <p:nvSpPr>
          <p:cNvPr id="2218" name="Text Placeholder 6"/>
          <p:cNvSpPr/>
          <p:nvPr>
            <p:ph type="body" sz="half" idx="33" hasCustomPrompt="1"/>
          </p:nvPr>
        </p:nvSpPr>
        <p:spPr>
          <a:xfrm>
            <a:off x="402336" y="796204"/>
            <a:ext cx="11384282" cy="2029969"/>
          </a:xfrm>
          <a:prstGeom prst="rect">
            <a:avLst/>
          </a:prstGeom>
        </p:spPr>
        <p:txBody>
          <a:bodyPr/>
          <a:lstStyle>
            <a:lvl1pPr>
              <a:defRPr sz="4800"/>
            </a:lvl1pPr>
          </a:lstStyle>
          <a:p>
            <a:pPr/>
            <a:r>
              <a:t>Title should be less than 10 words</a:t>
            </a:r>
          </a:p>
        </p:txBody>
      </p:sp>
      <p:sp>
        <p:nvSpPr>
          <p:cNvPr id="2219" name="Rectangle 4"/>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220" name="Rectangle 5"/>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2221" name="Text Placeholder 13"/>
          <p:cNvSpPr/>
          <p:nvPr>
            <p:ph type="body" sz="quarter" idx="34"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22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and image">
    <p:spTree>
      <p:nvGrpSpPr>
        <p:cNvPr id="1" name=""/>
        <p:cNvGrpSpPr/>
        <p:nvPr/>
      </p:nvGrpSpPr>
      <p:grpSpPr>
        <a:xfrm>
          <a:off x="0" y="0"/>
          <a:ext cx="0" cy="0"/>
          <a:chOff x="0" y="0"/>
          <a:chExt cx="0" cy="0"/>
        </a:xfrm>
      </p:grpSpPr>
      <p:grpSp>
        <p:nvGrpSpPr>
          <p:cNvPr id="2231" name="Rectangle 109"/>
          <p:cNvGrpSpPr/>
          <p:nvPr/>
        </p:nvGrpSpPr>
        <p:grpSpPr>
          <a:xfrm>
            <a:off x="12287632" y="5878297"/>
            <a:ext cx="710311" cy="979707"/>
            <a:chOff x="0" y="0"/>
            <a:chExt cx="710309" cy="979705"/>
          </a:xfrm>
        </p:grpSpPr>
        <p:sp>
          <p:nvSpPr>
            <p:cNvPr id="2229"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3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234" name="Rectangle 110"/>
          <p:cNvGrpSpPr/>
          <p:nvPr/>
        </p:nvGrpSpPr>
        <p:grpSpPr>
          <a:xfrm>
            <a:off x="12287631" y="4898603"/>
            <a:ext cx="710311" cy="979709"/>
            <a:chOff x="0" y="-1"/>
            <a:chExt cx="710309" cy="979708"/>
          </a:xfrm>
        </p:grpSpPr>
        <p:sp>
          <p:nvSpPr>
            <p:cNvPr id="2232"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33"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237" name="Rectangle 111"/>
          <p:cNvGrpSpPr/>
          <p:nvPr/>
        </p:nvGrpSpPr>
        <p:grpSpPr>
          <a:xfrm>
            <a:off x="12287632" y="3918862"/>
            <a:ext cx="710311" cy="979706"/>
            <a:chOff x="0" y="0"/>
            <a:chExt cx="710309" cy="979705"/>
          </a:xfrm>
        </p:grpSpPr>
        <p:sp>
          <p:nvSpPr>
            <p:cNvPr id="2235"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3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240" name="Rectangle 112"/>
          <p:cNvGrpSpPr/>
          <p:nvPr/>
        </p:nvGrpSpPr>
        <p:grpSpPr>
          <a:xfrm>
            <a:off x="12287631" y="2939171"/>
            <a:ext cx="710311" cy="979707"/>
            <a:chOff x="0" y="0"/>
            <a:chExt cx="710309" cy="979705"/>
          </a:xfrm>
        </p:grpSpPr>
        <p:sp>
          <p:nvSpPr>
            <p:cNvPr id="2238"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3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243" name="Rectangle 113"/>
          <p:cNvGrpSpPr/>
          <p:nvPr/>
        </p:nvGrpSpPr>
        <p:grpSpPr>
          <a:xfrm>
            <a:off x="12287632" y="1959431"/>
            <a:ext cx="710311" cy="979707"/>
            <a:chOff x="0" y="0"/>
            <a:chExt cx="710309" cy="979705"/>
          </a:xfrm>
        </p:grpSpPr>
        <p:sp>
          <p:nvSpPr>
            <p:cNvPr id="2241"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4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246" name="Rectangle 114"/>
          <p:cNvGrpSpPr/>
          <p:nvPr/>
        </p:nvGrpSpPr>
        <p:grpSpPr>
          <a:xfrm>
            <a:off x="12287631" y="979736"/>
            <a:ext cx="710311" cy="979707"/>
            <a:chOff x="0" y="0"/>
            <a:chExt cx="710309" cy="979705"/>
          </a:xfrm>
        </p:grpSpPr>
        <p:sp>
          <p:nvSpPr>
            <p:cNvPr id="2244"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45"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249" name="Rectangle 115"/>
          <p:cNvGrpSpPr/>
          <p:nvPr/>
        </p:nvGrpSpPr>
        <p:grpSpPr>
          <a:xfrm>
            <a:off x="12287631" y="-2"/>
            <a:ext cx="710311" cy="979706"/>
            <a:chOff x="0" y="0"/>
            <a:chExt cx="710309" cy="979705"/>
          </a:xfrm>
        </p:grpSpPr>
        <p:sp>
          <p:nvSpPr>
            <p:cNvPr id="2247"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4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252" name="Rectangle 118"/>
          <p:cNvGrpSpPr/>
          <p:nvPr/>
        </p:nvGrpSpPr>
        <p:grpSpPr>
          <a:xfrm>
            <a:off x="12997439" y="5715013"/>
            <a:ext cx="710311" cy="1142996"/>
            <a:chOff x="0" y="0"/>
            <a:chExt cx="710309" cy="1142994"/>
          </a:xfrm>
        </p:grpSpPr>
        <p:sp>
          <p:nvSpPr>
            <p:cNvPr id="2250"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255" name="Rectangle 119"/>
          <p:cNvGrpSpPr/>
          <p:nvPr/>
        </p:nvGrpSpPr>
        <p:grpSpPr>
          <a:xfrm>
            <a:off x="12997439" y="4572032"/>
            <a:ext cx="710311" cy="1142996"/>
            <a:chOff x="0" y="0"/>
            <a:chExt cx="710309" cy="1142994"/>
          </a:xfrm>
        </p:grpSpPr>
        <p:sp>
          <p:nvSpPr>
            <p:cNvPr id="2253"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258" name="Rectangle 120"/>
          <p:cNvGrpSpPr/>
          <p:nvPr/>
        </p:nvGrpSpPr>
        <p:grpSpPr>
          <a:xfrm>
            <a:off x="12997439" y="3428998"/>
            <a:ext cx="710311" cy="1142996"/>
            <a:chOff x="0" y="0"/>
            <a:chExt cx="710309" cy="1142994"/>
          </a:xfrm>
        </p:grpSpPr>
        <p:sp>
          <p:nvSpPr>
            <p:cNvPr id="2256"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261" name="Rectangle 121"/>
          <p:cNvGrpSpPr/>
          <p:nvPr/>
        </p:nvGrpSpPr>
        <p:grpSpPr>
          <a:xfrm>
            <a:off x="12997439" y="2286017"/>
            <a:ext cx="710311" cy="1142996"/>
            <a:chOff x="0" y="0"/>
            <a:chExt cx="710309" cy="1142994"/>
          </a:xfrm>
        </p:grpSpPr>
        <p:sp>
          <p:nvSpPr>
            <p:cNvPr id="2259"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264" name="Rectangle 122"/>
          <p:cNvGrpSpPr/>
          <p:nvPr/>
        </p:nvGrpSpPr>
        <p:grpSpPr>
          <a:xfrm>
            <a:off x="12997439" y="1142977"/>
            <a:ext cx="710311" cy="1142997"/>
            <a:chOff x="0" y="-1"/>
            <a:chExt cx="710309" cy="1142995"/>
          </a:xfrm>
        </p:grpSpPr>
        <p:sp>
          <p:nvSpPr>
            <p:cNvPr id="2262"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6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267" name="Rectangle 123"/>
          <p:cNvGrpSpPr/>
          <p:nvPr/>
        </p:nvGrpSpPr>
        <p:grpSpPr>
          <a:xfrm>
            <a:off x="13706754" y="-2365"/>
            <a:ext cx="710311" cy="1142995"/>
            <a:chOff x="0" y="0"/>
            <a:chExt cx="710309" cy="1142994"/>
          </a:xfrm>
        </p:grpSpPr>
        <p:sp>
          <p:nvSpPr>
            <p:cNvPr id="2265"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270" name="Rectangle 126"/>
          <p:cNvGrpSpPr/>
          <p:nvPr/>
        </p:nvGrpSpPr>
        <p:grpSpPr>
          <a:xfrm>
            <a:off x="13706756" y="5715013"/>
            <a:ext cx="710311" cy="1142996"/>
            <a:chOff x="0" y="0"/>
            <a:chExt cx="710309" cy="1142994"/>
          </a:xfrm>
        </p:grpSpPr>
        <p:sp>
          <p:nvSpPr>
            <p:cNvPr id="2268"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273" name="Rectangle 127"/>
          <p:cNvGrpSpPr/>
          <p:nvPr/>
        </p:nvGrpSpPr>
        <p:grpSpPr>
          <a:xfrm>
            <a:off x="13706754" y="4572032"/>
            <a:ext cx="710311" cy="1142996"/>
            <a:chOff x="0" y="0"/>
            <a:chExt cx="710309" cy="1142994"/>
          </a:xfrm>
        </p:grpSpPr>
        <p:sp>
          <p:nvSpPr>
            <p:cNvPr id="2271"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276" name="Rectangle 128"/>
          <p:cNvGrpSpPr/>
          <p:nvPr/>
        </p:nvGrpSpPr>
        <p:grpSpPr>
          <a:xfrm>
            <a:off x="12996453" y="-1157"/>
            <a:ext cx="710311" cy="1142995"/>
            <a:chOff x="0" y="0"/>
            <a:chExt cx="710309" cy="1142994"/>
          </a:xfrm>
        </p:grpSpPr>
        <p:sp>
          <p:nvSpPr>
            <p:cNvPr id="2274"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7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279" name="Rectangle 129"/>
          <p:cNvGrpSpPr/>
          <p:nvPr/>
        </p:nvGrpSpPr>
        <p:grpSpPr>
          <a:xfrm>
            <a:off x="13706754" y="2286017"/>
            <a:ext cx="710311" cy="1142996"/>
            <a:chOff x="0" y="0"/>
            <a:chExt cx="710309" cy="1142994"/>
          </a:xfrm>
        </p:grpSpPr>
        <p:sp>
          <p:nvSpPr>
            <p:cNvPr id="2277"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2282" name="Rectangle 130"/>
          <p:cNvGrpSpPr/>
          <p:nvPr/>
        </p:nvGrpSpPr>
        <p:grpSpPr>
          <a:xfrm>
            <a:off x="13706756" y="1142977"/>
            <a:ext cx="710311" cy="1142997"/>
            <a:chOff x="0" y="-1"/>
            <a:chExt cx="710309" cy="1142995"/>
          </a:xfrm>
        </p:grpSpPr>
        <p:sp>
          <p:nvSpPr>
            <p:cNvPr id="2280"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8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2285" name="Rectangle 131"/>
          <p:cNvGrpSpPr/>
          <p:nvPr/>
        </p:nvGrpSpPr>
        <p:grpSpPr>
          <a:xfrm>
            <a:off x="13706754" y="3427836"/>
            <a:ext cx="710311" cy="1142996"/>
            <a:chOff x="0" y="0"/>
            <a:chExt cx="710309" cy="1142994"/>
          </a:xfrm>
        </p:grpSpPr>
        <p:sp>
          <p:nvSpPr>
            <p:cNvPr id="2283"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28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2286" name="Picture Placeholder 10"/>
          <p:cNvSpPr/>
          <p:nvPr>
            <p:ph type="pic" sz="half" idx="21"/>
          </p:nvPr>
        </p:nvSpPr>
        <p:spPr>
          <a:xfrm>
            <a:off x="6293549" y="403225"/>
            <a:ext cx="5486587" cy="5632450"/>
          </a:xfrm>
          <a:prstGeom prst="rect">
            <a:avLst/>
          </a:prstGeom>
        </p:spPr>
        <p:txBody>
          <a:bodyPr lIns="91439" tIns="45719" rIns="91439" bIns="45719">
            <a:noAutofit/>
          </a:bodyPr>
          <a:lstStyle/>
          <a:p>
            <a:pPr/>
          </a:p>
        </p:txBody>
      </p:sp>
      <p:sp>
        <p:nvSpPr>
          <p:cNvPr id="2287" name="Body Level One…"/>
          <p:cNvSpPr txBox="1"/>
          <p:nvPr>
            <p:ph type="body" sz="quarter" idx="1" hasCustomPrompt="1"/>
          </p:nvPr>
        </p:nvSpPr>
        <p:spPr>
          <a:xfrm>
            <a:off x="402336" y="398216"/>
            <a:ext cx="5491161" cy="36576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2288" name="Text Placeholder 23"/>
          <p:cNvSpPr/>
          <p:nvPr>
            <p:ph type="body" sz="quarter" idx="22" hasCustomPrompt="1"/>
          </p:nvPr>
        </p:nvSpPr>
        <p:spPr>
          <a:xfrm>
            <a:off x="400805" y="4470234"/>
            <a:ext cx="5490911" cy="1564131"/>
          </a:xfrm>
          <a:prstGeom prst="rect">
            <a:avLst/>
          </a:prstGeom>
        </p:spPr>
        <p:txBody>
          <a:bodyPr anchor="b"/>
          <a:lstStyle>
            <a:lvl1pPr>
              <a:defRPr sz="1800">
                <a:solidFill>
                  <a:srgbClr val="B0BAC2"/>
                </a:solidFill>
                <a:latin typeface="+mj-lt"/>
                <a:ea typeface="+mj-ea"/>
                <a:cs typeface="+mj-cs"/>
                <a:sym typeface="Mona Sans"/>
              </a:defRPr>
            </a:lvl1pPr>
          </a:lstStyle>
          <a:p>
            <a:pPr/>
            <a:r>
              <a:t>Supporting text if applicable. Keep it short and sweet.</a:t>
            </a:r>
          </a:p>
        </p:txBody>
      </p:sp>
      <p:sp>
        <p:nvSpPr>
          <p:cNvPr id="2289" name="Text Placeholder 6"/>
          <p:cNvSpPr/>
          <p:nvPr>
            <p:ph type="body" sz="half" idx="23" hasCustomPrompt="1"/>
          </p:nvPr>
        </p:nvSpPr>
        <p:spPr>
          <a:xfrm>
            <a:off x="402336" y="796202"/>
            <a:ext cx="5486589" cy="3673811"/>
          </a:xfrm>
          <a:prstGeom prst="rect">
            <a:avLst/>
          </a:prstGeom>
        </p:spPr>
        <p:txBody>
          <a:bodyPr/>
          <a:lstStyle>
            <a:lvl1pPr>
              <a:defRPr sz="4800"/>
            </a:lvl1pPr>
          </a:lstStyle>
          <a:p>
            <a:pPr/>
            <a:r>
              <a:t>Title should be less than 10 words</a:t>
            </a:r>
          </a:p>
        </p:txBody>
      </p:sp>
      <p:sp>
        <p:nvSpPr>
          <p:cNvPr id="2290" name="Rectangle 6"/>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291" name="Rectangle 7"/>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2292" name="Text Placeholder 13"/>
          <p:cNvSpPr/>
          <p:nvPr>
            <p:ph type="body" sz="quarter" idx="24"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22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and image reversed">
    <p:spTree>
      <p:nvGrpSpPr>
        <p:cNvPr id="1" name=""/>
        <p:cNvGrpSpPr/>
        <p:nvPr/>
      </p:nvGrpSpPr>
      <p:grpSpPr>
        <a:xfrm>
          <a:off x="0" y="0"/>
          <a:ext cx="0" cy="0"/>
          <a:chOff x="0" y="0"/>
          <a:chExt cx="0" cy="0"/>
        </a:xfrm>
      </p:grpSpPr>
      <p:grpSp>
        <p:nvGrpSpPr>
          <p:cNvPr id="2302" name="Rectangle 109"/>
          <p:cNvGrpSpPr/>
          <p:nvPr/>
        </p:nvGrpSpPr>
        <p:grpSpPr>
          <a:xfrm>
            <a:off x="12287632" y="5878297"/>
            <a:ext cx="710311" cy="979707"/>
            <a:chOff x="0" y="0"/>
            <a:chExt cx="710309" cy="979705"/>
          </a:xfrm>
        </p:grpSpPr>
        <p:sp>
          <p:nvSpPr>
            <p:cNvPr id="2300"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0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305" name="Rectangle 110"/>
          <p:cNvGrpSpPr/>
          <p:nvPr/>
        </p:nvGrpSpPr>
        <p:grpSpPr>
          <a:xfrm>
            <a:off x="12287631" y="4898603"/>
            <a:ext cx="710311" cy="979709"/>
            <a:chOff x="0" y="-1"/>
            <a:chExt cx="710309" cy="979708"/>
          </a:xfrm>
        </p:grpSpPr>
        <p:sp>
          <p:nvSpPr>
            <p:cNvPr id="2303"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04"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308" name="Rectangle 111"/>
          <p:cNvGrpSpPr/>
          <p:nvPr/>
        </p:nvGrpSpPr>
        <p:grpSpPr>
          <a:xfrm>
            <a:off x="12287632" y="3918862"/>
            <a:ext cx="710311" cy="979706"/>
            <a:chOff x="0" y="0"/>
            <a:chExt cx="710309" cy="979705"/>
          </a:xfrm>
        </p:grpSpPr>
        <p:sp>
          <p:nvSpPr>
            <p:cNvPr id="2306"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0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311" name="Rectangle 112"/>
          <p:cNvGrpSpPr/>
          <p:nvPr/>
        </p:nvGrpSpPr>
        <p:grpSpPr>
          <a:xfrm>
            <a:off x="12287631" y="2939171"/>
            <a:ext cx="710311" cy="979707"/>
            <a:chOff x="0" y="0"/>
            <a:chExt cx="710309" cy="979705"/>
          </a:xfrm>
        </p:grpSpPr>
        <p:sp>
          <p:nvSpPr>
            <p:cNvPr id="2309"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1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314" name="Rectangle 113"/>
          <p:cNvGrpSpPr/>
          <p:nvPr/>
        </p:nvGrpSpPr>
        <p:grpSpPr>
          <a:xfrm>
            <a:off x="12287632" y="1959431"/>
            <a:ext cx="710311" cy="979707"/>
            <a:chOff x="0" y="0"/>
            <a:chExt cx="710309" cy="979705"/>
          </a:xfrm>
        </p:grpSpPr>
        <p:sp>
          <p:nvSpPr>
            <p:cNvPr id="2312"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1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317" name="Rectangle 114"/>
          <p:cNvGrpSpPr/>
          <p:nvPr/>
        </p:nvGrpSpPr>
        <p:grpSpPr>
          <a:xfrm>
            <a:off x="12287631" y="979736"/>
            <a:ext cx="710311" cy="979707"/>
            <a:chOff x="0" y="0"/>
            <a:chExt cx="710309" cy="979705"/>
          </a:xfrm>
        </p:grpSpPr>
        <p:sp>
          <p:nvSpPr>
            <p:cNvPr id="2315"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16"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320" name="Rectangle 115"/>
          <p:cNvGrpSpPr/>
          <p:nvPr/>
        </p:nvGrpSpPr>
        <p:grpSpPr>
          <a:xfrm>
            <a:off x="12287631" y="-2"/>
            <a:ext cx="710311" cy="979706"/>
            <a:chOff x="0" y="0"/>
            <a:chExt cx="710309" cy="979705"/>
          </a:xfrm>
        </p:grpSpPr>
        <p:sp>
          <p:nvSpPr>
            <p:cNvPr id="2318"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1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323" name="Rectangle 118"/>
          <p:cNvGrpSpPr/>
          <p:nvPr/>
        </p:nvGrpSpPr>
        <p:grpSpPr>
          <a:xfrm>
            <a:off x="12997439" y="5715013"/>
            <a:ext cx="710311" cy="1142996"/>
            <a:chOff x="0" y="0"/>
            <a:chExt cx="710309" cy="1142994"/>
          </a:xfrm>
        </p:grpSpPr>
        <p:sp>
          <p:nvSpPr>
            <p:cNvPr id="2321"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326" name="Rectangle 119"/>
          <p:cNvGrpSpPr/>
          <p:nvPr/>
        </p:nvGrpSpPr>
        <p:grpSpPr>
          <a:xfrm>
            <a:off x="12997439" y="4572032"/>
            <a:ext cx="710311" cy="1142996"/>
            <a:chOff x="0" y="0"/>
            <a:chExt cx="710309" cy="1142994"/>
          </a:xfrm>
        </p:grpSpPr>
        <p:sp>
          <p:nvSpPr>
            <p:cNvPr id="2324"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2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329" name="Rectangle 120"/>
          <p:cNvGrpSpPr/>
          <p:nvPr/>
        </p:nvGrpSpPr>
        <p:grpSpPr>
          <a:xfrm>
            <a:off x="12997439" y="3428998"/>
            <a:ext cx="710311" cy="1142996"/>
            <a:chOff x="0" y="0"/>
            <a:chExt cx="710309" cy="1142994"/>
          </a:xfrm>
        </p:grpSpPr>
        <p:sp>
          <p:nvSpPr>
            <p:cNvPr id="2327"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332" name="Rectangle 121"/>
          <p:cNvGrpSpPr/>
          <p:nvPr/>
        </p:nvGrpSpPr>
        <p:grpSpPr>
          <a:xfrm>
            <a:off x="12997439" y="2286017"/>
            <a:ext cx="710311" cy="1142996"/>
            <a:chOff x="0" y="0"/>
            <a:chExt cx="710309" cy="1142994"/>
          </a:xfrm>
        </p:grpSpPr>
        <p:sp>
          <p:nvSpPr>
            <p:cNvPr id="2330"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3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335" name="Rectangle 122"/>
          <p:cNvGrpSpPr/>
          <p:nvPr/>
        </p:nvGrpSpPr>
        <p:grpSpPr>
          <a:xfrm>
            <a:off x="12997439" y="1142977"/>
            <a:ext cx="710311" cy="1142997"/>
            <a:chOff x="0" y="-1"/>
            <a:chExt cx="710309" cy="1142995"/>
          </a:xfrm>
        </p:grpSpPr>
        <p:sp>
          <p:nvSpPr>
            <p:cNvPr id="2333"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3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338" name="Rectangle 123"/>
          <p:cNvGrpSpPr/>
          <p:nvPr/>
        </p:nvGrpSpPr>
        <p:grpSpPr>
          <a:xfrm>
            <a:off x="13706754" y="-2365"/>
            <a:ext cx="710311" cy="1142995"/>
            <a:chOff x="0" y="0"/>
            <a:chExt cx="710309" cy="1142994"/>
          </a:xfrm>
        </p:grpSpPr>
        <p:sp>
          <p:nvSpPr>
            <p:cNvPr id="2336"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3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341" name="Rectangle 126"/>
          <p:cNvGrpSpPr/>
          <p:nvPr/>
        </p:nvGrpSpPr>
        <p:grpSpPr>
          <a:xfrm>
            <a:off x="13706756" y="5715013"/>
            <a:ext cx="710311" cy="1142996"/>
            <a:chOff x="0" y="0"/>
            <a:chExt cx="710309" cy="1142994"/>
          </a:xfrm>
        </p:grpSpPr>
        <p:sp>
          <p:nvSpPr>
            <p:cNvPr id="2339"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4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344" name="Rectangle 127"/>
          <p:cNvGrpSpPr/>
          <p:nvPr/>
        </p:nvGrpSpPr>
        <p:grpSpPr>
          <a:xfrm>
            <a:off x="13706754" y="4572032"/>
            <a:ext cx="710311" cy="1142996"/>
            <a:chOff x="0" y="0"/>
            <a:chExt cx="710309" cy="1142994"/>
          </a:xfrm>
        </p:grpSpPr>
        <p:sp>
          <p:nvSpPr>
            <p:cNvPr id="2342"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4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347" name="Rectangle 128"/>
          <p:cNvGrpSpPr/>
          <p:nvPr/>
        </p:nvGrpSpPr>
        <p:grpSpPr>
          <a:xfrm>
            <a:off x="12996453" y="-1157"/>
            <a:ext cx="710311" cy="1142995"/>
            <a:chOff x="0" y="0"/>
            <a:chExt cx="710309" cy="1142994"/>
          </a:xfrm>
        </p:grpSpPr>
        <p:sp>
          <p:nvSpPr>
            <p:cNvPr id="2345"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350" name="Rectangle 129"/>
          <p:cNvGrpSpPr/>
          <p:nvPr/>
        </p:nvGrpSpPr>
        <p:grpSpPr>
          <a:xfrm>
            <a:off x="13706754" y="2286017"/>
            <a:ext cx="710311" cy="1142996"/>
            <a:chOff x="0" y="0"/>
            <a:chExt cx="710309" cy="1142994"/>
          </a:xfrm>
        </p:grpSpPr>
        <p:sp>
          <p:nvSpPr>
            <p:cNvPr id="2348"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4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2353" name="Rectangle 130"/>
          <p:cNvGrpSpPr/>
          <p:nvPr/>
        </p:nvGrpSpPr>
        <p:grpSpPr>
          <a:xfrm>
            <a:off x="13706756" y="1142977"/>
            <a:ext cx="710311" cy="1142997"/>
            <a:chOff x="0" y="-1"/>
            <a:chExt cx="710309" cy="1142995"/>
          </a:xfrm>
        </p:grpSpPr>
        <p:sp>
          <p:nvSpPr>
            <p:cNvPr id="2351"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5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2356" name="Rectangle 131"/>
          <p:cNvGrpSpPr/>
          <p:nvPr/>
        </p:nvGrpSpPr>
        <p:grpSpPr>
          <a:xfrm>
            <a:off x="13706754" y="3427836"/>
            <a:ext cx="710311" cy="1142996"/>
            <a:chOff x="0" y="0"/>
            <a:chExt cx="710309" cy="1142994"/>
          </a:xfrm>
        </p:grpSpPr>
        <p:sp>
          <p:nvSpPr>
            <p:cNvPr id="2354"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5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2357" name="Picture Placeholder 10"/>
          <p:cNvSpPr/>
          <p:nvPr>
            <p:ph type="pic" sz="half" idx="21"/>
          </p:nvPr>
        </p:nvSpPr>
        <p:spPr>
          <a:xfrm>
            <a:off x="397763" y="403225"/>
            <a:ext cx="5486588" cy="5632450"/>
          </a:xfrm>
          <a:prstGeom prst="rect">
            <a:avLst/>
          </a:prstGeom>
        </p:spPr>
        <p:txBody>
          <a:bodyPr lIns="91439" tIns="45719" rIns="91439" bIns="45719">
            <a:noAutofit/>
          </a:bodyPr>
          <a:lstStyle/>
          <a:p>
            <a:pPr/>
          </a:p>
        </p:txBody>
      </p:sp>
      <p:sp>
        <p:nvSpPr>
          <p:cNvPr id="2358" name="Body Level One…"/>
          <p:cNvSpPr txBox="1"/>
          <p:nvPr>
            <p:ph type="body" sz="quarter" idx="1" hasCustomPrompt="1"/>
          </p:nvPr>
        </p:nvSpPr>
        <p:spPr>
          <a:xfrm>
            <a:off x="6299901" y="398216"/>
            <a:ext cx="5491163" cy="36576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2359" name="Text Placeholder 23"/>
          <p:cNvSpPr/>
          <p:nvPr>
            <p:ph type="body" sz="quarter" idx="22" hasCustomPrompt="1"/>
          </p:nvPr>
        </p:nvSpPr>
        <p:spPr>
          <a:xfrm>
            <a:off x="6298369" y="4470234"/>
            <a:ext cx="5490913" cy="1564131"/>
          </a:xfrm>
          <a:prstGeom prst="rect">
            <a:avLst/>
          </a:prstGeom>
        </p:spPr>
        <p:txBody>
          <a:bodyPr anchor="b"/>
          <a:lstStyle>
            <a:lvl1pPr>
              <a:defRPr sz="1800">
                <a:solidFill>
                  <a:srgbClr val="B0BAC2"/>
                </a:solidFill>
                <a:latin typeface="+mj-lt"/>
                <a:ea typeface="+mj-ea"/>
                <a:cs typeface="+mj-cs"/>
                <a:sym typeface="Mona Sans"/>
              </a:defRPr>
            </a:lvl1pPr>
          </a:lstStyle>
          <a:p>
            <a:pPr/>
            <a:r>
              <a:t>Supporting text if applicable. Keep it short and sweet.</a:t>
            </a:r>
          </a:p>
        </p:txBody>
      </p:sp>
      <p:sp>
        <p:nvSpPr>
          <p:cNvPr id="2360" name="Text Placeholder 6"/>
          <p:cNvSpPr/>
          <p:nvPr>
            <p:ph type="body" sz="half" idx="23" hasCustomPrompt="1"/>
          </p:nvPr>
        </p:nvSpPr>
        <p:spPr>
          <a:xfrm>
            <a:off x="6298369" y="796202"/>
            <a:ext cx="5490913" cy="3673811"/>
          </a:xfrm>
          <a:prstGeom prst="rect">
            <a:avLst/>
          </a:prstGeom>
        </p:spPr>
        <p:txBody>
          <a:bodyPr/>
          <a:lstStyle>
            <a:lvl1pPr>
              <a:defRPr sz="4800"/>
            </a:lvl1pPr>
          </a:lstStyle>
          <a:p>
            <a:pPr/>
            <a:r>
              <a:t>Title should be less than 10 words</a:t>
            </a:r>
          </a:p>
        </p:txBody>
      </p:sp>
      <p:sp>
        <p:nvSpPr>
          <p:cNvPr id="2361" name="Rectangle 4"/>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362" name="Rectangle 8"/>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2363" name="Text Placeholder 13"/>
          <p:cNvSpPr/>
          <p:nvPr>
            <p:ph type="body" sz="quarter" idx="24"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23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image stacked">
    <p:spTree>
      <p:nvGrpSpPr>
        <p:cNvPr id="1" name=""/>
        <p:cNvGrpSpPr/>
        <p:nvPr/>
      </p:nvGrpSpPr>
      <p:grpSpPr>
        <a:xfrm>
          <a:off x="0" y="0"/>
          <a:ext cx="0" cy="0"/>
          <a:chOff x="0" y="0"/>
          <a:chExt cx="0" cy="0"/>
        </a:xfrm>
      </p:grpSpPr>
      <p:grpSp>
        <p:nvGrpSpPr>
          <p:cNvPr id="2373" name="Rectangle 109"/>
          <p:cNvGrpSpPr/>
          <p:nvPr/>
        </p:nvGrpSpPr>
        <p:grpSpPr>
          <a:xfrm>
            <a:off x="12287632" y="5878297"/>
            <a:ext cx="710311" cy="979707"/>
            <a:chOff x="0" y="0"/>
            <a:chExt cx="710309" cy="979705"/>
          </a:xfrm>
        </p:grpSpPr>
        <p:sp>
          <p:nvSpPr>
            <p:cNvPr id="237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7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376" name="Rectangle 110"/>
          <p:cNvGrpSpPr/>
          <p:nvPr/>
        </p:nvGrpSpPr>
        <p:grpSpPr>
          <a:xfrm>
            <a:off x="12287631" y="4898603"/>
            <a:ext cx="710311" cy="979709"/>
            <a:chOff x="0" y="-1"/>
            <a:chExt cx="710309" cy="979708"/>
          </a:xfrm>
        </p:grpSpPr>
        <p:sp>
          <p:nvSpPr>
            <p:cNvPr id="237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7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379" name="Rectangle 111"/>
          <p:cNvGrpSpPr/>
          <p:nvPr/>
        </p:nvGrpSpPr>
        <p:grpSpPr>
          <a:xfrm>
            <a:off x="12287632" y="3918862"/>
            <a:ext cx="710311" cy="979706"/>
            <a:chOff x="0" y="0"/>
            <a:chExt cx="710309" cy="979705"/>
          </a:xfrm>
        </p:grpSpPr>
        <p:sp>
          <p:nvSpPr>
            <p:cNvPr id="237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7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382" name="Rectangle 112"/>
          <p:cNvGrpSpPr/>
          <p:nvPr/>
        </p:nvGrpSpPr>
        <p:grpSpPr>
          <a:xfrm>
            <a:off x="12287631" y="2939171"/>
            <a:ext cx="710311" cy="979707"/>
            <a:chOff x="0" y="0"/>
            <a:chExt cx="710309" cy="979705"/>
          </a:xfrm>
        </p:grpSpPr>
        <p:sp>
          <p:nvSpPr>
            <p:cNvPr id="238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8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385" name="Rectangle 113"/>
          <p:cNvGrpSpPr/>
          <p:nvPr/>
        </p:nvGrpSpPr>
        <p:grpSpPr>
          <a:xfrm>
            <a:off x="12287632" y="1959431"/>
            <a:ext cx="710311" cy="979707"/>
            <a:chOff x="0" y="0"/>
            <a:chExt cx="710309" cy="979705"/>
          </a:xfrm>
        </p:grpSpPr>
        <p:sp>
          <p:nvSpPr>
            <p:cNvPr id="238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8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388" name="Rectangle 114"/>
          <p:cNvGrpSpPr/>
          <p:nvPr/>
        </p:nvGrpSpPr>
        <p:grpSpPr>
          <a:xfrm>
            <a:off x="12287631" y="979736"/>
            <a:ext cx="710311" cy="979707"/>
            <a:chOff x="0" y="0"/>
            <a:chExt cx="710309" cy="979705"/>
          </a:xfrm>
        </p:grpSpPr>
        <p:sp>
          <p:nvSpPr>
            <p:cNvPr id="238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8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391" name="Rectangle 115"/>
          <p:cNvGrpSpPr/>
          <p:nvPr/>
        </p:nvGrpSpPr>
        <p:grpSpPr>
          <a:xfrm>
            <a:off x="12287631" y="-2"/>
            <a:ext cx="710311" cy="979706"/>
            <a:chOff x="0" y="0"/>
            <a:chExt cx="710309" cy="979705"/>
          </a:xfrm>
        </p:grpSpPr>
        <p:sp>
          <p:nvSpPr>
            <p:cNvPr id="238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9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394" name="Rectangle 118"/>
          <p:cNvGrpSpPr/>
          <p:nvPr/>
        </p:nvGrpSpPr>
        <p:grpSpPr>
          <a:xfrm>
            <a:off x="12997439" y="5715013"/>
            <a:ext cx="710311" cy="1142996"/>
            <a:chOff x="0" y="0"/>
            <a:chExt cx="710309" cy="1142994"/>
          </a:xfrm>
        </p:grpSpPr>
        <p:sp>
          <p:nvSpPr>
            <p:cNvPr id="239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9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397" name="Rectangle 119"/>
          <p:cNvGrpSpPr/>
          <p:nvPr/>
        </p:nvGrpSpPr>
        <p:grpSpPr>
          <a:xfrm>
            <a:off x="12997439" y="4572032"/>
            <a:ext cx="710311" cy="1142996"/>
            <a:chOff x="0" y="0"/>
            <a:chExt cx="710309" cy="1142994"/>
          </a:xfrm>
        </p:grpSpPr>
        <p:sp>
          <p:nvSpPr>
            <p:cNvPr id="239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400" name="Rectangle 120"/>
          <p:cNvGrpSpPr/>
          <p:nvPr/>
        </p:nvGrpSpPr>
        <p:grpSpPr>
          <a:xfrm>
            <a:off x="12997439" y="3428998"/>
            <a:ext cx="710311" cy="1142996"/>
            <a:chOff x="0" y="0"/>
            <a:chExt cx="710309" cy="1142994"/>
          </a:xfrm>
        </p:grpSpPr>
        <p:sp>
          <p:nvSpPr>
            <p:cNvPr id="239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39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403" name="Rectangle 121"/>
          <p:cNvGrpSpPr/>
          <p:nvPr/>
        </p:nvGrpSpPr>
        <p:grpSpPr>
          <a:xfrm>
            <a:off x="12997439" y="2286017"/>
            <a:ext cx="710311" cy="1142996"/>
            <a:chOff x="0" y="0"/>
            <a:chExt cx="710309" cy="1142994"/>
          </a:xfrm>
        </p:grpSpPr>
        <p:sp>
          <p:nvSpPr>
            <p:cNvPr id="240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0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406" name="Rectangle 122"/>
          <p:cNvGrpSpPr/>
          <p:nvPr/>
        </p:nvGrpSpPr>
        <p:grpSpPr>
          <a:xfrm>
            <a:off x="12997439" y="1142977"/>
            <a:ext cx="710311" cy="1142997"/>
            <a:chOff x="0" y="-1"/>
            <a:chExt cx="710309" cy="1142995"/>
          </a:xfrm>
        </p:grpSpPr>
        <p:sp>
          <p:nvSpPr>
            <p:cNvPr id="240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0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409" name="Rectangle 123"/>
          <p:cNvGrpSpPr/>
          <p:nvPr/>
        </p:nvGrpSpPr>
        <p:grpSpPr>
          <a:xfrm>
            <a:off x="13706754" y="-2365"/>
            <a:ext cx="710311" cy="1142995"/>
            <a:chOff x="0" y="0"/>
            <a:chExt cx="710309" cy="1142994"/>
          </a:xfrm>
        </p:grpSpPr>
        <p:sp>
          <p:nvSpPr>
            <p:cNvPr id="240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0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412" name="Rectangle 126"/>
          <p:cNvGrpSpPr/>
          <p:nvPr/>
        </p:nvGrpSpPr>
        <p:grpSpPr>
          <a:xfrm>
            <a:off x="13706756" y="5715013"/>
            <a:ext cx="710311" cy="1142996"/>
            <a:chOff x="0" y="0"/>
            <a:chExt cx="710309" cy="1142994"/>
          </a:xfrm>
        </p:grpSpPr>
        <p:sp>
          <p:nvSpPr>
            <p:cNvPr id="241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415" name="Rectangle 127"/>
          <p:cNvGrpSpPr/>
          <p:nvPr/>
        </p:nvGrpSpPr>
        <p:grpSpPr>
          <a:xfrm>
            <a:off x="13706754" y="4572032"/>
            <a:ext cx="710311" cy="1142996"/>
            <a:chOff x="0" y="0"/>
            <a:chExt cx="710309" cy="1142994"/>
          </a:xfrm>
        </p:grpSpPr>
        <p:sp>
          <p:nvSpPr>
            <p:cNvPr id="241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1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418" name="Rectangle 128"/>
          <p:cNvGrpSpPr/>
          <p:nvPr/>
        </p:nvGrpSpPr>
        <p:grpSpPr>
          <a:xfrm>
            <a:off x="12996453" y="-1157"/>
            <a:ext cx="710311" cy="1142995"/>
            <a:chOff x="0" y="0"/>
            <a:chExt cx="710309" cy="1142994"/>
          </a:xfrm>
        </p:grpSpPr>
        <p:sp>
          <p:nvSpPr>
            <p:cNvPr id="241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1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421" name="Rectangle 129"/>
          <p:cNvGrpSpPr/>
          <p:nvPr/>
        </p:nvGrpSpPr>
        <p:grpSpPr>
          <a:xfrm>
            <a:off x="13706754" y="2286017"/>
            <a:ext cx="710311" cy="1142996"/>
            <a:chOff x="0" y="0"/>
            <a:chExt cx="710309" cy="1142994"/>
          </a:xfrm>
        </p:grpSpPr>
        <p:sp>
          <p:nvSpPr>
            <p:cNvPr id="241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2424" name="Rectangle 130"/>
          <p:cNvGrpSpPr/>
          <p:nvPr/>
        </p:nvGrpSpPr>
        <p:grpSpPr>
          <a:xfrm>
            <a:off x="13706756" y="1142977"/>
            <a:ext cx="710311" cy="1142997"/>
            <a:chOff x="0" y="-1"/>
            <a:chExt cx="710309" cy="1142995"/>
          </a:xfrm>
        </p:grpSpPr>
        <p:sp>
          <p:nvSpPr>
            <p:cNvPr id="242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2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2427" name="Rectangle 131"/>
          <p:cNvGrpSpPr/>
          <p:nvPr/>
        </p:nvGrpSpPr>
        <p:grpSpPr>
          <a:xfrm>
            <a:off x="13706754" y="3427836"/>
            <a:ext cx="710311" cy="1142996"/>
            <a:chOff x="0" y="0"/>
            <a:chExt cx="710309" cy="1142994"/>
          </a:xfrm>
        </p:grpSpPr>
        <p:sp>
          <p:nvSpPr>
            <p:cNvPr id="242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2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2428" name="Picture Placeholder 10"/>
          <p:cNvSpPr/>
          <p:nvPr>
            <p:ph type="pic" idx="21"/>
          </p:nvPr>
        </p:nvSpPr>
        <p:spPr>
          <a:xfrm>
            <a:off x="405125" y="2332943"/>
            <a:ext cx="11375012" cy="3702733"/>
          </a:xfrm>
          <a:prstGeom prst="rect">
            <a:avLst/>
          </a:prstGeom>
        </p:spPr>
        <p:txBody>
          <a:bodyPr lIns="91439" tIns="45719" rIns="91439" bIns="45719">
            <a:noAutofit/>
          </a:bodyPr>
          <a:lstStyle/>
          <a:p>
            <a:pPr/>
          </a:p>
        </p:txBody>
      </p:sp>
      <p:sp>
        <p:nvSpPr>
          <p:cNvPr id="2429" name="Body Level One…"/>
          <p:cNvSpPr txBox="1"/>
          <p:nvPr>
            <p:ph type="body" sz="quarter" idx="1" hasCustomPrompt="1"/>
          </p:nvPr>
        </p:nvSpPr>
        <p:spPr>
          <a:xfrm>
            <a:off x="402336" y="398216"/>
            <a:ext cx="11388726" cy="36576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2430" name="Text Placeholder 6"/>
          <p:cNvSpPr/>
          <p:nvPr>
            <p:ph type="body" sz="quarter" idx="22" hasCustomPrompt="1"/>
          </p:nvPr>
        </p:nvSpPr>
        <p:spPr>
          <a:xfrm>
            <a:off x="402336" y="796204"/>
            <a:ext cx="11384282" cy="1133857"/>
          </a:xfrm>
          <a:prstGeom prst="rect">
            <a:avLst/>
          </a:prstGeom>
        </p:spPr>
        <p:txBody>
          <a:bodyPr/>
          <a:lstStyle>
            <a:lvl1pPr>
              <a:defRPr sz="4800"/>
            </a:lvl1pPr>
          </a:lstStyle>
          <a:p>
            <a:pPr/>
            <a:r>
              <a:t>Title should be less than 10 words</a:t>
            </a:r>
          </a:p>
        </p:txBody>
      </p:sp>
      <p:sp>
        <p:nvSpPr>
          <p:cNvPr id="2431" name="Rectangle 4"/>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432" name="Rectangle 9"/>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2433" name="Text Placeholder 13"/>
          <p:cNvSpPr/>
          <p:nvPr>
            <p:ph type="body" sz="quarter" idx="23"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24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image stacked reversed">
    <p:spTree>
      <p:nvGrpSpPr>
        <p:cNvPr id="1" name=""/>
        <p:cNvGrpSpPr/>
        <p:nvPr/>
      </p:nvGrpSpPr>
      <p:grpSpPr>
        <a:xfrm>
          <a:off x="0" y="0"/>
          <a:ext cx="0" cy="0"/>
          <a:chOff x="0" y="0"/>
          <a:chExt cx="0" cy="0"/>
        </a:xfrm>
      </p:grpSpPr>
      <p:grpSp>
        <p:nvGrpSpPr>
          <p:cNvPr id="2443" name="Rectangle 109"/>
          <p:cNvGrpSpPr/>
          <p:nvPr/>
        </p:nvGrpSpPr>
        <p:grpSpPr>
          <a:xfrm>
            <a:off x="12287632" y="5878297"/>
            <a:ext cx="710311" cy="979707"/>
            <a:chOff x="0" y="0"/>
            <a:chExt cx="710309" cy="979705"/>
          </a:xfrm>
        </p:grpSpPr>
        <p:sp>
          <p:nvSpPr>
            <p:cNvPr id="244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4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446" name="Rectangle 110"/>
          <p:cNvGrpSpPr/>
          <p:nvPr/>
        </p:nvGrpSpPr>
        <p:grpSpPr>
          <a:xfrm>
            <a:off x="12287631" y="4898603"/>
            <a:ext cx="710311" cy="979709"/>
            <a:chOff x="0" y="-1"/>
            <a:chExt cx="710309" cy="979708"/>
          </a:xfrm>
        </p:grpSpPr>
        <p:sp>
          <p:nvSpPr>
            <p:cNvPr id="244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4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449" name="Rectangle 111"/>
          <p:cNvGrpSpPr/>
          <p:nvPr/>
        </p:nvGrpSpPr>
        <p:grpSpPr>
          <a:xfrm>
            <a:off x="12287632" y="3918862"/>
            <a:ext cx="710311" cy="979706"/>
            <a:chOff x="0" y="0"/>
            <a:chExt cx="710309" cy="979705"/>
          </a:xfrm>
        </p:grpSpPr>
        <p:sp>
          <p:nvSpPr>
            <p:cNvPr id="244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4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452" name="Rectangle 112"/>
          <p:cNvGrpSpPr/>
          <p:nvPr/>
        </p:nvGrpSpPr>
        <p:grpSpPr>
          <a:xfrm>
            <a:off x="12287631" y="2939171"/>
            <a:ext cx="710311" cy="979707"/>
            <a:chOff x="0" y="0"/>
            <a:chExt cx="710309" cy="979705"/>
          </a:xfrm>
        </p:grpSpPr>
        <p:sp>
          <p:nvSpPr>
            <p:cNvPr id="245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5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455" name="Rectangle 113"/>
          <p:cNvGrpSpPr/>
          <p:nvPr/>
        </p:nvGrpSpPr>
        <p:grpSpPr>
          <a:xfrm>
            <a:off x="12287632" y="1959431"/>
            <a:ext cx="710311" cy="979707"/>
            <a:chOff x="0" y="0"/>
            <a:chExt cx="710309" cy="979705"/>
          </a:xfrm>
        </p:grpSpPr>
        <p:sp>
          <p:nvSpPr>
            <p:cNvPr id="245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5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458" name="Rectangle 114"/>
          <p:cNvGrpSpPr/>
          <p:nvPr/>
        </p:nvGrpSpPr>
        <p:grpSpPr>
          <a:xfrm>
            <a:off x="12287631" y="979736"/>
            <a:ext cx="710311" cy="979707"/>
            <a:chOff x="0" y="0"/>
            <a:chExt cx="710309" cy="979705"/>
          </a:xfrm>
        </p:grpSpPr>
        <p:sp>
          <p:nvSpPr>
            <p:cNvPr id="245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5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461" name="Rectangle 115"/>
          <p:cNvGrpSpPr/>
          <p:nvPr/>
        </p:nvGrpSpPr>
        <p:grpSpPr>
          <a:xfrm>
            <a:off x="12287631" y="-2"/>
            <a:ext cx="710311" cy="979706"/>
            <a:chOff x="0" y="0"/>
            <a:chExt cx="710309" cy="979705"/>
          </a:xfrm>
        </p:grpSpPr>
        <p:sp>
          <p:nvSpPr>
            <p:cNvPr id="245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6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464" name="Rectangle 118"/>
          <p:cNvGrpSpPr/>
          <p:nvPr/>
        </p:nvGrpSpPr>
        <p:grpSpPr>
          <a:xfrm>
            <a:off x="12997439" y="5715013"/>
            <a:ext cx="710311" cy="1142996"/>
            <a:chOff x="0" y="0"/>
            <a:chExt cx="710309" cy="1142994"/>
          </a:xfrm>
        </p:grpSpPr>
        <p:sp>
          <p:nvSpPr>
            <p:cNvPr id="246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6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467" name="Rectangle 119"/>
          <p:cNvGrpSpPr/>
          <p:nvPr/>
        </p:nvGrpSpPr>
        <p:grpSpPr>
          <a:xfrm>
            <a:off x="12997439" y="4572032"/>
            <a:ext cx="710311" cy="1142996"/>
            <a:chOff x="0" y="0"/>
            <a:chExt cx="710309" cy="1142994"/>
          </a:xfrm>
        </p:grpSpPr>
        <p:sp>
          <p:nvSpPr>
            <p:cNvPr id="246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470" name="Rectangle 120"/>
          <p:cNvGrpSpPr/>
          <p:nvPr/>
        </p:nvGrpSpPr>
        <p:grpSpPr>
          <a:xfrm>
            <a:off x="12997439" y="3428998"/>
            <a:ext cx="710311" cy="1142996"/>
            <a:chOff x="0" y="0"/>
            <a:chExt cx="710309" cy="1142994"/>
          </a:xfrm>
        </p:grpSpPr>
        <p:sp>
          <p:nvSpPr>
            <p:cNvPr id="246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473" name="Rectangle 121"/>
          <p:cNvGrpSpPr/>
          <p:nvPr/>
        </p:nvGrpSpPr>
        <p:grpSpPr>
          <a:xfrm>
            <a:off x="12997439" y="2286017"/>
            <a:ext cx="710311" cy="1142996"/>
            <a:chOff x="0" y="0"/>
            <a:chExt cx="710309" cy="1142994"/>
          </a:xfrm>
        </p:grpSpPr>
        <p:sp>
          <p:nvSpPr>
            <p:cNvPr id="247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476" name="Rectangle 122"/>
          <p:cNvGrpSpPr/>
          <p:nvPr/>
        </p:nvGrpSpPr>
        <p:grpSpPr>
          <a:xfrm>
            <a:off x="12997439" y="1142977"/>
            <a:ext cx="710311" cy="1142997"/>
            <a:chOff x="0" y="-1"/>
            <a:chExt cx="710309" cy="1142995"/>
          </a:xfrm>
        </p:grpSpPr>
        <p:sp>
          <p:nvSpPr>
            <p:cNvPr id="247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7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479" name="Rectangle 123"/>
          <p:cNvGrpSpPr/>
          <p:nvPr/>
        </p:nvGrpSpPr>
        <p:grpSpPr>
          <a:xfrm>
            <a:off x="13706754" y="-2365"/>
            <a:ext cx="710311" cy="1142995"/>
            <a:chOff x="0" y="0"/>
            <a:chExt cx="710309" cy="1142994"/>
          </a:xfrm>
        </p:grpSpPr>
        <p:sp>
          <p:nvSpPr>
            <p:cNvPr id="247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482" name="Rectangle 126"/>
          <p:cNvGrpSpPr/>
          <p:nvPr/>
        </p:nvGrpSpPr>
        <p:grpSpPr>
          <a:xfrm>
            <a:off x="13706756" y="5715013"/>
            <a:ext cx="710311" cy="1142996"/>
            <a:chOff x="0" y="0"/>
            <a:chExt cx="710309" cy="1142994"/>
          </a:xfrm>
        </p:grpSpPr>
        <p:sp>
          <p:nvSpPr>
            <p:cNvPr id="248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8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485" name="Rectangle 127"/>
          <p:cNvGrpSpPr/>
          <p:nvPr/>
        </p:nvGrpSpPr>
        <p:grpSpPr>
          <a:xfrm>
            <a:off x="13706754" y="4572032"/>
            <a:ext cx="710311" cy="1142996"/>
            <a:chOff x="0" y="0"/>
            <a:chExt cx="710309" cy="1142994"/>
          </a:xfrm>
        </p:grpSpPr>
        <p:sp>
          <p:nvSpPr>
            <p:cNvPr id="248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8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488" name="Rectangle 128"/>
          <p:cNvGrpSpPr/>
          <p:nvPr/>
        </p:nvGrpSpPr>
        <p:grpSpPr>
          <a:xfrm>
            <a:off x="12996453" y="-1157"/>
            <a:ext cx="710311" cy="1142995"/>
            <a:chOff x="0" y="0"/>
            <a:chExt cx="710309" cy="1142994"/>
          </a:xfrm>
        </p:grpSpPr>
        <p:sp>
          <p:nvSpPr>
            <p:cNvPr id="248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8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491" name="Rectangle 129"/>
          <p:cNvGrpSpPr/>
          <p:nvPr/>
        </p:nvGrpSpPr>
        <p:grpSpPr>
          <a:xfrm>
            <a:off x="13706754" y="2286017"/>
            <a:ext cx="710311" cy="1142996"/>
            <a:chOff x="0" y="0"/>
            <a:chExt cx="710309" cy="1142994"/>
          </a:xfrm>
        </p:grpSpPr>
        <p:sp>
          <p:nvSpPr>
            <p:cNvPr id="248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9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2494" name="Rectangle 130"/>
          <p:cNvGrpSpPr/>
          <p:nvPr/>
        </p:nvGrpSpPr>
        <p:grpSpPr>
          <a:xfrm>
            <a:off x="13706756" y="1142977"/>
            <a:ext cx="710311" cy="1142997"/>
            <a:chOff x="0" y="-1"/>
            <a:chExt cx="710309" cy="1142995"/>
          </a:xfrm>
        </p:grpSpPr>
        <p:sp>
          <p:nvSpPr>
            <p:cNvPr id="249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9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2497" name="Rectangle 131"/>
          <p:cNvGrpSpPr/>
          <p:nvPr/>
        </p:nvGrpSpPr>
        <p:grpSpPr>
          <a:xfrm>
            <a:off x="13706754" y="3427836"/>
            <a:ext cx="710311" cy="1142996"/>
            <a:chOff x="0" y="0"/>
            <a:chExt cx="710309" cy="1142994"/>
          </a:xfrm>
        </p:grpSpPr>
        <p:sp>
          <p:nvSpPr>
            <p:cNvPr id="249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2498" name="Picture Placeholder 10"/>
          <p:cNvSpPr/>
          <p:nvPr>
            <p:ph type="pic" idx="21"/>
          </p:nvPr>
        </p:nvSpPr>
        <p:spPr>
          <a:xfrm>
            <a:off x="405125" y="398021"/>
            <a:ext cx="11375012" cy="3702735"/>
          </a:xfrm>
          <a:prstGeom prst="rect">
            <a:avLst/>
          </a:prstGeom>
        </p:spPr>
        <p:txBody>
          <a:bodyPr lIns="91439" tIns="45719" rIns="91439" bIns="45719">
            <a:noAutofit/>
          </a:bodyPr>
          <a:lstStyle/>
          <a:p>
            <a:pPr/>
          </a:p>
        </p:txBody>
      </p:sp>
      <p:sp>
        <p:nvSpPr>
          <p:cNvPr id="2499" name="Body Level One…"/>
          <p:cNvSpPr txBox="1"/>
          <p:nvPr>
            <p:ph type="body" sz="quarter" idx="1" hasCustomPrompt="1"/>
          </p:nvPr>
        </p:nvSpPr>
        <p:spPr>
          <a:xfrm>
            <a:off x="402336" y="4502422"/>
            <a:ext cx="11388726" cy="365764"/>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2500" name="Text Placeholder 6"/>
          <p:cNvSpPr/>
          <p:nvPr>
            <p:ph type="body" sz="quarter" idx="22" hasCustomPrompt="1"/>
          </p:nvPr>
        </p:nvSpPr>
        <p:spPr>
          <a:xfrm>
            <a:off x="402336" y="4868181"/>
            <a:ext cx="11384151" cy="1133860"/>
          </a:xfrm>
          <a:prstGeom prst="rect">
            <a:avLst/>
          </a:prstGeom>
        </p:spPr>
        <p:txBody>
          <a:bodyPr/>
          <a:lstStyle>
            <a:lvl1pPr>
              <a:defRPr sz="4800"/>
            </a:lvl1pPr>
          </a:lstStyle>
          <a:p>
            <a:pPr/>
            <a:r>
              <a:t>Title should be less than 10 words</a:t>
            </a:r>
          </a:p>
        </p:txBody>
      </p:sp>
      <p:sp>
        <p:nvSpPr>
          <p:cNvPr id="2501" name="Rectangle 4"/>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502" name="Rectangle 9"/>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2503" name="Text Placeholder 13"/>
          <p:cNvSpPr/>
          <p:nvPr>
            <p:ph type="body" sz="quarter" idx="23"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25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 Browser">
    <p:spTree>
      <p:nvGrpSpPr>
        <p:cNvPr id="1" name=""/>
        <p:cNvGrpSpPr/>
        <p:nvPr/>
      </p:nvGrpSpPr>
      <p:grpSpPr>
        <a:xfrm>
          <a:off x="0" y="0"/>
          <a:ext cx="0" cy="0"/>
          <a:chOff x="0" y="0"/>
          <a:chExt cx="0" cy="0"/>
        </a:xfrm>
      </p:grpSpPr>
      <p:grpSp>
        <p:nvGrpSpPr>
          <p:cNvPr id="2513" name="Rectangle 109"/>
          <p:cNvGrpSpPr/>
          <p:nvPr/>
        </p:nvGrpSpPr>
        <p:grpSpPr>
          <a:xfrm>
            <a:off x="12287632" y="5878297"/>
            <a:ext cx="710311" cy="979707"/>
            <a:chOff x="0" y="0"/>
            <a:chExt cx="710309" cy="979705"/>
          </a:xfrm>
        </p:grpSpPr>
        <p:sp>
          <p:nvSpPr>
            <p:cNvPr id="251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1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516" name="Rectangle 110"/>
          <p:cNvGrpSpPr/>
          <p:nvPr/>
        </p:nvGrpSpPr>
        <p:grpSpPr>
          <a:xfrm>
            <a:off x="12287631" y="4898603"/>
            <a:ext cx="710311" cy="979709"/>
            <a:chOff x="0" y="-1"/>
            <a:chExt cx="710309" cy="979708"/>
          </a:xfrm>
        </p:grpSpPr>
        <p:sp>
          <p:nvSpPr>
            <p:cNvPr id="251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1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519" name="Rectangle 111"/>
          <p:cNvGrpSpPr/>
          <p:nvPr/>
        </p:nvGrpSpPr>
        <p:grpSpPr>
          <a:xfrm>
            <a:off x="12287632" y="3918862"/>
            <a:ext cx="710311" cy="979706"/>
            <a:chOff x="0" y="0"/>
            <a:chExt cx="710309" cy="979705"/>
          </a:xfrm>
        </p:grpSpPr>
        <p:sp>
          <p:nvSpPr>
            <p:cNvPr id="251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1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522" name="Rectangle 112"/>
          <p:cNvGrpSpPr/>
          <p:nvPr/>
        </p:nvGrpSpPr>
        <p:grpSpPr>
          <a:xfrm>
            <a:off x="12287631" y="2939171"/>
            <a:ext cx="710311" cy="979707"/>
            <a:chOff x="0" y="0"/>
            <a:chExt cx="710309" cy="979705"/>
          </a:xfrm>
        </p:grpSpPr>
        <p:sp>
          <p:nvSpPr>
            <p:cNvPr id="252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2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525" name="Rectangle 113"/>
          <p:cNvGrpSpPr/>
          <p:nvPr/>
        </p:nvGrpSpPr>
        <p:grpSpPr>
          <a:xfrm>
            <a:off x="12287632" y="1959431"/>
            <a:ext cx="710311" cy="979707"/>
            <a:chOff x="0" y="0"/>
            <a:chExt cx="710309" cy="979705"/>
          </a:xfrm>
        </p:grpSpPr>
        <p:sp>
          <p:nvSpPr>
            <p:cNvPr id="252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2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528" name="Rectangle 114"/>
          <p:cNvGrpSpPr/>
          <p:nvPr/>
        </p:nvGrpSpPr>
        <p:grpSpPr>
          <a:xfrm>
            <a:off x="12287631" y="979736"/>
            <a:ext cx="710311" cy="979707"/>
            <a:chOff x="0" y="0"/>
            <a:chExt cx="710309" cy="979705"/>
          </a:xfrm>
        </p:grpSpPr>
        <p:sp>
          <p:nvSpPr>
            <p:cNvPr id="252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2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531" name="Rectangle 115"/>
          <p:cNvGrpSpPr/>
          <p:nvPr/>
        </p:nvGrpSpPr>
        <p:grpSpPr>
          <a:xfrm>
            <a:off x="12287631" y="-2"/>
            <a:ext cx="710311" cy="979706"/>
            <a:chOff x="0" y="0"/>
            <a:chExt cx="710309" cy="979705"/>
          </a:xfrm>
        </p:grpSpPr>
        <p:sp>
          <p:nvSpPr>
            <p:cNvPr id="252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3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534" name="Rectangle 118"/>
          <p:cNvGrpSpPr/>
          <p:nvPr/>
        </p:nvGrpSpPr>
        <p:grpSpPr>
          <a:xfrm>
            <a:off x="12997439" y="5715013"/>
            <a:ext cx="710311" cy="1142996"/>
            <a:chOff x="0" y="0"/>
            <a:chExt cx="710309" cy="1142994"/>
          </a:xfrm>
        </p:grpSpPr>
        <p:sp>
          <p:nvSpPr>
            <p:cNvPr id="253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537" name="Rectangle 119"/>
          <p:cNvGrpSpPr/>
          <p:nvPr/>
        </p:nvGrpSpPr>
        <p:grpSpPr>
          <a:xfrm>
            <a:off x="12997439" y="4572032"/>
            <a:ext cx="710311" cy="1142996"/>
            <a:chOff x="0" y="0"/>
            <a:chExt cx="710309" cy="1142994"/>
          </a:xfrm>
        </p:grpSpPr>
        <p:sp>
          <p:nvSpPr>
            <p:cNvPr id="253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3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540" name="Rectangle 120"/>
          <p:cNvGrpSpPr/>
          <p:nvPr/>
        </p:nvGrpSpPr>
        <p:grpSpPr>
          <a:xfrm>
            <a:off x="12997439" y="3428998"/>
            <a:ext cx="710311" cy="1142996"/>
            <a:chOff x="0" y="0"/>
            <a:chExt cx="710309" cy="1142994"/>
          </a:xfrm>
        </p:grpSpPr>
        <p:sp>
          <p:nvSpPr>
            <p:cNvPr id="253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3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543" name="Rectangle 121"/>
          <p:cNvGrpSpPr/>
          <p:nvPr/>
        </p:nvGrpSpPr>
        <p:grpSpPr>
          <a:xfrm>
            <a:off x="12997439" y="2286017"/>
            <a:ext cx="710311" cy="1142996"/>
            <a:chOff x="0" y="0"/>
            <a:chExt cx="710309" cy="1142994"/>
          </a:xfrm>
        </p:grpSpPr>
        <p:sp>
          <p:nvSpPr>
            <p:cNvPr id="254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4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546" name="Rectangle 122"/>
          <p:cNvGrpSpPr/>
          <p:nvPr/>
        </p:nvGrpSpPr>
        <p:grpSpPr>
          <a:xfrm>
            <a:off x="12997439" y="1142977"/>
            <a:ext cx="710311" cy="1142997"/>
            <a:chOff x="0" y="-1"/>
            <a:chExt cx="710309" cy="1142995"/>
          </a:xfrm>
        </p:grpSpPr>
        <p:sp>
          <p:nvSpPr>
            <p:cNvPr id="254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4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549" name="Rectangle 123"/>
          <p:cNvGrpSpPr/>
          <p:nvPr/>
        </p:nvGrpSpPr>
        <p:grpSpPr>
          <a:xfrm>
            <a:off x="13706754" y="-2365"/>
            <a:ext cx="710311" cy="1142995"/>
            <a:chOff x="0" y="0"/>
            <a:chExt cx="710309" cy="1142994"/>
          </a:xfrm>
        </p:grpSpPr>
        <p:sp>
          <p:nvSpPr>
            <p:cNvPr id="254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4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552" name="Rectangle 126"/>
          <p:cNvGrpSpPr/>
          <p:nvPr/>
        </p:nvGrpSpPr>
        <p:grpSpPr>
          <a:xfrm>
            <a:off x="13706756" y="5715013"/>
            <a:ext cx="710311" cy="1142996"/>
            <a:chOff x="0" y="0"/>
            <a:chExt cx="710309" cy="1142994"/>
          </a:xfrm>
        </p:grpSpPr>
        <p:sp>
          <p:nvSpPr>
            <p:cNvPr id="255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555" name="Rectangle 127"/>
          <p:cNvGrpSpPr/>
          <p:nvPr/>
        </p:nvGrpSpPr>
        <p:grpSpPr>
          <a:xfrm>
            <a:off x="13706754" y="4572032"/>
            <a:ext cx="710311" cy="1142996"/>
            <a:chOff x="0" y="0"/>
            <a:chExt cx="710309" cy="1142994"/>
          </a:xfrm>
        </p:grpSpPr>
        <p:sp>
          <p:nvSpPr>
            <p:cNvPr id="255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558" name="Rectangle 128"/>
          <p:cNvGrpSpPr/>
          <p:nvPr/>
        </p:nvGrpSpPr>
        <p:grpSpPr>
          <a:xfrm>
            <a:off x="12996453" y="-1157"/>
            <a:ext cx="710311" cy="1142995"/>
            <a:chOff x="0" y="0"/>
            <a:chExt cx="710309" cy="1142994"/>
          </a:xfrm>
        </p:grpSpPr>
        <p:sp>
          <p:nvSpPr>
            <p:cNvPr id="255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561" name="Rectangle 129"/>
          <p:cNvGrpSpPr/>
          <p:nvPr/>
        </p:nvGrpSpPr>
        <p:grpSpPr>
          <a:xfrm>
            <a:off x="13706754" y="2286017"/>
            <a:ext cx="710311" cy="1142996"/>
            <a:chOff x="0" y="0"/>
            <a:chExt cx="710309" cy="1142994"/>
          </a:xfrm>
        </p:grpSpPr>
        <p:sp>
          <p:nvSpPr>
            <p:cNvPr id="255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2564" name="Rectangle 130"/>
          <p:cNvGrpSpPr/>
          <p:nvPr/>
        </p:nvGrpSpPr>
        <p:grpSpPr>
          <a:xfrm>
            <a:off x="13706756" y="1142977"/>
            <a:ext cx="710311" cy="1142997"/>
            <a:chOff x="0" y="-1"/>
            <a:chExt cx="710309" cy="1142995"/>
          </a:xfrm>
        </p:grpSpPr>
        <p:sp>
          <p:nvSpPr>
            <p:cNvPr id="256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6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2567" name="Rectangle 131"/>
          <p:cNvGrpSpPr/>
          <p:nvPr/>
        </p:nvGrpSpPr>
        <p:grpSpPr>
          <a:xfrm>
            <a:off x="13706754" y="3427836"/>
            <a:ext cx="710311" cy="1142996"/>
            <a:chOff x="0" y="0"/>
            <a:chExt cx="710309" cy="1142994"/>
          </a:xfrm>
        </p:grpSpPr>
        <p:sp>
          <p:nvSpPr>
            <p:cNvPr id="256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2568" name="Picture Placeholder 10"/>
          <p:cNvSpPr/>
          <p:nvPr>
            <p:ph type="pic" idx="21"/>
          </p:nvPr>
        </p:nvSpPr>
        <p:spPr>
          <a:xfrm>
            <a:off x="4052041" y="402563"/>
            <a:ext cx="10009587" cy="5633112"/>
          </a:xfrm>
          <a:prstGeom prst="rect">
            <a:avLst/>
          </a:prstGeom>
        </p:spPr>
        <p:txBody>
          <a:bodyPr lIns="91439" tIns="45719" rIns="91439" bIns="45719">
            <a:noAutofit/>
          </a:bodyPr>
          <a:lstStyle/>
          <a:p>
            <a:pPr/>
          </a:p>
        </p:txBody>
      </p:sp>
      <p:sp>
        <p:nvSpPr>
          <p:cNvPr id="2569" name="Body Level One…"/>
          <p:cNvSpPr txBox="1"/>
          <p:nvPr>
            <p:ph type="body" sz="quarter" idx="1" hasCustomPrompt="1"/>
          </p:nvPr>
        </p:nvSpPr>
        <p:spPr>
          <a:xfrm>
            <a:off x="418131" y="301752"/>
            <a:ext cx="3215721" cy="415144"/>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2570" name="Text Placeholder 23"/>
          <p:cNvSpPr/>
          <p:nvPr>
            <p:ph type="body" sz="quarter" idx="22" hasCustomPrompt="1"/>
          </p:nvPr>
        </p:nvSpPr>
        <p:spPr>
          <a:xfrm>
            <a:off x="418130" y="4471356"/>
            <a:ext cx="3215724" cy="1564131"/>
          </a:xfrm>
          <a:prstGeom prst="rect">
            <a:avLst/>
          </a:prstGeom>
        </p:spPr>
        <p:txBody>
          <a:bodyPr anchor="b"/>
          <a:lstStyle>
            <a:lvl1pPr>
              <a:defRPr sz="1800">
                <a:solidFill>
                  <a:srgbClr val="B0BAC2"/>
                </a:solidFill>
                <a:latin typeface="+mj-lt"/>
                <a:ea typeface="+mj-ea"/>
                <a:cs typeface="+mj-cs"/>
                <a:sym typeface="Mona Sans"/>
              </a:defRPr>
            </a:lvl1pPr>
          </a:lstStyle>
          <a:p>
            <a:pPr/>
            <a:r>
              <a:t>Supporting text if applicable. Keep it short and sweet.</a:t>
            </a:r>
          </a:p>
        </p:txBody>
      </p:sp>
      <p:sp>
        <p:nvSpPr>
          <p:cNvPr id="2571" name="Text Placeholder 6"/>
          <p:cNvSpPr/>
          <p:nvPr>
            <p:ph type="body" sz="quarter" idx="23" hasCustomPrompt="1"/>
          </p:nvPr>
        </p:nvSpPr>
        <p:spPr>
          <a:xfrm>
            <a:off x="402336" y="796202"/>
            <a:ext cx="3231515" cy="3535317"/>
          </a:xfrm>
          <a:prstGeom prst="rect">
            <a:avLst/>
          </a:prstGeom>
        </p:spPr>
        <p:txBody>
          <a:bodyPr/>
          <a:lstStyle>
            <a:lvl1pPr>
              <a:defRPr sz="4000"/>
            </a:lvl1pPr>
          </a:lstStyle>
          <a:p>
            <a:pPr/>
            <a:r>
              <a:t>A value prop in sentence case that is 12 words or less</a:t>
            </a:r>
          </a:p>
        </p:txBody>
      </p:sp>
      <p:sp>
        <p:nvSpPr>
          <p:cNvPr id="2572" name="Rectangle 2"/>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573" name="Rectangle 9"/>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2574" name="Text Placeholder 13"/>
          <p:cNvSpPr/>
          <p:nvPr>
            <p:ph type="body" sz="quarter" idx="24"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25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 Browser reversed">
    <p:spTree>
      <p:nvGrpSpPr>
        <p:cNvPr id="1" name=""/>
        <p:cNvGrpSpPr/>
        <p:nvPr/>
      </p:nvGrpSpPr>
      <p:grpSpPr>
        <a:xfrm>
          <a:off x="0" y="0"/>
          <a:ext cx="0" cy="0"/>
          <a:chOff x="0" y="0"/>
          <a:chExt cx="0" cy="0"/>
        </a:xfrm>
      </p:grpSpPr>
      <p:grpSp>
        <p:nvGrpSpPr>
          <p:cNvPr id="2584" name="Rectangle 109"/>
          <p:cNvGrpSpPr/>
          <p:nvPr/>
        </p:nvGrpSpPr>
        <p:grpSpPr>
          <a:xfrm>
            <a:off x="12287632" y="5878297"/>
            <a:ext cx="710311" cy="979707"/>
            <a:chOff x="0" y="0"/>
            <a:chExt cx="710309" cy="979705"/>
          </a:xfrm>
        </p:grpSpPr>
        <p:sp>
          <p:nvSpPr>
            <p:cNvPr id="2582"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8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587" name="Rectangle 110"/>
          <p:cNvGrpSpPr/>
          <p:nvPr/>
        </p:nvGrpSpPr>
        <p:grpSpPr>
          <a:xfrm>
            <a:off x="12287631" y="4898603"/>
            <a:ext cx="710311" cy="979709"/>
            <a:chOff x="0" y="-1"/>
            <a:chExt cx="710309" cy="979708"/>
          </a:xfrm>
        </p:grpSpPr>
        <p:sp>
          <p:nvSpPr>
            <p:cNvPr id="2585"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86"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590" name="Rectangle 111"/>
          <p:cNvGrpSpPr/>
          <p:nvPr/>
        </p:nvGrpSpPr>
        <p:grpSpPr>
          <a:xfrm>
            <a:off x="12287632" y="3918862"/>
            <a:ext cx="710311" cy="979706"/>
            <a:chOff x="0" y="0"/>
            <a:chExt cx="710309" cy="979705"/>
          </a:xfrm>
        </p:grpSpPr>
        <p:sp>
          <p:nvSpPr>
            <p:cNvPr id="2588"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8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593" name="Rectangle 112"/>
          <p:cNvGrpSpPr/>
          <p:nvPr/>
        </p:nvGrpSpPr>
        <p:grpSpPr>
          <a:xfrm>
            <a:off x="12287631" y="2939171"/>
            <a:ext cx="710311" cy="979707"/>
            <a:chOff x="0" y="0"/>
            <a:chExt cx="710309" cy="979705"/>
          </a:xfrm>
        </p:grpSpPr>
        <p:sp>
          <p:nvSpPr>
            <p:cNvPr id="2591"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9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596" name="Rectangle 113"/>
          <p:cNvGrpSpPr/>
          <p:nvPr/>
        </p:nvGrpSpPr>
        <p:grpSpPr>
          <a:xfrm>
            <a:off x="12287632" y="1959431"/>
            <a:ext cx="710311" cy="979707"/>
            <a:chOff x="0" y="0"/>
            <a:chExt cx="710309" cy="979705"/>
          </a:xfrm>
        </p:grpSpPr>
        <p:sp>
          <p:nvSpPr>
            <p:cNvPr id="2594"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9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599" name="Rectangle 114"/>
          <p:cNvGrpSpPr/>
          <p:nvPr/>
        </p:nvGrpSpPr>
        <p:grpSpPr>
          <a:xfrm>
            <a:off x="12287631" y="979736"/>
            <a:ext cx="710311" cy="979707"/>
            <a:chOff x="0" y="0"/>
            <a:chExt cx="710309" cy="979705"/>
          </a:xfrm>
        </p:grpSpPr>
        <p:sp>
          <p:nvSpPr>
            <p:cNvPr id="2597"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598"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602" name="Rectangle 115"/>
          <p:cNvGrpSpPr/>
          <p:nvPr/>
        </p:nvGrpSpPr>
        <p:grpSpPr>
          <a:xfrm>
            <a:off x="12287631" y="-2"/>
            <a:ext cx="710311" cy="979706"/>
            <a:chOff x="0" y="0"/>
            <a:chExt cx="710309" cy="979705"/>
          </a:xfrm>
        </p:grpSpPr>
        <p:sp>
          <p:nvSpPr>
            <p:cNvPr id="2600"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0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605" name="Rectangle 118"/>
          <p:cNvGrpSpPr/>
          <p:nvPr/>
        </p:nvGrpSpPr>
        <p:grpSpPr>
          <a:xfrm>
            <a:off x="12997439" y="5715013"/>
            <a:ext cx="710311" cy="1142996"/>
            <a:chOff x="0" y="0"/>
            <a:chExt cx="710309" cy="1142994"/>
          </a:xfrm>
        </p:grpSpPr>
        <p:sp>
          <p:nvSpPr>
            <p:cNvPr id="2603"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608" name="Rectangle 119"/>
          <p:cNvGrpSpPr/>
          <p:nvPr/>
        </p:nvGrpSpPr>
        <p:grpSpPr>
          <a:xfrm>
            <a:off x="12997439" y="4572032"/>
            <a:ext cx="710311" cy="1142996"/>
            <a:chOff x="0" y="0"/>
            <a:chExt cx="710309" cy="1142994"/>
          </a:xfrm>
        </p:grpSpPr>
        <p:sp>
          <p:nvSpPr>
            <p:cNvPr id="2606"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611" name="Rectangle 120"/>
          <p:cNvGrpSpPr/>
          <p:nvPr/>
        </p:nvGrpSpPr>
        <p:grpSpPr>
          <a:xfrm>
            <a:off x="12997439" y="3428998"/>
            <a:ext cx="710311" cy="1142996"/>
            <a:chOff x="0" y="0"/>
            <a:chExt cx="710309" cy="1142994"/>
          </a:xfrm>
        </p:grpSpPr>
        <p:sp>
          <p:nvSpPr>
            <p:cNvPr id="2609"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614" name="Rectangle 121"/>
          <p:cNvGrpSpPr/>
          <p:nvPr/>
        </p:nvGrpSpPr>
        <p:grpSpPr>
          <a:xfrm>
            <a:off x="12997439" y="2286017"/>
            <a:ext cx="710311" cy="1142996"/>
            <a:chOff x="0" y="0"/>
            <a:chExt cx="710309" cy="1142994"/>
          </a:xfrm>
        </p:grpSpPr>
        <p:sp>
          <p:nvSpPr>
            <p:cNvPr id="2612"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1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617" name="Rectangle 122"/>
          <p:cNvGrpSpPr/>
          <p:nvPr/>
        </p:nvGrpSpPr>
        <p:grpSpPr>
          <a:xfrm>
            <a:off x="12997439" y="1142977"/>
            <a:ext cx="710311" cy="1142997"/>
            <a:chOff x="0" y="-1"/>
            <a:chExt cx="710309" cy="1142995"/>
          </a:xfrm>
        </p:grpSpPr>
        <p:sp>
          <p:nvSpPr>
            <p:cNvPr id="2615"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1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620" name="Rectangle 123"/>
          <p:cNvGrpSpPr/>
          <p:nvPr/>
        </p:nvGrpSpPr>
        <p:grpSpPr>
          <a:xfrm>
            <a:off x="13706754" y="-2365"/>
            <a:ext cx="710311" cy="1142995"/>
            <a:chOff x="0" y="0"/>
            <a:chExt cx="710309" cy="1142994"/>
          </a:xfrm>
        </p:grpSpPr>
        <p:sp>
          <p:nvSpPr>
            <p:cNvPr id="2618"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623" name="Rectangle 126"/>
          <p:cNvGrpSpPr/>
          <p:nvPr/>
        </p:nvGrpSpPr>
        <p:grpSpPr>
          <a:xfrm>
            <a:off x="13706756" y="5715013"/>
            <a:ext cx="710311" cy="1142996"/>
            <a:chOff x="0" y="0"/>
            <a:chExt cx="710309" cy="1142994"/>
          </a:xfrm>
        </p:grpSpPr>
        <p:sp>
          <p:nvSpPr>
            <p:cNvPr id="2621"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626" name="Rectangle 127"/>
          <p:cNvGrpSpPr/>
          <p:nvPr/>
        </p:nvGrpSpPr>
        <p:grpSpPr>
          <a:xfrm>
            <a:off x="13706754" y="4572032"/>
            <a:ext cx="710311" cy="1142996"/>
            <a:chOff x="0" y="0"/>
            <a:chExt cx="710309" cy="1142994"/>
          </a:xfrm>
        </p:grpSpPr>
        <p:sp>
          <p:nvSpPr>
            <p:cNvPr id="2624"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2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629" name="Rectangle 128"/>
          <p:cNvGrpSpPr/>
          <p:nvPr/>
        </p:nvGrpSpPr>
        <p:grpSpPr>
          <a:xfrm>
            <a:off x="12996453" y="-1157"/>
            <a:ext cx="710311" cy="1142995"/>
            <a:chOff x="0" y="0"/>
            <a:chExt cx="710309" cy="1142994"/>
          </a:xfrm>
        </p:grpSpPr>
        <p:sp>
          <p:nvSpPr>
            <p:cNvPr id="2627"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632" name="Rectangle 129"/>
          <p:cNvGrpSpPr/>
          <p:nvPr/>
        </p:nvGrpSpPr>
        <p:grpSpPr>
          <a:xfrm>
            <a:off x="13706754" y="2286017"/>
            <a:ext cx="710311" cy="1142996"/>
            <a:chOff x="0" y="0"/>
            <a:chExt cx="710309" cy="1142994"/>
          </a:xfrm>
        </p:grpSpPr>
        <p:sp>
          <p:nvSpPr>
            <p:cNvPr id="2630"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3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2635" name="Rectangle 130"/>
          <p:cNvGrpSpPr/>
          <p:nvPr/>
        </p:nvGrpSpPr>
        <p:grpSpPr>
          <a:xfrm>
            <a:off x="13706756" y="1142977"/>
            <a:ext cx="710311" cy="1142997"/>
            <a:chOff x="0" y="-1"/>
            <a:chExt cx="710309" cy="1142995"/>
          </a:xfrm>
        </p:grpSpPr>
        <p:sp>
          <p:nvSpPr>
            <p:cNvPr id="2633"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3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2638" name="Rectangle 131"/>
          <p:cNvGrpSpPr/>
          <p:nvPr/>
        </p:nvGrpSpPr>
        <p:grpSpPr>
          <a:xfrm>
            <a:off x="13706754" y="3427836"/>
            <a:ext cx="710311" cy="1142996"/>
            <a:chOff x="0" y="0"/>
            <a:chExt cx="710309" cy="1142994"/>
          </a:xfrm>
        </p:grpSpPr>
        <p:sp>
          <p:nvSpPr>
            <p:cNvPr id="2636"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3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2639" name="Picture Placeholder 10"/>
          <p:cNvSpPr/>
          <p:nvPr>
            <p:ph type="pic" idx="21"/>
          </p:nvPr>
        </p:nvSpPr>
        <p:spPr>
          <a:xfrm>
            <a:off x="-1861181" y="402563"/>
            <a:ext cx="10009589" cy="5633112"/>
          </a:xfrm>
          <a:prstGeom prst="rect">
            <a:avLst/>
          </a:prstGeom>
        </p:spPr>
        <p:txBody>
          <a:bodyPr lIns="91439" tIns="45719" rIns="91439" bIns="45719">
            <a:noAutofit/>
          </a:bodyPr>
          <a:lstStyle/>
          <a:p>
            <a:pPr/>
          </a:p>
        </p:txBody>
      </p:sp>
      <p:sp>
        <p:nvSpPr>
          <p:cNvPr id="2640" name="Body Level One…"/>
          <p:cNvSpPr txBox="1"/>
          <p:nvPr>
            <p:ph type="body" sz="quarter" idx="1" hasCustomPrompt="1"/>
          </p:nvPr>
        </p:nvSpPr>
        <p:spPr>
          <a:xfrm>
            <a:off x="8566197" y="301752"/>
            <a:ext cx="3215723" cy="415144"/>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2641" name="Text Placeholder 23"/>
          <p:cNvSpPr/>
          <p:nvPr>
            <p:ph type="body" sz="quarter" idx="22" hasCustomPrompt="1"/>
          </p:nvPr>
        </p:nvSpPr>
        <p:spPr>
          <a:xfrm>
            <a:off x="8566197" y="4471356"/>
            <a:ext cx="3215723" cy="1564131"/>
          </a:xfrm>
          <a:prstGeom prst="rect">
            <a:avLst/>
          </a:prstGeom>
        </p:spPr>
        <p:txBody>
          <a:bodyPr anchor="b"/>
          <a:lstStyle>
            <a:lvl1pPr>
              <a:defRPr sz="1800">
                <a:solidFill>
                  <a:srgbClr val="B0BAC2"/>
                </a:solidFill>
                <a:latin typeface="+mj-lt"/>
                <a:ea typeface="+mj-ea"/>
                <a:cs typeface="+mj-cs"/>
                <a:sym typeface="Mona Sans"/>
              </a:defRPr>
            </a:lvl1pPr>
          </a:lstStyle>
          <a:p>
            <a:pPr/>
            <a:r>
              <a:t>Supporting text if applicable. Keep it short and sweet.</a:t>
            </a:r>
          </a:p>
        </p:txBody>
      </p:sp>
      <p:sp>
        <p:nvSpPr>
          <p:cNvPr id="2642" name="Text Placeholder 6"/>
          <p:cNvSpPr/>
          <p:nvPr>
            <p:ph type="body" sz="quarter" idx="23" hasCustomPrompt="1"/>
          </p:nvPr>
        </p:nvSpPr>
        <p:spPr>
          <a:xfrm>
            <a:off x="8566197" y="796202"/>
            <a:ext cx="3215723" cy="3535317"/>
          </a:xfrm>
          <a:prstGeom prst="rect">
            <a:avLst/>
          </a:prstGeom>
        </p:spPr>
        <p:txBody>
          <a:bodyPr/>
          <a:lstStyle>
            <a:lvl1pPr>
              <a:defRPr sz="4000"/>
            </a:lvl1pPr>
          </a:lstStyle>
          <a:p>
            <a:pPr/>
            <a:r>
              <a:t>A value prop in sentence case that is 12 words or less</a:t>
            </a:r>
          </a:p>
        </p:txBody>
      </p:sp>
      <p:sp>
        <p:nvSpPr>
          <p:cNvPr id="2643" name="Rectangle 2"/>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644" name="Rectangle 9"/>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2645" name="Text Placeholder 13"/>
          <p:cNvSpPr/>
          <p:nvPr>
            <p:ph type="body" sz="quarter" idx="24"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264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statements + Browser">
    <p:spTree>
      <p:nvGrpSpPr>
        <p:cNvPr id="1" name=""/>
        <p:cNvGrpSpPr/>
        <p:nvPr/>
      </p:nvGrpSpPr>
      <p:grpSpPr>
        <a:xfrm>
          <a:off x="0" y="0"/>
          <a:ext cx="0" cy="0"/>
          <a:chOff x="0" y="0"/>
          <a:chExt cx="0" cy="0"/>
        </a:xfrm>
      </p:grpSpPr>
      <p:grpSp>
        <p:nvGrpSpPr>
          <p:cNvPr id="2655" name="Rectangle 109"/>
          <p:cNvGrpSpPr/>
          <p:nvPr/>
        </p:nvGrpSpPr>
        <p:grpSpPr>
          <a:xfrm>
            <a:off x="12287632" y="5878297"/>
            <a:ext cx="710311" cy="979707"/>
            <a:chOff x="0" y="0"/>
            <a:chExt cx="710309" cy="979705"/>
          </a:xfrm>
        </p:grpSpPr>
        <p:sp>
          <p:nvSpPr>
            <p:cNvPr id="2653"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5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658" name="Rectangle 110"/>
          <p:cNvGrpSpPr/>
          <p:nvPr/>
        </p:nvGrpSpPr>
        <p:grpSpPr>
          <a:xfrm>
            <a:off x="12287631" y="4898603"/>
            <a:ext cx="710311" cy="979709"/>
            <a:chOff x="0" y="-1"/>
            <a:chExt cx="710309" cy="979708"/>
          </a:xfrm>
        </p:grpSpPr>
        <p:sp>
          <p:nvSpPr>
            <p:cNvPr id="2656"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57"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661" name="Rectangle 111"/>
          <p:cNvGrpSpPr/>
          <p:nvPr/>
        </p:nvGrpSpPr>
        <p:grpSpPr>
          <a:xfrm>
            <a:off x="12287632" y="3918862"/>
            <a:ext cx="710311" cy="979706"/>
            <a:chOff x="0" y="0"/>
            <a:chExt cx="710309" cy="979705"/>
          </a:xfrm>
        </p:grpSpPr>
        <p:sp>
          <p:nvSpPr>
            <p:cNvPr id="2659"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6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664" name="Rectangle 112"/>
          <p:cNvGrpSpPr/>
          <p:nvPr/>
        </p:nvGrpSpPr>
        <p:grpSpPr>
          <a:xfrm>
            <a:off x="12287631" y="2939171"/>
            <a:ext cx="710311" cy="979707"/>
            <a:chOff x="0" y="0"/>
            <a:chExt cx="710309" cy="979705"/>
          </a:xfrm>
        </p:grpSpPr>
        <p:sp>
          <p:nvSpPr>
            <p:cNvPr id="2662"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6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667" name="Rectangle 113"/>
          <p:cNvGrpSpPr/>
          <p:nvPr/>
        </p:nvGrpSpPr>
        <p:grpSpPr>
          <a:xfrm>
            <a:off x="12287632" y="1959431"/>
            <a:ext cx="710311" cy="979707"/>
            <a:chOff x="0" y="0"/>
            <a:chExt cx="710309" cy="979705"/>
          </a:xfrm>
        </p:grpSpPr>
        <p:sp>
          <p:nvSpPr>
            <p:cNvPr id="2665"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6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670" name="Rectangle 114"/>
          <p:cNvGrpSpPr/>
          <p:nvPr/>
        </p:nvGrpSpPr>
        <p:grpSpPr>
          <a:xfrm>
            <a:off x="12287631" y="979736"/>
            <a:ext cx="710311" cy="979707"/>
            <a:chOff x="0" y="0"/>
            <a:chExt cx="710309" cy="979705"/>
          </a:xfrm>
        </p:grpSpPr>
        <p:sp>
          <p:nvSpPr>
            <p:cNvPr id="2668"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69"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673" name="Rectangle 115"/>
          <p:cNvGrpSpPr/>
          <p:nvPr/>
        </p:nvGrpSpPr>
        <p:grpSpPr>
          <a:xfrm>
            <a:off x="12287631" y="-2"/>
            <a:ext cx="710311" cy="979706"/>
            <a:chOff x="0" y="0"/>
            <a:chExt cx="710309" cy="979705"/>
          </a:xfrm>
        </p:grpSpPr>
        <p:sp>
          <p:nvSpPr>
            <p:cNvPr id="2671"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7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676" name="Rectangle 118"/>
          <p:cNvGrpSpPr/>
          <p:nvPr/>
        </p:nvGrpSpPr>
        <p:grpSpPr>
          <a:xfrm>
            <a:off x="12997439" y="5715013"/>
            <a:ext cx="710311" cy="1142996"/>
            <a:chOff x="0" y="0"/>
            <a:chExt cx="710309" cy="1142994"/>
          </a:xfrm>
        </p:grpSpPr>
        <p:sp>
          <p:nvSpPr>
            <p:cNvPr id="2674"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7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679" name="Rectangle 119"/>
          <p:cNvGrpSpPr/>
          <p:nvPr/>
        </p:nvGrpSpPr>
        <p:grpSpPr>
          <a:xfrm>
            <a:off x="12997439" y="4572032"/>
            <a:ext cx="710311" cy="1142996"/>
            <a:chOff x="0" y="0"/>
            <a:chExt cx="710309" cy="1142994"/>
          </a:xfrm>
        </p:grpSpPr>
        <p:sp>
          <p:nvSpPr>
            <p:cNvPr id="2677"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682" name="Rectangle 120"/>
          <p:cNvGrpSpPr/>
          <p:nvPr/>
        </p:nvGrpSpPr>
        <p:grpSpPr>
          <a:xfrm>
            <a:off x="12997439" y="3428998"/>
            <a:ext cx="710311" cy="1142996"/>
            <a:chOff x="0" y="0"/>
            <a:chExt cx="710309" cy="1142994"/>
          </a:xfrm>
        </p:grpSpPr>
        <p:sp>
          <p:nvSpPr>
            <p:cNvPr id="2680"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8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685" name="Rectangle 121"/>
          <p:cNvGrpSpPr/>
          <p:nvPr/>
        </p:nvGrpSpPr>
        <p:grpSpPr>
          <a:xfrm>
            <a:off x="12997439" y="2286017"/>
            <a:ext cx="710311" cy="1142996"/>
            <a:chOff x="0" y="0"/>
            <a:chExt cx="710309" cy="1142994"/>
          </a:xfrm>
        </p:grpSpPr>
        <p:sp>
          <p:nvSpPr>
            <p:cNvPr id="2683"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8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688" name="Rectangle 122"/>
          <p:cNvGrpSpPr/>
          <p:nvPr/>
        </p:nvGrpSpPr>
        <p:grpSpPr>
          <a:xfrm>
            <a:off x="12997439" y="1142977"/>
            <a:ext cx="710311" cy="1142997"/>
            <a:chOff x="0" y="-1"/>
            <a:chExt cx="710309" cy="1142995"/>
          </a:xfrm>
        </p:grpSpPr>
        <p:sp>
          <p:nvSpPr>
            <p:cNvPr id="2686"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8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691" name="Rectangle 123"/>
          <p:cNvGrpSpPr/>
          <p:nvPr/>
        </p:nvGrpSpPr>
        <p:grpSpPr>
          <a:xfrm>
            <a:off x="13706754" y="-2365"/>
            <a:ext cx="710311" cy="1142995"/>
            <a:chOff x="0" y="0"/>
            <a:chExt cx="710309" cy="1142994"/>
          </a:xfrm>
        </p:grpSpPr>
        <p:sp>
          <p:nvSpPr>
            <p:cNvPr id="2689"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9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694" name="Rectangle 126"/>
          <p:cNvGrpSpPr/>
          <p:nvPr/>
        </p:nvGrpSpPr>
        <p:grpSpPr>
          <a:xfrm>
            <a:off x="13706756" y="5715013"/>
            <a:ext cx="710311" cy="1142996"/>
            <a:chOff x="0" y="0"/>
            <a:chExt cx="710309" cy="1142994"/>
          </a:xfrm>
        </p:grpSpPr>
        <p:sp>
          <p:nvSpPr>
            <p:cNvPr id="2692"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9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697" name="Rectangle 127"/>
          <p:cNvGrpSpPr/>
          <p:nvPr/>
        </p:nvGrpSpPr>
        <p:grpSpPr>
          <a:xfrm>
            <a:off x="13706754" y="4572032"/>
            <a:ext cx="710311" cy="1142996"/>
            <a:chOff x="0" y="0"/>
            <a:chExt cx="710309" cy="1142994"/>
          </a:xfrm>
        </p:grpSpPr>
        <p:sp>
          <p:nvSpPr>
            <p:cNvPr id="2695"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700" name="Rectangle 128"/>
          <p:cNvGrpSpPr/>
          <p:nvPr/>
        </p:nvGrpSpPr>
        <p:grpSpPr>
          <a:xfrm>
            <a:off x="12996453" y="-1157"/>
            <a:ext cx="710311" cy="1142995"/>
            <a:chOff x="0" y="0"/>
            <a:chExt cx="710309" cy="1142994"/>
          </a:xfrm>
        </p:grpSpPr>
        <p:sp>
          <p:nvSpPr>
            <p:cNvPr id="2698"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69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703" name="Rectangle 129"/>
          <p:cNvGrpSpPr/>
          <p:nvPr/>
        </p:nvGrpSpPr>
        <p:grpSpPr>
          <a:xfrm>
            <a:off x="13706754" y="2286017"/>
            <a:ext cx="710311" cy="1142996"/>
            <a:chOff x="0" y="0"/>
            <a:chExt cx="710309" cy="1142994"/>
          </a:xfrm>
        </p:grpSpPr>
        <p:sp>
          <p:nvSpPr>
            <p:cNvPr id="2701"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0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2706" name="Rectangle 130"/>
          <p:cNvGrpSpPr/>
          <p:nvPr/>
        </p:nvGrpSpPr>
        <p:grpSpPr>
          <a:xfrm>
            <a:off x="13706756" y="1142977"/>
            <a:ext cx="710311" cy="1142997"/>
            <a:chOff x="0" y="-1"/>
            <a:chExt cx="710309" cy="1142995"/>
          </a:xfrm>
        </p:grpSpPr>
        <p:sp>
          <p:nvSpPr>
            <p:cNvPr id="2704"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0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2709" name="Rectangle 131"/>
          <p:cNvGrpSpPr/>
          <p:nvPr/>
        </p:nvGrpSpPr>
        <p:grpSpPr>
          <a:xfrm>
            <a:off x="13706754" y="3427836"/>
            <a:ext cx="710311" cy="1142996"/>
            <a:chOff x="0" y="0"/>
            <a:chExt cx="710309" cy="1142994"/>
          </a:xfrm>
        </p:grpSpPr>
        <p:sp>
          <p:nvSpPr>
            <p:cNvPr id="2707"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0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2710" name="Picture Placeholder 10"/>
          <p:cNvSpPr/>
          <p:nvPr>
            <p:ph type="pic" idx="21"/>
          </p:nvPr>
        </p:nvSpPr>
        <p:spPr>
          <a:xfrm>
            <a:off x="6313863" y="402563"/>
            <a:ext cx="10009587" cy="5633112"/>
          </a:xfrm>
          <a:prstGeom prst="rect">
            <a:avLst/>
          </a:prstGeom>
        </p:spPr>
        <p:txBody>
          <a:bodyPr lIns="91439" tIns="45719" rIns="91439" bIns="45719">
            <a:noAutofit/>
          </a:bodyPr>
          <a:lstStyle/>
          <a:p>
            <a:pPr/>
          </a:p>
        </p:txBody>
      </p:sp>
      <p:sp>
        <p:nvSpPr>
          <p:cNvPr id="2711" name="Body Level One…"/>
          <p:cNvSpPr txBox="1"/>
          <p:nvPr>
            <p:ph type="body" sz="quarter" idx="1" hasCustomPrompt="1"/>
          </p:nvPr>
        </p:nvSpPr>
        <p:spPr>
          <a:xfrm>
            <a:off x="402336" y="398216"/>
            <a:ext cx="5477024" cy="36576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2712" name="Text Placeholder 23"/>
          <p:cNvSpPr/>
          <p:nvPr>
            <p:ph type="body" sz="quarter" idx="22" hasCustomPrompt="1"/>
          </p:nvPr>
        </p:nvSpPr>
        <p:spPr>
          <a:xfrm>
            <a:off x="402337" y="3821924"/>
            <a:ext cx="2516859" cy="457204"/>
          </a:xfrm>
          <a:prstGeom prst="rect">
            <a:avLst/>
          </a:prstGeom>
        </p:spPr>
        <p:txBody>
          <a:bodyPr lIns="45718" tIns="45718" rIns="45718" bIns="45718" anchor="b"/>
          <a:lstStyle>
            <a:lvl1pPr>
              <a:defRPr sz="1700"/>
            </a:lvl1pPr>
          </a:lstStyle>
          <a:p>
            <a:pPr/>
            <a:r>
              <a:t>Statement 1</a:t>
            </a:r>
          </a:p>
        </p:txBody>
      </p:sp>
      <p:sp>
        <p:nvSpPr>
          <p:cNvPr id="2713" name="Text Placeholder 23"/>
          <p:cNvSpPr/>
          <p:nvPr>
            <p:ph type="body" sz="quarter" idx="23" hasCustomPrompt="1"/>
          </p:nvPr>
        </p:nvSpPr>
        <p:spPr>
          <a:xfrm>
            <a:off x="402336" y="4279124"/>
            <a:ext cx="2516859" cy="1755241"/>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714" name="Picture Placeholder 24"/>
          <p:cNvSpPr/>
          <p:nvPr>
            <p:ph type="pic" sz="quarter" idx="24"/>
          </p:nvPr>
        </p:nvSpPr>
        <p:spPr>
          <a:xfrm>
            <a:off x="402336" y="3237246"/>
            <a:ext cx="365668" cy="365764"/>
          </a:xfrm>
          <a:prstGeom prst="rect">
            <a:avLst/>
          </a:prstGeom>
        </p:spPr>
        <p:txBody>
          <a:bodyPr lIns="91439" tIns="45719" rIns="91439" bIns="45719">
            <a:noAutofit/>
          </a:bodyPr>
          <a:lstStyle/>
          <a:p>
            <a:pPr/>
          </a:p>
        </p:txBody>
      </p:sp>
      <p:sp>
        <p:nvSpPr>
          <p:cNvPr id="2715" name="Text Placeholder 23"/>
          <p:cNvSpPr/>
          <p:nvPr>
            <p:ph type="body" sz="quarter" idx="25" hasCustomPrompt="1"/>
          </p:nvPr>
        </p:nvSpPr>
        <p:spPr>
          <a:xfrm>
            <a:off x="3358098" y="3821924"/>
            <a:ext cx="2516862" cy="457204"/>
          </a:xfrm>
          <a:prstGeom prst="rect">
            <a:avLst/>
          </a:prstGeom>
        </p:spPr>
        <p:txBody>
          <a:bodyPr lIns="45718" tIns="45718" rIns="45718" bIns="45718" anchor="b"/>
          <a:lstStyle>
            <a:lvl1pPr>
              <a:defRPr sz="1700"/>
            </a:lvl1pPr>
          </a:lstStyle>
          <a:p>
            <a:pPr/>
            <a:r>
              <a:t>Statement 2</a:t>
            </a:r>
          </a:p>
        </p:txBody>
      </p:sp>
      <p:sp>
        <p:nvSpPr>
          <p:cNvPr id="2716" name="Text Placeholder 23"/>
          <p:cNvSpPr/>
          <p:nvPr>
            <p:ph type="body" sz="quarter" idx="26" hasCustomPrompt="1"/>
          </p:nvPr>
        </p:nvSpPr>
        <p:spPr>
          <a:xfrm>
            <a:off x="3358098" y="4279124"/>
            <a:ext cx="2516862" cy="1755241"/>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717" name="Picture Placeholder 24"/>
          <p:cNvSpPr/>
          <p:nvPr>
            <p:ph type="pic" sz="quarter" idx="27"/>
          </p:nvPr>
        </p:nvSpPr>
        <p:spPr>
          <a:xfrm>
            <a:off x="3353529" y="3237246"/>
            <a:ext cx="365669" cy="365764"/>
          </a:xfrm>
          <a:prstGeom prst="rect">
            <a:avLst/>
          </a:prstGeom>
        </p:spPr>
        <p:txBody>
          <a:bodyPr lIns="91439" tIns="45719" rIns="91439" bIns="45719">
            <a:noAutofit/>
          </a:bodyPr>
          <a:lstStyle/>
          <a:p>
            <a:pPr/>
          </a:p>
        </p:txBody>
      </p:sp>
      <p:sp>
        <p:nvSpPr>
          <p:cNvPr id="2718" name="Text Placeholder 6"/>
          <p:cNvSpPr/>
          <p:nvPr>
            <p:ph type="body" sz="quarter" idx="28" hasCustomPrompt="1"/>
          </p:nvPr>
        </p:nvSpPr>
        <p:spPr>
          <a:xfrm>
            <a:off x="402337" y="796204"/>
            <a:ext cx="5472623" cy="2029969"/>
          </a:xfrm>
          <a:prstGeom prst="rect">
            <a:avLst/>
          </a:prstGeom>
        </p:spPr>
        <p:txBody>
          <a:bodyPr/>
          <a:lstStyle>
            <a:lvl1pPr>
              <a:defRPr sz="4800"/>
            </a:lvl1pPr>
          </a:lstStyle>
          <a:p>
            <a:pPr/>
            <a:r>
              <a:t>Title should be less than 10 words</a:t>
            </a:r>
          </a:p>
        </p:txBody>
      </p:sp>
      <p:sp>
        <p:nvSpPr>
          <p:cNvPr id="2719" name="Rectangle 8"/>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720" name="Rectangle 9"/>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2721" name="Text Placeholder 13"/>
          <p:cNvSpPr/>
          <p:nvPr>
            <p:ph type="body" sz="quarter" idx="29"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27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statements + Browser reversed">
    <p:spTree>
      <p:nvGrpSpPr>
        <p:cNvPr id="1" name=""/>
        <p:cNvGrpSpPr/>
        <p:nvPr/>
      </p:nvGrpSpPr>
      <p:grpSpPr>
        <a:xfrm>
          <a:off x="0" y="0"/>
          <a:ext cx="0" cy="0"/>
          <a:chOff x="0" y="0"/>
          <a:chExt cx="0" cy="0"/>
        </a:xfrm>
      </p:grpSpPr>
      <p:grpSp>
        <p:nvGrpSpPr>
          <p:cNvPr id="2731" name="Rectangle 109"/>
          <p:cNvGrpSpPr/>
          <p:nvPr/>
        </p:nvGrpSpPr>
        <p:grpSpPr>
          <a:xfrm>
            <a:off x="12287632" y="5878297"/>
            <a:ext cx="710311" cy="979707"/>
            <a:chOff x="0" y="0"/>
            <a:chExt cx="710309" cy="979705"/>
          </a:xfrm>
        </p:grpSpPr>
        <p:sp>
          <p:nvSpPr>
            <p:cNvPr id="2729"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3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734" name="Rectangle 110"/>
          <p:cNvGrpSpPr/>
          <p:nvPr/>
        </p:nvGrpSpPr>
        <p:grpSpPr>
          <a:xfrm>
            <a:off x="12287631" y="4898603"/>
            <a:ext cx="710311" cy="979709"/>
            <a:chOff x="0" y="-1"/>
            <a:chExt cx="710309" cy="979708"/>
          </a:xfrm>
        </p:grpSpPr>
        <p:sp>
          <p:nvSpPr>
            <p:cNvPr id="2732"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33"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737" name="Rectangle 111"/>
          <p:cNvGrpSpPr/>
          <p:nvPr/>
        </p:nvGrpSpPr>
        <p:grpSpPr>
          <a:xfrm>
            <a:off x="12287632" y="3918862"/>
            <a:ext cx="710311" cy="979706"/>
            <a:chOff x="0" y="0"/>
            <a:chExt cx="710309" cy="979705"/>
          </a:xfrm>
        </p:grpSpPr>
        <p:sp>
          <p:nvSpPr>
            <p:cNvPr id="2735"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3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740" name="Rectangle 112"/>
          <p:cNvGrpSpPr/>
          <p:nvPr/>
        </p:nvGrpSpPr>
        <p:grpSpPr>
          <a:xfrm>
            <a:off x="12287631" y="2939171"/>
            <a:ext cx="710311" cy="979707"/>
            <a:chOff x="0" y="0"/>
            <a:chExt cx="710309" cy="979705"/>
          </a:xfrm>
        </p:grpSpPr>
        <p:sp>
          <p:nvSpPr>
            <p:cNvPr id="2738"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3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743" name="Rectangle 113"/>
          <p:cNvGrpSpPr/>
          <p:nvPr/>
        </p:nvGrpSpPr>
        <p:grpSpPr>
          <a:xfrm>
            <a:off x="12287632" y="1959431"/>
            <a:ext cx="710311" cy="979707"/>
            <a:chOff x="0" y="0"/>
            <a:chExt cx="710309" cy="979705"/>
          </a:xfrm>
        </p:grpSpPr>
        <p:sp>
          <p:nvSpPr>
            <p:cNvPr id="2741"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4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746" name="Rectangle 114"/>
          <p:cNvGrpSpPr/>
          <p:nvPr/>
        </p:nvGrpSpPr>
        <p:grpSpPr>
          <a:xfrm>
            <a:off x="12287631" y="979736"/>
            <a:ext cx="710311" cy="979707"/>
            <a:chOff x="0" y="0"/>
            <a:chExt cx="710309" cy="979705"/>
          </a:xfrm>
        </p:grpSpPr>
        <p:sp>
          <p:nvSpPr>
            <p:cNvPr id="2744"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45"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749" name="Rectangle 115"/>
          <p:cNvGrpSpPr/>
          <p:nvPr/>
        </p:nvGrpSpPr>
        <p:grpSpPr>
          <a:xfrm>
            <a:off x="12287631" y="-2"/>
            <a:ext cx="710311" cy="979706"/>
            <a:chOff x="0" y="0"/>
            <a:chExt cx="710309" cy="979705"/>
          </a:xfrm>
        </p:grpSpPr>
        <p:sp>
          <p:nvSpPr>
            <p:cNvPr id="2747"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4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752" name="Rectangle 118"/>
          <p:cNvGrpSpPr/>
          <p:nvPr/>
        </p:nvGrpSpPr>
        <p:grpSpPr>
          <a:xfrm>
            <a:off x="12997439" y="5715013"/>
            <a:ext cx="710311" cy="1142996"/>
            <a:chOff x="0" y="0"/>
            <a:chExt cx="710309" cy="1142994"/>
          </a:xfrm>
        </p:grpSpPr>
        <p:sp>
          <p:nvSpPr>
            <p:cNvPr id="2750"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755" name="Rectangle 119"/>
          <p:cNvGrpSpPr/>
          <p:nvPr/>
        </p:nvGrpSpPr>
        <p:grpSpPr>
          <a:xfrm>
            <a:off x="12997439" y="4572032"/>
            <a:ext cx="710311" cy="1142996"/>
            <a:chOff x="0" y="0"/>
            <a:chExt cx="710309" cy="1142994"/>
          </a:xfrm>
        </p:grpSpPr>
        <p:sp>
          <p:nvSpPr>
            <p:cNvPr id="2753"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758" name="Rectangle 120"/>
          <p:cNvGrpSpPr/>
          <p:nvPr/>
        </p:nvGrpSpPr>
        <p:grpSpPr>
          <a:xfrm>
            <a:off x="12997439" y="3428998"/>
            <a:ext cx="710311" cy="1142996"/>
            <a:chOff x="0" y="0"/>
            <a:chExt cx="710309" cy="1142994"/>
          </a:xfrm>
        </p:grpSpPr>
        <p:sp>
          <p:nvSpPr>
            <p:cNvPr id="2756"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761" name="Rectangle 121"/>
          <p:cNvGrpSpPr/>
          <p:nvPr/>
        </p:nvGrpSpPr>
        <p:grpSpPr>
          <a:xfrm>
            <a:off x="12997439" y="2286017"/>
            <a:ext cx="710311" cy="1142996"/>
            <a:chOff x="0" y="0"/>
            <a:chExt cx="710309" cy="1142994"/>
          </a:xfrm>
        </p:grpSpPr>
        <p:sp>
          <p:nvSpPr>
            <p:cNvPr id="2759"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764" name="Rectangle 122"/>
          <p:cNvGrpSpPr/>
          <p:nvPr/>
        </p:nvGrpSpPr>
        <p:grpSpPr>
          <a:xfrm>
            <a:off x="12997439" y="1142977"/>
            <a:ext cx="710311" cy="1142997"/>
            <a:chOff x="0" y="-1"/>
            <a:chExt cx="710309" cy="1142995"/>
          </a:xfrm>
        </p:grpSpPr>
        <p:sp>
          <p:nvSpPr>
            <p:cNvPr id="2762"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6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767" name="Rectangle 123"/>
          <p:cNvGrpSpPr/>
          <p:nvPr/>
        </p:nvGrpSpPr>
        <p:grpSpPr>
          <a:xfrm>
            <a:off x="13706754" y="-2365"/>
            <a:ext cx="710311" cy="1142995"/>
            <a:chOff x="0" y="0"/>
            <a:chExt cx="710309" cy="1142994"/>
          </a:xfrm>
        </p:grpSpPr>
        <p:sp>
          <p:nvSpPr>
            <p:cNvPr id="2765"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770" name="Rectangle 126"/>
          <p:cNvGrpSpPr/>
          <p:nvPr/>
        </p:nvGrpSpPr>
        <p:grpSpPr>
          <a:xfrm>
            <a:off x="13706756" y="5715013"/>
            <a:ext cx="710311" cy="1142996"/>
            <a:chOff x="0" y="0"/>
            <a:chExt cx="710309" cy="1142994"/>
          </a:xfrm>
        </p:grpSpPr>
        <p:sp>
          <p:nvSpPr>
            <p:cNvPr id="2768"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773" name="Rectangle 127"/>
          <p:cNvGrpSpPr/>
          <p:nvPr/>
        </p:nvGrpSpPr>
        <p:grpSpPr>
          <a:xfrm>
            <a:off x="13706754" y="4572032"/>
            <a:ext cx="710311" cy="1142996"/>
            <a:chOff x="0" y="0"/>
            <a:chExt cx="710309" cy="1142994"/>
          </a:xfrm>
        </p:grpSpPr>
        <p:sp>
          <p:nvSpPr>
            <p:cNvPr id="2771"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776" name="Rectangle 128"/>
          <p:cNvGrpSpPr/>
          <p:nvPr/>
        </p:nvGrpSpPr>
        <p:grpSpPr>
          <a:xfrm>
            <a:off x="12996453" y="-1157"/>
            <a:ext cx="710311" cy="1142995"/>
            <a:chOff x="0" y="0"/>
            <a:chExt cx="710309" cy="1142994"/>
          </a:xfrm>
        </p:grpSpPr>
        <p:sp>
          <p:nvSpPr>
            <p:cNvPr id="2774"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7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779" name="Rectangle 129"/>
          <p:cNvGrpSpPr/>
          <p:nvPr/>
        </p:nvGrpSpPr>
        <p:grpSpPr>
          <a:xfrm>
            <a:off x="13706754" y="2286017"/>
            <a:ext cx="710311" cy="1142996"/>
            <a:chOff x="0" y="0"/>
            <a:chExt cx="710309" cy="1142994"/>
          </a:xfrm>
        </p:grpSpPr>
        <p:sp>
          <p:nvSpPr>
            <p:cNvPr id="2777"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2782" name="Rectangle 130"/>
          <p:cNvGrpSpPr/>
          <p:nvPr/>
        </p:nvGrpSpPr>
        <p:grpSpPr>
          <a:xfrm>
            <a:off x="13706756" y="1142977"/>
            <a:ext cx="710311" cy="1142997"/>
            <a:chOff x="0" y="-1"/>
            <a:chExt cx="710309" cy="1142995"/>
          </a:xfrm>
        </p:grpSpPr>
        <p:sp>
          <p:nvSpPr>
            <p:cNvPr id="2780"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8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2785" name="Rectangle 131"/>
          <p:cNvGrpSpPr/>
          <p:nvPr/>
        </p:nvGrpSpPr>
        <p:grpSpPr>
          <a:xfrm>
            <a:off x="13706754" y="3427836"/>
            <a:ext cx="710311" cy="1142996"/>
            <a:chOff x="0" y="0"/>
            <a:chExt cx="710309" cy="1142994"/>
          </a:xfrm>
        </p:grpSpPr>
        <p:sp>
          <p:nvSpPr>
            <p:cNvPr id="2783"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8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2786" name="Picture Placeholder 10"/>
          <p:cNvSpPr/>
          <p:nvPr>
            <p:ph type="pic" idx="21"/>
          </p:nvPr>
        </p:nvSpPr>
        <p:spPr>
          <a:xfrm>
            <a:off x="-4158933" y="402563"/>
            <a:ext cx="10009587" cy="5633112"/>
          </a:xfrm>
          <a:prstGeom prst="rect">
            <a:avLst/>
          </a:prstGeom>
        </p:spPr>
        <p:txBody>
          <a:bodyPr lIns="91439" tIns="45719" rIns="91439" bIns="45719">
            <a:noAutofit/>
          </a:bodyPr>
          <a:lstStyle/>
          <a:p>
            <a:pPr/>
          </a:p>
        </p:txBody>
      </p:sp>
      <p:sp>
        <p:nvSpPr>
          <p:cNvPr id="2787" name="Body Level One…"/>
          <p:cNvSpPr txBox="1"/>
          <p:nvPr>
            <p:ph type="body" sz="quarter" idx="1" hasCustomPrompt="1"/>
          </p:nvPr>
        </p:nvSpPr>
        <p:spPr>
          <a:xfrm>
            <a:off x="6318436" y="398216"/>
            <a:ext cx="5477022" cy="36576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2788" name="Text Placeholder 23"/>
          <p:cNvSpPr/>
          <p:nvPr>
            <p:ph type="body" sz="quarter" idx="22" hasCustomPrompt="1"/>
          </p:nvPr>
        </p:nvSpPr>
        <p:spPr>
          <a:xfrm>
            <a:off x="6318434" y="3821924"/>
            <a:ext cx="2516864" cy="457204"/>
          </a:xfrm>
          <a:prstGeom prst="rect">
            <a:avLst/>
          </a:prstGeom>
        </p:spPr>
        <p:txBody>
          <a:bodyPr lIns="45718" tIns="45718" rIns="45718" bIns="45718" anchor="b"/>
          <a:lstStyle>
            <a:lvl1pPr>
              <a:defRPr sz="1700"/>
            </a:lvl1pPr>
          </a:lstStyle>
          <a:p>
            <a:pPr/>
            <a:r>
              <a:t>Statement 1</a:t>
            </a:r>
          </a:p>
        </p:txBody>
      </p:sp>
      <p:sp>
        <p:nvSpPr>
          <p:cNvPr id="2789" name="Text Placeholder 23"/>
          <p:cNvSpPr/>
          <p:nvPr>
            <p:ph type="body" sz="quarter" idx="23" hasCustomPrompt="1"/>
          </p:nvPr>
        </p:nvSpPr>
        <p:spPr>
          <a:xfrm>
            <a:off x="6318434" y="4279124"/>
            <a:ext cx="2516864" cy="1755241"/>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790" name="Picture Placeholder 24"/>
          <p:cNvSpPr/>
          <p:nvPr>
            <p:ph type="pic" sz="quarter" idx="24"/>
          </p:nvPr>
        </p:nvSpPr>
        <p:spPr>
          <a:xfrm>
            <a:off x="6318436" y="3237246"/>
            <a:ext cx="365669" cy="365764"/>
          </a:xfrm>
          <a:prstGeom prst="rect">
            <a:avLst/>
          </a:prstGeom>
        </p:spPr>
        <p:txBody>
          <a:bodyPr lIns="91439" tIns="45719" rIns="91439" bIns="45719">
            <a:noAutofit/>
          </a:bodyPr>
          <a:lstStyle/>
          <a:p>
            <a:pPr/>
          </a:p>
        </p:txBody>
      </p:sp>
      <p:sp>
        <p:nvSpPr>
          <p:cNvPr id="2791" name="Text Placeholder 23"/>
          <p:cNvSpPr/>
          <p:nvPr>
            <p:ph type="body" sz="quarter" idx="25" hasCustomPrompt="1"/>
          </p:nvPr>
        </p:nvSpPr>
        <p:spPr>
          <a:xfrm>
            <a:off x="9274199" y="3821924"/>
            <a:ext cx="2516861" cy="457204"/>
          </a:xfrm>
          <a:prstGeom prst="rect">
            <a:avLst/>
          </a:prstGeom>
        </p:spPr>
        <p:txBody>
          <a:bodyPr lIns="45718" tIns="45718" rIns="45718" bIns="45718" anchor="b"/>
          <a:lstStyle>
            <a:lvl1pPr>
              <a:defRPr sz="1700"/>
            </a:lvl1pPr>
          </a:lstStyle>
          <a:p>
            <a:pPr/>
            <a:r>
              <a:t>Statement 2</a:t>
            </a:r>
          </a:p>
        </p:txBody>
      </p:sp>
      <p:sp>
        <p:nvSpPr>
          <p:cNvPr id="2792" name="Text Placeholder 23"/>
          <p:cNvSpPr/>
          <p:nvPr>
            <p:ph type="body" sz="quarter" idx="26" hasCustomPrompt="1"/>
          </p:nvPr>
        </p:nvSpPr>
        <p:spPr>
          <a:xfrm>
            <a:off x="9274199" y="4279124"/>
            <a:ext cx="2516861" cy="1755241"/>
          </a:xfrm>
          <a:prstGeom prst="rect">
            <a:avLst/>
          </a:prstGeom>
        </p:spPr>
        <p:txBody>
          <a:bodyPr lIns="45718" tIns="45718" rIns="45718" bIns="45718"/>
          <a:lstStyle>
            <a:lvl1pPr>
              <a:defRPr sz="1500">
                <a:solidFill>
                  <a:srgbClr val="B0BAC2"/>
                </a:solidFill>
                <a:latin typeface="+mj-lt"/>
                <a:ea typeface="+mj-ea"/>
                <a:cs typeface="+mj-cs"/>
                <a:sym typeface="Mona Sans"/>
              </a:defRPr>
            </a:lvl1pPr>
          </a:lstStyle>
          <a:p>
            <a:pPr/>
            <a:r>
              <a:t>Keep your description under three lines of text</a:t>
            </a:r>
          </a:p>
        </p:txBody>
      </p:sp>
      <p:sp>
        <p:nvSpPr>
          <p:cNvPr id="2793" name="Picture Placeholder 24"/>
          <p:cNvSpPr/>
          <p:nvPr>
            <p:ph type="pic" sz="quarter" idx="27"/>
          </p:nvPr>
        </p:nvSpPr>
        <p:spPr>
          <a:xfrm>
            <a:off x="9269627" y="3237246"/>
            <a:ext cx="365669" cy="365764"/>
          </a:xfrm>
          <a:prstGeom prst="rect">
            <a:avLst/>
          </a:prstGeom>
        </p:spPr>
        <p:txBody>
          <a:bodyPr lIns="91439" tIns="45719" rIns="91439" bIns="45719">
            <a:noAutofit/>
          </a:bodyPr>
          <a:lstStyle/>
          <a:p>
            <a:pPr/>
          </a:p>
        </p:txBody>
      </p:sp>
      <p:sp>
        <p:nvSpPr>
          <p:cNvPr id="2794" name="Text Placeholder 6"/>
          <p:cNvSpPr/>
          <p:nvPr>
            <p:ph type="body" sz="quarter" idx="28" hasCustomPrompt="1"/>
          </p:nvPr>
        </p:nvSpPr>
        <p:spPr>
          <a:xfrm>
            <a:off x="6320634" y="796204"/>
            <a:ext cx="5472627" cy="2029969"/>
          </a:xfrm>
          <a:prstGeom prst="rect">
            <a:avLst/>
          </a:prstGeom>
        </p:spPr>
        <p:txBody>
          <a:bodyPr/>
          <a:lstStyle>
            <a:lvl1pPr>
              <a:defRPr sz="4800"/>
            </a:lvl1pPr>
          </a:lstStyle>
          <a:p>
            <a:pPr/>
            <a:r>
              <a:t>Title should be less than 10 words</a:t>
            </a:r>
          </a:p>
        </p:txBody>
      </p:sp>
      <p:sp>
        <p:nvSpPr>
          <p:cNvPr id="2795" name="Rectangle 8"/>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796" name="Rectangle 9"/>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2797" name="Text Placeholder 13"/>
          <p:cNvSpPr/>
          <p:nvPr>
            <p:ph type="body" sz="quarter" idx="29"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279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Large number">
    <p:spTree>
      <p:nvGrpSpPr>
        <p:cNvPr id="1" name=""/>
        <p:cNvGrpSpPr/>
        <p:nvPr/>
      </p:nvGrpSpPr>
      <p:grpSpPr>
        <a:xfrm>
          <a:off x="0" y="0"/>
          <a:ext cx="0" cy="0"/>
          <a:chOff x="0" y="0"/>
          <a:chExt cx="0" cy="0"/>
        </a:xfrm>
      </p:grpSpPr>
      <p:grpSp>
        <p:nvGrpSpPr>
          <p:cNvPr id="2807" name="Rectangle 109"/>
          <p:cNvGrpSpPr/>
          <p:nvPr/>
        </p:nvGrpSpPr>
        <p:grpSpPr>
          <a:xfrm>
            <a:off x="12287632" y="5878297"/>
            <a:ext cx="710311" cy="979707"/>
            <a:chOff x="0" y="0"/>
            <a:chExt cx="710309" cy="979705"/>
          </a:xfrm>
        </p:grpSpPr>
        <p:sp>
          <p:nvSpPr>
            <p:cNvPr id="280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0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810" name="Rectangle 110"/>
          <p:cNvGrpSpPr/>
          <p:nvPr/>
        </p:nvGrpSpPr>
        <p:grpSpPr>
          <a:xfrm>
            <a:off x="12287631" y="4898603"/>
            <a:ext cx="710311" cy="979709"/>
            <a:chOff x="0" y="-1"/>
            <a:chExt cx="710309" cy="979708"/>
          </a:xfrm>
        </p:grpSpPr>
        <p:sp>
          <p:nvSpPr>
            <p:cNvPr id="280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0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813" name="Rectangle 111"/>
          <p:cNvGrpSpPr/>
          <p:nvPr/>
        </p:nvGrpSpPr>
        <p:grpSpPr>
          <a:xfrm>
            <a:off x="12287632" y="3918862"/>
            <a:ext cx="710311" cy="979706"/>
            <a:chOff x="0" y="0"/>
            <a:chExt cx="710309" cy="979705"/>
          </a:xfrm>
        </p:grpSpPr>
        <p:sp>
          <p:nvSpPr>
            <p:cNvPr id="281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1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816" name="Rectangle 112"/>
          <p:cNvGrpSpPr/>
          <p:nvPr/>
        </p:nvGrpSpPr>
        <p:grpSpPr>
          <a:xfrm>
            <a:off x="12287631" y="2939171"/>
            <a:ext cx="710311" cy="979707"/>
            <a:chOff x="0" y="0"/>
            <a:chExt cx="710309" cy="979705"/>
          </a:xfrm>
        </p:grpSpPr>
        <p:sp>
          <p:nvSpPr>
            <p:cNvPr id="281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1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819" name="Rectangle 113"/>
          <p:cNvGrpSpPr/>
          <p:nvPr/>
        </p:nvGrpSpPr>
        <p:grpSpPr>
          <a:xfrm>
            <a:off x="12287632" y="1959431"/>
            <a:ext cx="710311" cy="979707"/>
            <a:chOff x="0" y="0"/>
            <a:chExt cx="710309" cy="979705"/>
          </a:xfrm>
        </p:grpSpPr>
        <p:sp>
          <p:nvSpPr>
            <p:cNvPr id="281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1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822" name="Rectangle 114"/>
          <p:cNvGrpSpPr/>
          <p:nvPr/>
        </p:nvGrpSpPr>
        <p:grpSpPr>
          <a:xfrm>
            <a:off x="12287631" y="979736"/>
            <a:ext cx="710311" cy="979707"/>
            <a:chOff x="0" y="0"/>
            <a:chExt cx="710309" cy="979705"/>
          </a:xfrm>
        </p:grpSpPr>
        <p:sp>
          <p:nvSpPr>
            <p:cNvPr id="282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2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825" name="Rectangle 115"/>
          <p:cNvGrpSpPr/>
          <p:nvPr/>
        </p:nvGrpSpPr>
        <p:grpSpPr>
          <a:xfrm>
            <a:off x="12287631" y="-2"/>
            <a:ext cx="710311" cy="979706"/>
            <a:chOff x="0" y="0"/>
            <a:chExt cx="710309" cy="979705"/>
          </a:xfrm>
        </p:grpSpPr>
        <p:sp>
          <p:nvSpPr>
            <p:cNvPr id="282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2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828" name="Rectangle 118"/>
          <p:cNvGrpSpPr/>
          <p:nvPr/>
        </p:nvGrpSpPr>
        <p:grpSpPr>
          <a:xfrm>
            <a:off x="12997439" y="5715013"/>
            <a:ext cx="710311" cy="1142996"/>
            <a:chOff x="0" y="0"/>
            <a:chExt cx="710309" cy="1142994"/>
          </a:xfrm>
        </p:grpSpPr>
        <p:sp>
          <p:nvSpPr>
            <p:cNvPr id="282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2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831" name="Rectangle 119"/>
          <p:cNvGrpSpPr/>
          <p:nvPr/>
        </p:nvGrpSpPr>
        <p:grpSpPr>
          <a:xfrm>
            <a:off x="12997439" y="4572032"/>
            <a:ext cx="710311" cy="1142996"/>
            <a:chOff x="0" y="0"/>
            <a:chExt cx="710309" cy="1142994"/>
          </a:xfrm>
        </p:grpSpPr>
        <p:sp>
          <p:nvSpPr>
            <p:cNvPr id="282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3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834" name="Rectangle 120"/>
          <p:cNvGrpSpPr/>
          <p:nvPr/>
        </p:nvGrpSpPr>
        <p:grpSpPr>
          <a:xfrm>
            <a:off x="12997439" y="3428998"/>
            <a:ext cx="710311" cy="1142996"/>
            <a:chOff x="0" y="0"/>
            <a:chExt cx="710309" cy="1142994"/>
          </a:xfrm>
        </p:grpSpPr>
        <p:sp>
          <p:nvSpPr>
            <p:cNvPr id="283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837" name="Rectangle 121"/>
          <p:cNvGrpSpPr/>
          <p:nvPr/>
        </p:nvGrpSpPr>
        <p:grpSpPr>
          <a:xfrm>
            <a:off x="12997439" y="2286017"/>
            <a:ext cx="710311" cy="1142996"/>
            <a:chOff x="0" y="0"/>
            <a:chExt cx="710309" cy="1142994"/>
          </a:xfrm>
        </p:grpSpPr>
        <p:sp>
          <p:nvSpPr>
            <p:cNvPr id="283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3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840" name="Rectangle 122"/>
          <p:cNvGrpSpPr/>
          <p:nvPr/>
        </p:nvGrpSpPr>
        <p:grpSpPr>
          <a:xfrm>
            <a:off x="12997439" y="1142977"/>
            <a:ext cx="710311" cy="1142997"/>
            <a:chOff x="0" y="-1"/>
            <a:chExt cx="710309" cy="1142995"/>
          </a:xfrm>
        </p:grpSpPr>
        <p:sp>
          <p:nvSpPr>
            <p:cNvPr id="283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3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843" name="Rectangle 123"/>
          <p:cNvGrpSpPr/>
          <p:nvPr/>
        </p:nvGrpSpPr>
        <p:grpSpPr>
          <a:xfrm>
            <a:off x="13706754" y="-2365"/>
            <a:ext cx="710311" cy="1142995"/>
            <a:chOff x="0" y="0"/>
            <a:chExt cx="710309" cy="1142994"/>
          </a:xfrm>
        </p:grpSpPr>
        <p:sp>
          <p:nvSpPr>
            <p:cNvPr id="284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4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846" name="Rectangle 126"/>
          <p:cNvGrpSpPr/>
          <p:nvPr/>
        </p:nvGrpSpPr>
        <p:grpSpPr>
          <a:xfrm>
            <a:off x="13706756" y="5715013"/>
            <a:ext cx="710311" cy="1142996"/>
            <a:chOff x="0" y="0"/>
            <a:chExt cx="710309" cy="1142994"/>
          </a:xfrm>
        </p:grpSpPr>
        <p:sp>
          <p:nvSpPr>
            <p:cNvPr id="284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4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849" name="Rectangle 127"/>
          <p:cNvGrpSpPr/>
          <p:nvPr/>
        </p:nvGrpSpPr>
        <p:grpSpPr>
          <a:xfrm>
            <a:off x="13706754" y="4572032"/>
            <a:ext cx="710311" cy="1142996"/>
            <a:chOff x="0" y="0"/>
            <a:chExt cx="710309" cy="1142994"/>
          </a:xfrm>
        </p:grpSpPr>
        <p:sp>
          <p:nvSpPr>
            <p:cNvPr id="284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4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852" name="Rectangle 128"/>
          <p:cNvGrpSpPr/>
          <p:nvPr/>
        </p:nvGrpSpPr>
        <p:grpSpPr>
          <a:xfrm>
            <a:off x="12996453" y="-1157"/>
            <a:ext cx="710311" cy="1142995"/>
            <a:chOff x="0" y="0"/>
            <a:chExt cx="710309" cy="1142994"/>
          </a:xfrm>
        </p:grpSpPr>
        <p:sp>
          <p:nvSpPr>
            <p:cNvPr id="285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855" name="Rectangle 129"/>
          <p:cNvGrpSpPr/>
          <p:nvPr/>
        </p:nvGrpSpPr>
        <p:grpSpPr>
          <a:xfrm>
            <a:off x="13706754" y="2286017"/>
            <a:ext cx="710311" cy="1142996"/>
            <a:chOff x="0" y="0"/>
            <a:chExt cx="710309" cy="1142994"/>
          </a:xfrm>
        </p:grpSpPr>
        <p:sp>
          <p:nvSpPr>
            <p:cNvPr id="285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2858" name="Rectangle 130"/>
          <p:cNvGrpSpPr/>
          <p:nvPr/>
        </p:nvGrpSpPr>
        <p:grpSpPr>
          <a:xfrm>
            <a:off x="13706756" y="1142977"/>
            <a:ext cx="710311" cy="1142997"/>
            <a:chOff x="0" y="-1"/>
            <a:chExt cx="710309" cy="1142995"/>
          </a:xfrm>
        </p:grpSpPr>
        <p:sp>
          <p:nvSpPr>
            <p:cNvPr id="285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5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2861" name="Rectangle 131"/>
          <p:cNvGrpSpPr/>
          <p:nvPr/>
        </p:nvGrpSpPr>
        <p:grpSpPr>
          <a:xfrm>
            <a:off x="13706754" y="3427836"/>
            <a:ext cx="710311" cy="1142996"/>
            <a:chOff x="0" y="0"/>
            <a:chExt cx="710309" cy="1142994"/>
          </a:xfrm>
        </p:grpSpPr>
        <p:sp>
          <p:nvSpPr>
            <p:cNvPr id="285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2862" name="Body Level One…"/>
          <p:cNvSpPr txBox="1"/>
          <p:nvPr>
            <p:ph type="body" sz="quarter" idx="1" hasCustomPrompt="1"/>
          </p:nvPr>
        </p:nvSpPr>
        <p:spPr>
          <a:xfrm>
            <a:off x="1757340" y="4595326"/>
            <a:ext cx="8674146" cy="1287628"/>
          </a:xfrm>
          <a:prstGeom prst="rect">
            <a:avLst/>
          </a:prstGeom>
        </p:spPr>
        <p:txBody>
          <a:bodyPr lIns="45718" tIns="45718" rIns="45718" bIns="45718"/>
          <a:lstStyle>
            <a:lvl1pPr algn="ctr">
              <a:defRPr sz="2300">
                <a:solidFill>
                  <a:srgbClr val="B0BAC2"/>
                </a:solidFill>
                <a:latin typeface="+mj-lt"/>
                <a:ea typeface="+mj-ea"/>
                <a:cs typeface="+mj-cs"/>
                <a:sym typeface="Mona Sans"/>
              </a:defRPr>
            </a:lvl1pPr>
            <a:lvl2pPr algn="ctr">
              <a:defRPr sz="2300">
                <a:solidFill>
                  <a:srgbClr val="B0BAC2"/>
                </a:solidFill>
                <a:latin typeface="+mj-lt"/>
                <a:ea typeface="+mj-ea"/>
                <a:cs typeface="+mj-cs"/>
                <a:sym typeface="Mona Sans"/>
              </a:defRPr>
            </a:lvl2pPr>
            <a:lvl3pPr algn="ctr">
              <a:defRPr sz="2300">
                <a:solidFill>
                  <a:srgbClr val="B0BAC2"/>
                </a:solidFill>
                <a:latin typeface="+mj-lt"/>
                <a:ea typeface="+mj-ea"/>
                <a:cs typeface="+mj-cs"/>
                <a:sym typeface="Mona Sans"/>
              </a:defRPr>
            </a:lvl3pPr>
            <a:lvl4pPr algn="ctr">
              <a:defRPr sz="2300">
                <a:solidFill>
                  <a:srgbClr val="B0BAC2"/>
                </a:solidFill>
                <a:latin typeface="+mj-lt"/>
                <a:ea typeface="+mj-ea"/>
                <a:cs typeface="+mj-cs"/>
                <a:sym typeface="Mona Sans"/>
              </a:defRPr>
            </a:lvl4pPr>
            <a:lvl5pPr algn="ctr">
              <a:defRPr sz="2300">
                <a:solidFill>
                  <a:srgbClr val="B0BAC2"/>
                </a:solidFill>
                <a:latin typeface="+mj-lt"/>
                <a:ea typeface="+mj-ea"/>
                <a:cs typeface="+mj-cs"/>
                <a:sym typeface="Mona Sans"/>
              </a:defRPr>
            </a:lvl5pPr>
          </a:lstStyle>
          <a:p>
            <a:pPr/>
            <a:r>
              <a:t>And/or statement here</a:t>
            </a:r>
          </a:p>
          <a:p>
            <a:pPr lvl="1"/>
            <a:r>
              <a:t/>
            </a:r>
          </a:p>
          <a:p>
            <a:pPr lvl="2"/>
            <a:r>
              <a:t/>
            </a:r>
          </a:p>
          <a:p>
            <a:pPr lvl="3"/>
            <a:r>
              <a:t/>
            </a:r>
          </a:p>
          <a:p>
            <a:pPr lvl="4"/>
            <a:r>
              <a:t/>
            </a:r>
          </a:p>
        </p:txBody>
      </p:sp>
      <p:sp>
        <p:nvSpPr>
          <p:cNvPr id="2863" name="Text Placeholder 23"/>
          <p:cNvSpPr/>
          <p:nvPr>
            <p:ph type="body" sz="quarter" idx="21" hasCustomPrompt="1"/>
          </p:nvPr>
        </p:nvSpPr>
        <p:spPr>
          <a:xfrm>
            <a:off x="1757341" y="1108417"/>
            <a:ext cx="8674143" cy="1287626"/>
          </a:xfrm>
          <a:prstGeom prst="rect">
            <a:avLst/>
          </a:prstGeom>
        </p:spPr>
        <p:txBody>
          <a:bodyPr lIns="45718" tIns="45718" rIns="45718" bIns="45718" anchor="b"/>
          <a:lstStyle>
            <a:lvl1pPr algn="ctr">
              <a:defRPr sz="2300">
                <a:solidFill>
                  <a:srgbClr val="B0BAC2"/>
                </a:solidFill>
                <a:latin typeface="+mj-lt"/>
                <a:ea typeface="+mj-ea"/>
                <a:cs typeface="+mj-cs"/>
                <a:sym typeface="Mona Sans"/>
              </a:defRPr>
            </a:lvl1pPr>
          </a:lstStyle>
          <a:p>
            <a:pPr/>
            <a:r>
              <a:t>Statement here</a:t>
            </a:r>
          </a:p>
        </p:txBody>
      </p:sp>
      <p:sp>
        <p:nvSpPr>
          <p:cNvPr id="2864" name="Text Placeholder 7"/>
          <p:cNvSpPr/>
          <p:nvPr>
            <p:ph type="body" sz="half" idx="22" hasCustomPrompt="1"/>
          </p:nvPr>
        </p:nvSpPr>
        <p:spPr>
          <a:xfrm>
            <a:off x="1757340" y="2396040"/>
            <a:ext cx="8674143" cy="2199061"/>
          </a:xfrm>
          <a:prstGeom prst="rect">
            <a:avLst/>
          </a:prstGeom>
        </p:spPr>
        <p:txBody>
          <a:bodyPr anchor="ctr"/>
          <a:lstStyle>
            <a:lvl1pPr algn="ctr" defTabSz="822630">
              <a:spcBef>
                <a:spcPts val="900"/>
              </a:spcBef>
              <a:defRPr sz="14400"/>
            </a:lvl1pPr>
          </a:lstStyle>
          <a:p>
            <a:pPr/>
            <a:r>
              <a:t>XXM</a:t>
            </a:r>
          </a:p>
        </p:txBody>
      </p:sp>
      <p:sp>
        <p:nvSpPr>
          <p:cNvPr id="2865" name="Rectangle 1"/>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866" name="Rectangle 5"/>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2867" name="Text Placeholder 13"/>
          <p:cNvSpPr/>
          <p:nvPr>
            <p:ph type="body" sz="quarter" idx="23"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28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large numbers">
    <p:spTree>
      <p:nvGrpSpPr>
        <p:cNvPr id="1" name=""/>
        <p:cNvGrpSpPr/>
        <p:nvPr/>
      </p:nvGrpSpPr>
      <p:grpSpPr>
        <a:xfrm>
          <a:off x="0" y="0"/>
          <a:ext cx="0" cy="0"/>
          <a:chOff x="0" y="0"/>
          <a:chExt cx="0" cy="0"/>
        </a:xfrm>
      </p:grpSpPr>
      <p:grpSp>
        <p:nvGrpSpPr>
          <p:cNvPr id="2877" name="Rectangle 109"/>
          <p:cNvGrpSpPr/>
          <p:nvPr/>
        </p:nvGrpSpPr>
        <p:grpSpPr>
          <a:xfrm>
            <a:off x="12287632" y="5878297"/>
            <a:ext cx="710311" cy="979707"/>
            <a:chOff x="0" y="0"/>
            <a:chExt cx="710309" cy="979705"/>
          </a:xfrm>
        </p:grpSpPr>
        <p:sp>
          <p:nvSpPr>
            <p:cNvPr id="287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7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880" name="Rectangle 110"/>
          <p:cNvGrpSpPr/>
          <p:nvPr/>
        </p:nvGrpSpPr>
        <p:grpSpPr>
          <a:xfrm>
            <a:off x="12287631" y="4898603"/>
            <a:ext cx="710311" cy="979709"/>
            <a:chOff x="0" y="-1"/>
            <a:chExt cx="710309" cy="979708"/>
          </a:xfrm>
        </p:grpSpPr>
        <p:sp>
          <p:nvSpPr>
            <p:cNvPr id="287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7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883" name="Rectangle 111"/>
          <p:cNvGrpSpPr/>
          <p:nvPr/>
        </p:nvGrpSpPr>
        <p:grpSpPr>
          <a:xfrm>
            <a:off x="12287632" y="3918862"/>
            <a:ext cx="710311" cy="979706"/>
            <a:chOff x="0" y="0"/>
            <a:chExt cx="710309" cy="979705"/>
          </a:xfrm>
        </p:grpSpPr>
        <p:sp>
          <p:nvSpPr>
            <p:cNvPr id="288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8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886" name="Rectangle 112"/>
          <p:cNvGrpSpPr/>
          <p:nvPr/>
        </p:nvGrpSpPr>
        <p:grpSpPr>
          <a:xfrm>
            <a:off x="12287631" y="2939171"/>
            <a:ext cx="710311" cy="979707"/>
            <a:chOff x="0" y="0"/>
            <a:chExt cx="710309" cy="979705"/>
          </a:xfrm>
        </p:grpSpPr>
        <p:sp>
          <p:nvSpPr>
            <p:cNvPr id="288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8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889" name="Rectangle 113"/>
          <p:cNvGrpSpPr/>
          <p:nvPr/>
        </p:nvGrpSpPr>
        <p:grpSpPr>
          <a:xfrm>
            <a:off x="12287632" y="1959431"/>
            <a:ext cx="710311" cy="979707"/>
            <a:chOff x="0" y="0"/>
            <a:chExt cx="710309" cy="979705"/>
          </a:xfrm>
        </p:grpSpPr>
        <p:sp>
          <p:nvSpPr>
            <p:cNvPr id="288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8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892" name="Rectangle 114"/>
          <p:cNvGrpSpPr/>
          <p:nvPr/>
        </p:nvGrpSpPr>
        <p:grpSpPr>
          <a:xfrm>
            <a:off x="12287631" y="979736"/>
            <a:ext cx="710311" cy="979707"/>
            <a:chOff x="0" y="0"/>
            <a:chExt cx="710309" cy="979705"/>
          </a:xfrm>
        </p:grpSpPr>
        <p:sp>
          <p:nvSpPr>
            <p:cNvPr id="289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9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895" name="Rectangle 115"/>
          <p:cNvGrpSpPr/>
          <p:nvPr/>
        </p:nvGrpSpPr>
        <p:grpSpPr>
          <a:xfrm>
            <a:off x="12287631" y="-2"/>
            <a:ext cx="710311" cy="979706"/>
            <a:chOff x="0" y="0"/>
            <a:chExt cx="710309" cy="979705"/>
          </a:xfrm>
        </p:grpSpPr>
        <p:sp>
          <p:nvSpPr>
            <p:cNvPr id="289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9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898" name="Rectangle 118"/>
          <p:cNvGrpSpPr/>
          <p:nvPr/>
        </p:nvGrpSpPr>
        <p:grpSpPr>
          <a:xfrm>
            <a:off x="12997439" y="5715013"/>
            <a:ext cx="710311" cy="1142996"/>
            <a:chOff x="0" y="0"/>
            <a:chExt cx="710309" cy="1142994"/>
          </a:xfrm>
        </p:grpSpPr>
        <p:sp>
          <p:nvSpPr>
            <p:cNvPr id="289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89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901" name="Rectangle 119"/>
          <p:cNvGrpSpPr/>
          <p:nvPr/>
        </p:nvGrpSpPr>
        <p:grpSpPr>
          <a:xfrm>
            <a:off x="12997439" y="4572032"/>
            <a:ext cx="710311" cy="1142996"/>
            <a:chOff x="0" y="0"/>
            <a:chExt cx="710309" cy="1142994"/>
          </a:xfrm>
        </p:grpSpPr>
        <p:sp>
          <p:nvSpPr>
            <p:cNvPr id="289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0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904" name="Rectangle 120"/>
          <p:cNvGrpSpPr/>
          <p:nvPr/>
        </p:nvGrpSpPr>
        <p:grpSpPr>
          <a:xfrm>
            <a:off x="12997439" y="3428998"/>
            <a:ext cx="710311" cy="1142996"/>
            <a:chOff x="0" y="0"/>
            <a:chExt cx="710309" cy="1142994"/>
          </a:xfrm>
        </p:grpSpPr>
        <p:sp>
          <p:nvSpPr>
            <p:cNvPr id="290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0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907" name="Rectangle 121"/>
          <p:cNvGrpSpPr/>
          <p:nvPr/>
        </p:nvGrpSpPr>
        <p:grpSpPr>
          <a:xfrm>
            <a:off x="12997439" y="2286017"/>
            <a:ext cx="710311" cy="1142996"/>
            <a:chOff x="0" y="0"/>
            <a:chExt cx="710309" cy="1142994"/>
          </a:xfrm>
        </p:grpSpPr>
        <p:sp>
          <p:nvSpPr>
            <p:cNvPr id="290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0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910" name="Rectangle 122"/>
          <p:cNvGrpSpPr/>
          <p:nvPr/>
        </p:nvGrpSpPr>
        <p:grpSpPr>
          <a:xfrm>
            <a:off x="12997439" y="1142977"/>
            <a:ext cx="710311" cy="1142997"/>
            <a:chOff x="0" y="-1"/>
            <a:chExt cx="710309" cy="1142995"/>
          </a:xfrm>
        </p:grpSpPr>
        <p:sp>
          <p:nvSpPr>
            <p:cNvPr id="290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0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913" name="Rectangle 123"/>
          <p:cNvGrpSpPr/>
          <p:nvPr/>
        </p:nvGrpSpPr>
        <p:grpSpPr>
          <a:xfrm>
            <a:off x="13706754" y="-2365"/>
            <a:ext cx="710311" cy="1142995"/>
            <a:chOff x="0" y="0"/>
            <a:chExt cx="710309" cy="1142994"/>
          </a:xfrm>
        </p:grpSpPr>
        <p:sp>
          <p:nvSpPr>
            <p:cNvPr id="291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1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916" name="Rectangle 126"/>
          <p:cNvGrpSpPr/>
          <p:nvPr/>
        </p:nvGrpSpPr>
        <p:grpSpPr>
          <a:xfrm>
            <a:off x="13706756" y="5715013"/>
            <a:ext cx="710311" cy="1142996"/>
            <a:chOff x="0" y="0"/>
            <a:chExt cx="710309" cy="1142994"/>
          </a:xfrm>
        </p:grpSpPr>
        <p:sp>
          <p:nvSpPr>
            <p:cNvPr id="291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1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919" name="Rectangle 127"/>
          <p:cNvGrpSpPr/>
          <p:nvPr/>
        </p:nvGrpSpPr>
        <p:grpSpPr>
          <a:xfrm>
            <a:off x="13706754" y="4572032"/>
            <a:ext cx="710311" cy="1142996"/>
            <a:chOff x="0" y="0"/>
            <a:chExt cx="710309" cy="1142994"/>
          </a:xfrm>
        </p:grpSpPr>
        <p:sp>
          <p:nvSpPr>
            <p:cNvPr id="291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1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922" name="Rectangle 128"/>
          <p:cNvGrpSpPr/>
          <p:nvPr/>
        </p:nvGrpSpPr>
        <p:grpSpPr>
          <a:xfrm>
            <a:off x="12996453" y="-1157"/>
            <a:ext cx="710311" cy="1142995"/>
            <a:chOff x="0" y="0"/>
            <a:chExt cx="710309" cy="1142994"/>
          </a:xfrm>
        </p:grpSpPr>
        <p:sp>
          <p:nvSpPr>
            <p:cNvPr id="292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2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925" name="Rectangle 129"/>
          <p:cNvGrpSpPr/>
          <p:nvPr/>
        </p:nvGrpSpPr>
        <p:grpSpPr>
          <a:xfrm>
            <a:off x="13706754" y="2286017"/>
            <a:ext cx="710311" cy="1142996"/>
            <a:chOff x="0" y="0"/>
            <a:chExt cx="710309" cy="1142994"/>
          </a:xfrm>
        </p:grpSpPr>
        <p:sp>
          <p:nvSpPr>
            <p:cNvPr id="292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2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2928" name="Rectangle 130"/>
          <p:cNvGrpSpPr/>
          <p:nvPr/>
        </p:nvGrpSpPr>
        <p:grpSpPr>
          <a:xfrm>
            <a:off x="13706756" y="1142977"/>
            <a:ext cx="710311" cy="1142997"/>
            <a:chOff x="0" y="-1"/>
            <a:chExt cx="710309" cy="1142995"/>
          </a:xfrm>
        </p:grpSpPr>
        <p:sp>
          <p:nvSpPr>
            <p:cNvPr id="292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2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2931" name="Rectangle 131"/>
          <p:cNvGrpSpPr/>
          <p:nvPr/>
        </p:nvGrpSpPr>
        <p:grpSpPr>
          <a:xfrm>
            <a:off x="13706754" y="3427836"/>
            <a:ext cx="710311" cy="1142996"/>
            <a:chOff x="0" y="0"/>
            <a:chExt cx="710309" cy="1142994"/>
          </a:xfrm>
        </p:grpSpPr>
        <p:sp>
          <p:nvSpPr>
            <p:cNvPr id="292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3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2932" name="Body Level One…"/>
          <p:cNvSpPr txBox="1"/>
          <p:nvPr>
            <p:ph type="body" sz="quarter" idx="1" hasCustomPrompt="1"/>
          </p:nvPr>
        </p:nvSpPr>
        <p:spPr>
          <a:xfrm>
            <a:off x="795225" y="4560334"/>
            <a:ext cx="5089551" cy="1287629"/>
          </a:xfrm>
          <a:prstGeom prst="rect">
            <a:avLst/>
          </a:prstGeom>
        </p:spPr>
        <p:txBody>
          <a:bodyPr lIns="45718" tIns="45718" rIns="45718" bIns="45718"/>
          <a:lstStyle>
            <a:lvl1pPr algn="ctr">
              <a:defRPr sz="1700">
                <a:solidFill>
                  <a:srgbClr val="B0BAC2"/>
                </a:solidFill>
                <a:latin typeface="+mj-lt"/>
                <a:ea typeface="+mj-ea"/>
                <a:cs typeface="+mj-cs"/>
                <a:sym typeface="Mona Sans"/>
              </a:defRPr>
            </a:lvl1pPr>
            <a:lvl2pPr algn="ctr">
              <a:defRPr sz="1700">
                <a:solidFill>
                  <a:srgbClr val="B0BAC2"/>
                </a:solidFill>
                <a:latin typeface="+mj-lt"/>
                <a:ea typeface="+mj-ea"/>
                <a:cs typeface="+mj-cs"/>
                <a:sym typeface="Mona Sans"/>
              </a:defRPr>
            </a:lvl2pPr>
            <a:lvl3pPr algn="ctr">
              <a:defRPr sz="1700">
                <a:solidFill>
                  <a:srgbClr val="B0BAC2"/>
                </a:solidFill>
                <a:latin typeface="+mj-lt"/>
                <a:ea typeface="+mj-ea"/>
                <a:cs typeface="+mj-cs"/>
                <a:sym typeface="Mona Sans"/>
              </a:defRPr>
            </a:lvl3pPr>
            <a:lvl4pPr algn="ctr">
              <a:defRPr sz="1700">
                <a:solidFill>
                  <a:srgbClr val="B0BAC2"/>
                </a:solidFill>
                <a:latin typeface="+mj-lt"/>
                <a:ea typeface="+mj-ea"/>
                <a:cs typeface="+mj-cs"/>
                <a:sym typeface="Mona Sans"/>
              </a:defRPr>
            </a:lvl4pPr>
            <a:lvl5pPr algn="ctr">
              <a:defRPr sz="1700">
                <a:solidFill>
                  <a:srgbClr val="B0BAC2"/>
                </a:solidFill>
                <a:latin typeface="+mj-lt"/>
                <a:ea typeface="+mj-ea"/>
                <a:cs typeface="+mj-cs"/>
                <a:sym typeface="Mona Sans"/>
              </a:defRPr>
            </a:lvl5pPr>
          </a:lstStyle>
          <a:p>
            <a:pPr/>
            <a:r>
              <a:t>And/or statement here</a:t>
            </a:r>
          </a:p>
          <a:p>
            <a:pPr lvl="1"/>
            <a:r>
              <a:t/>
            </a:r>
          </a:p>
          <a:p>
            <a:pPr lvl="2"/>
            <a:r>
              <a:t/>
            </a:r>
          </a:p>
          <a:p>
            <a:pPr lvl="3"/>
            <a:r>
              <a:t/>
            </a:r>
          </a:p>
          <a:p>
            <a:pPr lvl="4"/>
            <a:r>
              <a:t/>
            </a:r>
          </a:p>
        </p:txBody>
      </p:sp>
      <p:sp>
        <p:nvSpPr>
          <p:cNvPr id="2933" name="Text Placeholder 23"/>
          <p:cNvSpPr/>
          <p:nvPr>
            <p:ph type="body" sz="quarter" idx="21" hasCustomPrompt="1"/>
          </p:nvPr>
        </p:nvSpPr>
        <p:spPr>
          <a:xfrm>
            <a:off x="6301966" y="4560334"/>
            <a:ext cx="5089549" cy="1287626"/>
          </a:xfrm>
          <a:prstGeom prst="rect">
            <a:avLst/>
          </a:prstGeom>
        </p:spPr>
        <p:txBody>
          <a:bodyPr lIns="45718" tIns="45718" rIns="45718" bIns="45718"/>
          <a:lstStyle>
            <a:lvl1pPr algn="ctr">
              <a:defRPr sz="1700">
                <a:solidFill>
                  <a:srgbClr val="B0BAC2"/>
                </a:solidFill>
                <a:latin typeface="+mj-lt"/>
                <a:ea typeface="+mj-ea"/>
                <a:cs typeface="+mj-cs"/>
                <a:sym typeface="Mona Sans"/>
              </a:defRPr>
            </a:lvl1pPr>
          </a:lstStyle>
          <a:p>
            <a:pPr/>
            <a:r>
              <a:t>And/or statement here</a:t>
            </a:r>
          </a:p>
        </p:txBody>
      </p:sp>
      <p:sp>
        <p:nvSpPr>
          <p:cNvPr id="2934" name="Text Placeholder 23"/>
          <p:cNvSpPr/>
          <p:nvPr>
            <p:ph type="body" sz="quarter" idx="22" hasCustomPrompt="1"/>
          </p:nvPr>
        </p:nvSpPr>
        <p:spPr>
          <a:xfrm>
            <a:off x="795223" y="1114425"/>
            <a:ext cx="5089552" cy="1287625"/>
          </a:xfrm>
          <a:prstGeom prst="rect">
            <a:avLst/>
          </a:prstGeom>
        </p:spPr>
        <p:txBody>
          <a:bodyPr lIns="45718" tIns="45718" rIns="45718" bIns="45718" anchor="b"/>
          <a:lstStyle>
            <a:lvl1pPr algn="ctr">
              <a:defRPr sz="1700">
                <a:solidFill>
                  <a:srgbClr val="B0BAC2"/>
                </a:solidFill>
                <a:latin typeface="+mj-lt"/>
                <a:ea typeface="+mj-ea"/>
                <a:cs typeface="+mj-cs"/>
                <a:sym typeface="Mona Sans"/>
              </a:defRPr>
            </a:lvl1pPr>
          </a:lstStyle>
          <a:p>
            <a:pPr/>
            <a:r>
              <a:t>Statement here</a:t>
            </a:r>
          </a:p>
        </p:txBody>
      </p:sp>
      <p:sp>
        <p:nvSpPr>
          <p:cNvPr id="2935" name="Text Placeholder 23"/>
          <p:cNvSpPr/>
          <p:nvPr>
            <p:ph type="body" sz="quarter" idx="23" hasCustomPrompt="1"/>
          </p:nvPr>
        </p:nvSpPr>
        <p:spPr>
          <a:xfrm>
            <a:off x="6301966" y="1114425"/>
            <a:ext cx="5089549" cy="1287625"/>
          </a:xfrm>
          <a:prstGeom prst="rect">
            <a:avLst/>
          </a:prstGeom>
        </p:spPr>
        <p:txBody>
          <a:bodyPr lIns="45718" tIns="45718" rIns="45718" bIns="45718" anchor="b"/>
          <a:lstStyle>
            <a:lvl1pPr algn="ctr">
              <a:defRPr sz="1700">
                <a:solidFill>
                  <a:srgbClr val="B0BAC2"/>
                </a:solidFill>
                <a:latin typeface="+mj-lt"/>
                <a:ea typeface="+mj-ea"/>
                <a:cs typeface="+mj-cs"/>
                <a:sym typeface="Mona Sans"/>
              </a:defRPr>
            </a:lvl1pPr>
          </a:lstStyle>
          <a:p>
            <a:pPr/>
            <a:r>
              <a:t>Statement here</a:t>
            </a:r>
          </a:p>
        </p:txBody>
      </p:sp>
      <p:sp>
        <p:nvSpPr>
          <p:cNvPr id="2936" name="Text Placeholder 7"/>
          <p:cNvSpPr/>
          <p:nvPr>
            <p:ph type="body" sz="quarter" idx="24" hasCustomPrompt="1"/>
          </p:nvPr>
        </p:nvSpPr>
        <p:spPr>
          <a:xfrm>
            <a:off x="795225" y="2396043"/>
            <a:ext cx="5089551" cy="2108314"/>
          </a:xfrm>
          <a:prstGeom prst="rect">
            <a:avLst/>
          </a:prstGeom>
        </p:spPr>
        <p:txBody>
          <a:bodyPr anchor="ctr"/>
          <a:lstStyle>
            <a:lvl1pPr algn="ctr">
              <a:defRPr sz="12000"/>
            </a:lvl1pPr>
          </a:lstStyle>
          <a:p>
            <a:pPr/>
            <a:r>
              <a:t>XXM</a:t>
            </a:r>
          </a:p>
        </p:txBody>
      </p:sp>
      <p:sp>
        <p:nvSpPr>
          <p:cNvPr id="2937" name="Text Placeholder 7"/>
          <p:cNvSpPr/>
          <p:nvPr>
            <p:ph type="body" sz="quarter" idx="25" hasCustomPrompt="1"/>
          </p:nvPr>
        </p:nvSpPr>
        <p:spPr>
          <a:xfrm>
            <a:off x="6301966" y="2396043"/>
            <a:ext cx="5089548" cy="2108314"/>
          </a:xfrm>
          <a:prstGeom prst="rect">
            <a:avLst/>
          </a:prstGeom>
        </p:spPr>
        <p:txBody>
          <a:bodyPr anchor="ctr"/>
          <a:lstStyle>
            <a:lvl1pPr algn="ctr">
              <a:defRPr sz="12000"/>
            </a:lvl1pPr>
          </a:lstStyle>
          <a:p>
            <a:pPr/>
            <a:r>
              <a:t>XXM</a:t>
            </a:r>
          </a:p>
        </p:txBody>
      </p:sp>
      <p:sp>
        <p:nvSpPr>
          <p:cNvPr id="2938" name="Rectangle 4"/>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2939" name="Rectangle 7"/>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2940" name="Text Placeholder 13"/>
          <p:cNvSpPr/>
          <p:nvPr>
            <p:ph type="body" sz="quarter" idx="26"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29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hree large numbers">
    <p:spTree>
      <p:nvGrpSpPr>
        <p:cNvPr id="1" name=""/>
        <p:cNvGrpSpPr/>
        <p:nvPr/>
      </p:nvGrpSpPr>
      <p:grpSpPr>
        <a:xfrm>
          <a:off x="0" y="0"/>
          <a:ext cx="0" cy="0"/>
          <a:chOff x="0" y="0"/>
          <a:chExt cx="0" cy="0"/>
        </a:xfrm>
      </p:grpSpPr>
      <p:grpSp>
        <p:nvGrpSpPr>
          <p:cNvPr id="2950" name="Rectangle 109"/>
          <p:cNvGrpSpPr/>
          <p:nvPr/>
        </p:nvGrpSpPr>
        <p:grpSpPr>
          <a:xfrm>
            <a:off x="12287632" y="5878297"/>
            <a:ext cx="710311" cy="979707"/>
            <a:chOff x="0" y="0"/>
            <a:chExt cx="710309" cy="979705"/>
          </a:xfrm>
        </p:grpSpPr>
        <p:sp>
          <p:nvSpPr>
            <p:cNvPr id="2948"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4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2953" name="Rectangle 110"/>
          <p:cNvGrpSpPr/>
          <p:nvPr/>
        </p:nvGrpSpPr>
        <p:grpSpPr>
          <a:xfrm>
            <a:off x="12287631" y="4898603"/>
            <a:ext cx="710311" cy="979709"/>
            <a:chOff x="0" y="-1"/>
            <a:chExt cx="710309" cy="979708"/>
          </a:xfrm>
        </p:grpSpPr>
        <p:sp>
          <p:nvSpPr>
            <p:cNvPr id="2951"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52"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2956" name="Rectangle 111"/>
          <p:cNvGrpSpPr/>
          <p:nvPr/>
        </p:nvGrpSpPr>
        <p:grpSpPr>
          <a:xfrm>
            <a:off x="12287632" y="3918862"/>
            <a:ext cx="710311" cy="979706"/>
            <a:chOff x="0" y="0"/>
            <a:chExt cx="710309" cy="979705"/>
          </a:xfrm>
        </p:grpSpPr>
        <p:sp>
          <p:nvSpPr>
            <p:cNvPr id="2954"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5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2959" name="Rectangle 112"/>
          <p:cNvGrpSpPr/>
          <p:nvPr/>
        </p:nvGrpSpPr>
        <p:grpSpPr>
          <a:xfrm>
            <a:off x="12287631" y="2939171"/>
            <a:ext cx="710311" cy="979707"/>
            <a:chOff x="0" y="0"/>
            <a:chExt cx="710309" cy="979705"/>
          </a:xfrm>
        </p:grpSpPr>
        <p:sp>
          <p:nvSpPr>
            <p:cNvPr id="2957"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5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2962" name="Rectangle 113"/>
          <p:cNvGrpSpPr/>
          <p:nvPr/>
        </p:nvGrpSpPr>
        <p:grpSpPr>
          <a:xfrm>
            <a:off x="12287632" y="1959431"/>
            <a:ext cx="710311" cy="979707"/>
            <a:chOff x="0" y="0"/>
            <a:chExt cx="710309" cy="979705"/>
          </a:xfrm>
        </p:grpSpPr>
        <p:sp>
          <p:nvSpPr>
            <p:cNvPr id="2960"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6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2965" name="Rectangle 114"/>
          <p:cNvGrpSpPr/>
          <p:nvPr/>
        </p:nvGrpSpPr>
        <p:grpSpPr>
          <a:xfrm>
            <a:off x="12287631" y="979736"/>
            <a:ext cx="710311" cy="979707"/>
            <a:chOff x="0" y="0"/>
            <a:chExt cx="710309" cy="979705"/>
          </a:xfrm>
        </p:grpSpPr>
        <p:sp>
          <p:nvSpPr>
            <p:cNvPr id="2963"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64"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968" name="Rectangle 115"/>
          <p:cNvGrpSpPr/>
          <p:nvPr/>
        </p:nvGrpSpPr>
        <p:grpSpPr>
          <a:xfrm>
            <a:off x="12287631" y="-2"/>
            <a:ext cx="710311" cy="979706"/>
            <a:chOff x="0" y="0"/>
            <a:chExt cx="710309" cy="979705"/>
          </a:xfrm>
        </p:grpSpPr>
        <p:sp>
          <p:nvSpPr>
            <p:cNvPr id="2966"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6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971" name="Rectangle 118"/>
          <p:cNvGrpSpPr/>
          <p:nvPr/>
        </p:nvGrpSpPr>
        <p:grpSpPr>
          <a:xfrm>
            <a:off x="12997439" y="5715013"/>
            <a:ext cx="710311" cy="1142996"/>
            <a:chOff x="0" y="0"/>
            <a:chExt cx="710309" cy="1142994"/>
          </a:xfrm>
        </p:grpSpPr>
        <p:sp>
          <p:nvSpPr>
            <p:cNvPr id="2969"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974" name="Rectangle 119"/>
          <p:cNvGrpSpPr/>
          <p:nvPr/>
        </p:nvGrpSpPr>
        <p:grpSpPr>
          <a:xfrm>
            <a:off x="12997439" y="4572032"/>
            <a:ext cx="710311" cy="1142996"/>
            <a:chOff x="0" y="0"/>
            <a:chExt cx="710309" cy="1142994"/>
          </a:xfrm>
        </p:grpSpPr>
        <p:sp>
          <p:nvSpPr>
            <p:cNvPr id="2972"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7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2977" name="Rectangle 120"/>
          <p:cNvGrpSpPr/>
          <p:nvPr/>
        </p:nvGrpSpPr>
        <p:grpSpPr>
          <a:xfrm>
            <a:off x="12997439" y="3428998"/>
            <a:ext cx="710311" cy="1142996"/>
            <a:chOff x="0" y="0"/>
            <a:chExt cx="710309" cy="1142994"/>
          </a:xfrm>
        </p:grpSpPr>
        <p:sp>
          <p:nvSpPr>
            <p:cNvPr id="2975"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7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2980" name="Rectangle 121"/>
          <p:cNvGrpSpPr/>
          <p:nvPr/>
        </p:nvGrpSpPr>
        <p:grpSpPr>
          <a:xfrm>
            <a:off x="12997439" y="2286017"/>
            <a:ext cx="710311" cy="1142996"/>
            <a:chOff x="0" y="0"/>
            <a:chExt cx="710309" cy="1142994"/>
          </a:xfrm>
        </p:grpSpPr>
        <p:sp>
          <p:nvSpPr>
            <p:cNvPr id="2978"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2983" name="Rectangle 122"/>
          <p:cNvGrpSpPr/>
          <p:nvPr/>
        </p:nvGrpSpPr>
        <p:grpSpPr>
          <a:xfrm>
            <a:off x="12997439" y="1142977"/>
            <a:ext cx="710311" cy="1142997"/>
            <a:chOff x="0" y="-1"/>
            <a:chExt cx="710309" cy="1142995"/>
          </a:xfrm>
        </p:grpSpPr>
        <p:sp>
          <p:nvSpPr>
            <p:cNvPr id="2981"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8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2986" name="Rectangle 123"/>
          <p:cNvGrpSpPr/>
          <p:nvPr/>
        </p:nvGrpSpPr>
        <p:grpSpPr>
          <a:xfrm>
            <a:off x="13706754" y="-2365"/>
            <a:ext cx="710311" cy="1142995"/>
            <a:chOff x="0" y="0"/>
            <a:chExt cx="710309" cy="1142994"/>
          </a:xfrm>
        </p:grpSpPr>
        <p:sp>
          <p:nvSpPr>
            <p:cNvPr id="2984"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8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2989" name="Rectangle 126"/>
          <p:cNvGrpSpPr/>
          <p:nvPr/>
        </p:nvGrpSpPr>
        <p:grpSpPr>
          <a:xfrm>
            <a:off x="13706756" y="5715013"/>
            <a:ext cx="710311" cy="1142996"/>
            <a:chOff x="0" y="0"/>
            <a:chExt cx="710309" cy="1142994"/>
          </a:xfrm>
        </p:grpSpPr>
        <p:sp>
          <p:nvSpPr>
            <p:cNvPr id="2987"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8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2992" name="Rectangle 127"/>
          <p:cNvGrpSpPr/>
          <p:nvPr/>
        </p:nvGrpSpPr>
        <p:grpSpPr>
          <a:xfrm>
            <a:off x="13706754" y="4572032"/>
            <a:ext cx="710311" cy="1142996"/>
            <a:chOff x="0" y="0"/>
            <a:chExt cx="710309" cy="1142994"/>
          </a:xfrm>
        </p:grpSpPr>
        <p:sp>
          <p:nvSpPr>
            <p:cNvPr id="2990"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9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2995" name="Rectangle 128"/>
          <p:cNvGrpSpPr/>
          <p:nvPr/>
        </p:nvGrpSpPr>
        <p:grpSpPr>
          <a:xfrm>
            <a:off x="12996453" y="-1157"/>
            <a:ext cx="710311" cy="1142995"/>
            <a:chOff x="0" y="0"/>
            <a:chExt cx="710309" cy="1142994"/>
          </a:xfrm>
        </p:grpSpPr>
        <p:sp>
          <p:nvSpPr>
            <p:cNvPr id="2993"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9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2998" name="Rectangle 129"/>
          <p:cNvGrpSpPr/>
          <p:nvPr/>
        </p:nvGrpSpPr>
        <p:grpSpPr>
          <a:xfrm>
            <a:off x="13706754" y="2286017"/>
            <a:ext cx="710311" cy="1142996"/>
            <a:chOff x="0" y="0"/>
            <a:chExt cx="710309" cy="1142994"/>
          </a:xfrm>
        </p:grpSpPr>
        <p:sp>
          <p:nvSpPr>
            <p:cNvPr id="2996"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99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001" name="Rectangle 130"/>
          <p:cNvGrpSpPr/>
          <p:nvPr/>
        </p:nvGrpSpPr>
        <p:grpSpPr>
          <a:xfrm>
            <a:off x="13706756" y="1142977"/>
            <a:ext cx="710311" cy="1142997"/>
            <a:chOff x="0" y="-1"/>
            <a:chExt cx="710309" cy="1142995"/>
          </a:xfrm>
        </p:grpSpPr>
        <p:sp>
          <p:nvSpPr>
            <p:cNvPr id="2999"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0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004" name="Rectangle 131"/>
          <p:cNvGrpSpPr/>
          <p:nvPr/>
        </p:nvGrpSpPr>
        <p:grpSpPr>
          <a:xfrm>
            <a:off x="13706754" y="3427836"/>
            <a:ext cx="710311" cy="1142996"/>
            <a:chOff x="0" y="0"/>
            <a:chExt cx="710309" cy="1142994"/>
          </a:xfrm>
        </p:grpSpPr>
        <p:sp>
          <p:nvSpPr>
            <p:cNvPr id="3002"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0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3005" name="Body Level One…"/>
          <p:cNvSpPr txBox="1"/>
          <p:nvPr>
            <p:ph type="body" sz="quarter" idx="1" hasCustomPrompt="1"/>
          </p:nvPr>
        </p:nvSpPr>
        <p:spPr>
          <a:xfrm>
            <a:off x="407784" y="4099038"/>
            <a:ext cx="3522863" cy="588257"/>
          </a:xfrm>
          <a:prstGeom prst="rect">
            <a:avLst/>
          </a:prstGeom>
        </p:spPr>
        <p:txBody>
          <a:bodyPr lIns="45718" tIns="45718" rIns="45718" bIns="45718"/>
          <a:lstStyle>
            <a:lvl1pPr algn="ctr">
              <a:defRPr sz="1700">
                <a:solidFill>
                  <a:srgbClr val="B0BAC2"/>
                </a:solidFill>
                <a:latin typeface="+mj-lt"/>
                <a:ea typeface="+mj-ea"/>
                <a:cs typeface="+mj-cs"/>
                <a:sym typeface="Mona Sans"/>
              </a:defRPr>
            </a:lvl1pPr>
            <a:lvl2pPr algn="ctr">
              <a:defRPr sz="1700">
                <a:solidFill>
                  <a:srgbClr val="B0BAC2"/>
                </a:solidFill>
                <a:latin typeface="+mj-lt"/>
                <a:ea typeface="+mj-ea"/>
                <a:cs typeface="+mj-cs"/>
                <a:sym typeface="Mona Sans"/>
              </a:defRPr>
            </a:lvl2pPr>
            <a:lvl3pPr algn="ctr">
              <a:defRPr sz="1700">
                <a:solidFill>
                  <a:srgbClr val="B0BAC2"/>
                </a:solidFill>
                <a:latin typeface="+mj-lt"/>
                <a:ea typeface="+mj-ea"/>
                <a:cs typeface="+mj-cs"/>
                <a:sym typeface="Mona Sans"/>
              </a:defRPr>
            </a:lvl3pPr>
            <a:lvl4pPr algn="ctr">
              <a:defRPr sz="1700">
                <a:solidFill>
                  <a:srgbClr val="B0BAC2"/>
                </a:solidFill>
                <a:latin typeface="+mj-lt"/>
                <a:ea typeface="+mj-ea"/>
                <a:cs typeface="+mj-cs"/>
                <a:sym typeface="Mona Sans"/>
              </a:defRPr>
            </a:lvl4pPr>
            <a:lvl5pPr algn="ctr">
              <a:defRPr sz="1700">
                <a:solidFill>
                  <a:srgbClr val="B0BAC2"/>
                </a:solidFill>
                <a:latin typeface="+mj-lt"/>
                <a:ea typeface="+mj-ea"/>
                <a:cs typeface="+mj-cs"/>
                <a:sym typeface="Mona Sans"/>
              </a:defRPr>
            </a:lvl5pPr>
          </a:lstStyle>
          <a:p>
            <a:pPr/>
            <a:r>
              <a:t>And/or statement here</a:t>
            </a:r>
          </a:p>
          <a:p>
            <a:pPr lvl="1"/>
            <a:r>
              <a:t/>
            </a:r>
          </a:p>
          <a:p>
            <a:pPr lvl="2"/>
            <a:r>
              <a:t/>
            </a:r>
          </a:p>
          <a:p>
            <a:pPr lvl="3"/>
            <a:r>
              <a:t/>
            </a:r>
          </a:p>
          <a:p>
            <a:pPr lvl="4"/>
            <a:r>
              <a:t/>
            </a:r>
          </a:p>
        </p:txBody>
      </p:sp>
      <p:sp>
        <p:nvSpPr>
          <p:cNvPr id="3006" name="Text Placeholder 23"/>
          <p:cNvSpPr/>
          <p:nvPr>
            <p:ph type="body" sz="quarter" idx="21" hasCustomPrompt="1"/>
          </p:nvPr>
        </p:nvSpPr>
        <p:spPr>
          <a:xfrm>
            <a:off x="4331165" y="4099038"/>
            <a:ext cx="3530130" cy="588257"/>
          </a:xfrm>
          <a:prstGeom prst="rect">
            <a:avLst/>
          </a:prstGeom>
        </p:spPr>
        <p:txBody>
          <a:bodyPr lIns="45718" tIns="45718" rIns="45718" bIns="45718"/>
          <a:lstStyle>
            <a:lvl1pPr algn="ctr">
              <a:defRPr sz="1700">
                <a:solidFill>
                  <a:srgbClr val="B0BAC2"/>
                </a:solidFill>
                <a:latin typeface="+mj-lt"/>
                <a:ea typeface="+mj-ea"/>
                <a:cs typeface="+mj-cs"/>
                <a:sym typeface="Mona Sans"/>
              </a:defRPr>
            </a:lvl1pPr>
          </a:lstStyle>
          <a:p>
            <a:pPr/>
            <a:r>
              <a:t>And/or statement here</a:t>
            </a:r>
          </a:p>
        </p:txBody>
      </p:sp>
      <p:sp>
        <p:nvSpPr>
          <p:cNvPr id="3007" name="Text Placeholder 23"/>
          <p:cNvSpPr/>
          <p:nvPr>
            <p:ph type="body" sz="quarter" idx="22" hasCustomPrompt="1"/>
          </p:nvPr>
        </p:nvSpPr>
        <p:spPr>
          <a:xfrm>
            <a:off x="8265445" y="4099038"/>
            <a:ext cx="3521996" cy="588257"/>
          </a:xfrm>
          <a:prstGeom prst="rect">
            <a:avLst/>
          </a:prstGeom>
        </p:spPr>
        <p:txBody>
          <a:bodyPr lIns="45718" tIns="45718" rIns="45718" bIns="45718"/>
          <a:lstStyle>
            <a:lvl1pPr algn="ctr">
              <a:defRPr sz="1700">
                <a:solidFill>
                  <a:srgbClr val="B0BAC2"/>
                </a:solidFill>
                <a:latin typeface="+mj-lt"/>
                <a:ea typeface="+mj-ea"/>
                <a:cs typeface="+mj-cs"/>
                <a:sym typeface="Mona Sans"/>
              </a:defRPr>
            </a:lvl1pPr>
          </a:lstStyle>
          <a:p>
            <a:pPr/>
            <a:r>
              <a:t>And/or statement here</a:t>
            </a:r>
          </a:p>
        </p:txBody>
      </p:sp>
      <p:sp>
        <p:nvSpPr>
          <p:cNvPr id="3008" name="Text Placeholder 23"/>
          <p:cNvSpPr/>
          <p:nvPr>
            <p:ph type="body" sz="quarter" idx="23" hasCustomPrompt="1"/>
          </p:nvPr>
        </p:nvSpPr>
        <p:spPr>
          <a:xfrm>
            <a:off x="402335" y="2023285"/>
            <a:ext cx="3522861" cy="588257"/>
          </a:xfrm>
          <a:prstGeom prst="rect">
            <a:avLst/>
          </a:prstGeom>
        </p:spPr>
        <p:txBody>
          <a:bodyPr lIns="45718" tIns="45718" rIns="45718" bIns="45718" anchor="b"/>
          <a:lstStyle>
            <a:lvl1pPr algn="ctr">
              <a:defRPr sz="1700">
                <a:solidFill>
                  <a:srgbClr val="B0BAC2"/>
                </a:solidFill>
                <a:latin typeface="+mj-lt"/>
                <a:ea typeface="+mj-ea"/>
                <a:cs typeface="+mj-cs"/>
                <a:sym typeface="Mona Sans"/>
              </a:defRPr>
            </a:lvl1pPr>
          </a:lstStyle>
          <a:p>
            <a:pPr/>
            <a:r>
              <a:t>Statement here</a:t>
            </a:r>
          </a:p>
        </p:txBody>
      </p:sp>
      <p:sp>
        <p:nvSpPr>
          <p:cNvPr id="3009" name="Text Placeholder 23"/>
          <p:cNvSpPr/>
          <p:nvPr>
            <p:ph type="body" sz="quarter" idx="24" hasCustomPrompt="1"/>
          </p:nvPr>
        </p:nvSpPr>
        <p:spPr>
          <a:xfrm>
            <a:off x="4325713" y="2023285"/>
            <a:ext cx="3530130" cy="588257"/>
          </a:xfrm>
          <a:prstGeom prst="rect">
            <a:avLst/>
          </a:prstGeom>
        </p:spPr>
        <p:txBody>
          <a:bodyPr lIns="45718" tIns="45718" rIns="45718" bIns="45718" anchor="b"/>
          <a:lstStyle>
            <a:lvl1pPr algn="ctr">
              <a:defRPr sz="1700">
                <a:solidFill>
                  <a:srgbClr val="B0BAC2"/>
                </a:solidFill>
                <a:latin typeface="+mj-lt"/>
                <a:ea typeface="+mj-ea"/>
                <a:cs typeface="+mj-cs"/>
                <a:sym typeface="Mona Sans"/>
              </a:defRPr>
            </a:lvl1pPr>
          </a:lstStyle>
          <a:p>
            <a:pPr/>
            <a:r>
              <a:t>Statement here</a:t>
            </a:r>
          </a:p>
        </p:txBody>
      </p:sp>
      <p:sp>
        <p:nvSpPr>
          <p:cNvPr id="3010" name="Text Placeholder 23"/>
          <p:cNvSpPr/>
          <p:nvPr>
            <p:ph type="body" sz="quarter" idx="25" hasCustomPrompt="1"/>
          </p:nvPr>
        </p:nvSpPr>
        <p:spPr>
          <a:xfrm>
            <a:off x="8259994" y="2023285"/>
            <a:ext cx="3521998" cy="588257"/>
          </a:xfrm>
          <a:prstGeom prst="rect">
            <a:avLst/>
          </a:prstGeom>
        </p:spPr>
        <p:txBody>
          <a:bodyPr lIns="45718" tIns="45718" rIns="45718" bIns="45718" anchor="b"/>
          <a:lstStyle>
            <a:lvl1pPr algn="ctr">
              <a:defRPr sz="1700">
                <a:solidFill>
                  <a:srgbClr val="B0BAC2"/>
                </a:solidFill>
                <a:latin typeface="+mj-lt"/>
                <a:ea typeface="+mj-ea"/>
                <a:cs typeface="+mj-cs"/>
                <a:sym typeface="Mona Sans"/>
              </a:defRPr>
            </a:lvl1pPr>
          </a:lstStyle>
          <a:p>
            <a:pPr/>
            <a:r>
              <a:t>Statement here</a:t>
            </a:r>
          </a:p>
        </p:txBody>
      </p:sp>
      <p:sp>
        <p:nvSpPr>
          <p:cNvPr id="3011" name="Text Placeholder 7"/>
          <p:cNvSpPr/>
          <p:nvPr>
            <p:ph type="body" sz="quarter" idx="26" hasCustomPrompt="1"/>
          </p:nvPr>
        </p:nvSpPr>
        <p:spPr>
          <a:xfrm>
            <a:off x="401384" y="2611539"/>
            <a:ext cx="3527445" cy="1457177"/>
          </a:xfrm>
          <a:prstGeom prst="rect">
            <a:avLst/>
          </a:prstGeom>
        </p:spPr>
        <p:txBody>
          <a:bodyPr anchor="ctr"/>
          <a:lstStyle>
            <a:lvl1pPr algn="ctr">
              <a:defRPr sz="8000"/>
            </a:lvl1pPr>
          </a:lstStyle>
          <a:p>
            <a:pPr/>
            <a:r>
              <a:t>XXM</a:t>
            </a:r>
          </a:p>
        </p:txBody>
      </p:sp>
      <p:sp>
        <p:nvSpPr>
          <p:cNvPr id="3012" name="Text Placeholder 7"/>
          <p:cNvSpPr/>
          <p:nvPr>
            <p:ph type="body" sz="quarter" idx="27" hasCustomPrompt="1"/>
          </p:nvPr>
        </p:nvSpPr>
        <p:spPr>
          <a:xfrm>
            <a:off x="4334114" y="2611539"/>
            <a:ext cx="3527448" cy="1457177"/>
          </a:xfrm>
          <a:prstGeom prst="rect">
            <a:avLst/>
          </a:prstGeom>
        </p:spPr>
        <p:txBody>
          <a:bodyPr anchor="ctr"/>
          <a:lstStyle>
            <a:lvl1pPr algn="ctr">
              <a:defRPr sz="8000"/>
            </a:lvl1pPr>
          </a:lstStyle>
          <a:p>
            <a:pPr/>
            <a:r>
              <a:t>XXM</a:t>
            </a:r>
          </a:p>
        </p:txBody>
      </p:sp>
      <p:sp>
        <p:nvSpPr>
          <p:cNvPr id="3013" name="Text Placeholder 7"/>
          <p:cNvSpPr/>
          <p:nvPr>
            <p:ph type="body" sz="quarter" idx="28" hasCustomPrompt="1"/>
          </p:nvPr>
        </p:nvSpPr>
        <p:spPr>
          <a:xfrm>
            <a:off x="8266844" y="2611539"/>
            <a:ext cx="3527448" cy="1457177"/>
          </a:xfrm>
          <a:prstGeom prst="rect">
            <a:avLst/>
          </a:prstGeom>
        </p:spPr>
        <p:txBody>
          <a:bodyPr anchor="ctr"/>
          <a:lstStyle>
            <a:lvl1pPr algn="ctr">
              <a:defRPr sz="8000"/>
            </a:lvl1pPr>
          </a:lstStyle>
          <a:p>
            <a:pPr/>
            <a:r>
              <a:t>XXM</a:t>
            </a:r>
          </a:p>
        </p:txBody>
      </p:sp>
      <p:sp>
        <p:nvSpPr>
          <p:cNvPr id="3014" name="Rectangle 1"/>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3015" name="Rectangle 8"/>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3016" name="Text Placeholder 13"/>
          <p:cNvSpPr/>
          <p:nvPr>
            <p:ph type="body" sz="quarter" idx="29" hasCustomPrompt="1"/>
          </p:nvPr>
        </p:nvSpPr>
        <p:spPr>
          <a:xfrm>
            <a:off x="419591" y="6595277"/>
            <a:ext cx="10901459" cy="123115"/>
          </a:xfrm>
          <a:prstGeom prst="rect">
            <a:avLst/>
          </a:prstGeom>
        </p:spPr>
        <p:txBody>
          <a:bodyPr anchor="ctr"/>
          <a:lstStyle>
            <a:lvl1pPr algn="r">
              <a:defRPr cap="all" sz="800">
                <a:solidFill>
                  <a:srgbClr val="B0BAC2"/>
                </a:solidFill>
                <a:latin typeface="Mona Sans Mono"/>
                <a:ea typeface="Mona Sans Mono"/>
                <a:cs typeface="Mona Sans Mono"/>
                <a:sym typeface="Mona Sans Mono"/>
              </a:defRPr>
            </a:lvl1pPr>
          </a:lstStyle>
          <a:p>
            <a:pPr/>
            <a:r>
              <a:t>OPTIONAL</a:t>
            </a:r>
          </a:p>
        </p:txBody>
      </p:sp>
      <p:sp>
        <p:nvSpPr>
          <p:cNvPr id="30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 Browser Screenshot ">
    <p:bg>
      <p:bgPr>
        <a:solidFill>
          <a:srgbClr val="000000"/>
        </a:solidFill>
      </p:bgPr>
    </p:bg>
    <p:spTree>
      <p:nvGrpSpPr>
        <p:cNvPr id="1" name=""/>
        <p:cNvGrpSpPr/>
        <p:nvPr/>
      </p:nvGrpSpPr>
      <p:grpSpPr>
        <a:xfrm>
          <a:off x="0" y="0"/>
          <a:ext cx="0" cy="0"/>
          <a:chOff x="0" y="0"/>
          <a:chExt cx="0" cy="0"/>
        </a:xfrm>
      </p:grpSpPr>
      <p:grpSp>
        <p:nvGrpSpPr>
          <p:cNvPr id="3026" name="Rectangle 109"/>
          <p:cNvGrpSpPr/>
          <p:nvPr/>
        </p:nvGrpSpPr>
        <p:grpSpPr>
          <a:xfrm>
            <a:off x="12287632" y="5878297"/>
            <a:ext cx="710311" cy="979707"/>
            <a:chOff x="0" y="0"/>
            <a:chExt cx="710309" cy="979705"/>
          </a:xfrm>
        </p:grpSpPr>
        <p:sp>
          <p:nvSpPr>
            <p:cNvPr id="302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2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029" name="Rectangle 110"/>
          <p:cNvGrpSpPr/>
          <p:nvPr/>
        </p:nvGrpSpPr>
        <p:grpSpPr>
          <a:xfrm>
            <a:off x="12287631" y="4898603"/>
            <a:ext cx="710311" cy="979709"/>
            <a:chOff x="0" y="-1"/>
            <a:chExt cx="710309" cy="979708"/>
          </a:xfrm>
        </p:grpSpPr>
        <p:sp>
          <p:nvSpPr>
            <p:cNvPr id="302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2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032" name="Rectangle 111"/>
          <p:cNvGrpSpPr/>
          <p:nvPr/>
        </p:nvGrpSpPr>
        <p:grpSpPr>
          <a:xfrm>
            <a:off x="12287632" y="3918862"/>
            <a:ext cx="710311" cy="979706"/>
            <a:chOff x="0" y="0"/>
            <a:chExt cx="710309" cy="979705"/>
          </a:xfrm>
        </p:grpSpPr>
        <p:sp>
          <p:nvSpPr>
            <p:cNvPr id="303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3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035" name="Rectangle 112"/>
          <p:cNvGrpSpPr/>
          <p:nvPr/>
        </p:nvGrpSpPr>
        <p:grpSpPr>
          <a:xfrm>
            <a:off x="12287631" y="2939171"/>
            <a:ext cx="710311" cy="979707"/>
            <a:chOff x="0" y="0"/>
            <a:chExt cx="710309" cy="979705"/>
          </a:xfrm>
        </p:grpSpPr>
        <p:sp>
          <p:nvSpPr>
            <p:cNvPr id="303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3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038" name="Rectangle 113"/>
          <p:cNvGrpSpPr/>
          <p:nvPr/>
        </p:nvGrpSpPr>
        <p:grpSpPr>
          <a:xfrm>
            <a:off x="12287632" y="1959431"/>
            <a:ext cx="710311" cy="979707"/>
            <a:chOff x="0" y="0"/>
            <a:chExt cx="710309" cy="979705"/>
          </a:xfrm>
        </p:grpSpPr>
        <p:sp>
          <p:nvSpPr>
            <p:cNvPr id="303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3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041" name="Rectangle 114"/>
          <p:cNvGrpSpPr/>
          <p:nvPr/>
        </p:nvGrpSpPr>
        <p:grpSpPr>
          <a:xfrm>
            <a:off x="12287631" y="979736"/>
            <a:ext cx="710311" cy="979707"/>
            <a:chOff x="0" y="0"/>
            <a:chExt cx="710309" cy="979705"/>
          </a:xfrm>
        </p:grpSpPr>
        <p:sp>
          <p:nvSpPr>
            <p:cNvPr id="303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4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044" name="Rectangle 115"/>
          <p:cNvGrpSpPr/>
          <p:nvPr/>
        </p:nvGrpSpPr>
        <p:grpSpPr>
          <a:xfrm>
            <a:off x="12287631" y="-2"/>
            <a:ext cx="710311" cy="979706"/>
            <a:chOff x="0" y="0"/>
            <a:chExt cx="710309" cy="979705"/>
          </a:xfrm>
        </p:grpSpPr>
        <p:sp>
          <p:nvSpPr>
            <p:cNvPr id="304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4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047" name="Rectangle 118"/>
          <p:cNvGrpSpPr/>
          <p:nvPr/>
        </p:nvGrpSpPr>
        <p:grpSpPr>
          <a:xfrm>
            <a:off x="12997439" y="5715013"/>
            <a:ext cx="710311" cy="1142996"/>
            <a:chOff x="0" y="0"/>
            <a:chExt cx="710309" cy="1142994"/>
          </a:xfrm>
        </p:grpSpPr>
        <p:sp>
          <p:nvSpPr>
            <p:cNvPr id="304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050" name="Rectangle 119"/>
          <p:cNvGrpSpPr/>
          <p:nvPr/>
        </p:nvGrpSpPr>
        <p:grpSpPr>
          <a:xfrm>
            <a:off x="12997439" y="4572032"/>
            <a:ext cx="710311" cy="1142996"/>
            <a:chOff x="0" y="0"/>
            <a:chExt cx="710309" cy="1142994"/>
          </a:xfrm>
        </p:grpSpPr>
        <p:sp>
          <p:nvSpPr>
            <p:cNvPr id="304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4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053" name="Rectangle 120"/>
          <p:cNvGrpSpPr/>
          <p:nvPr/>
        </p:nvGrpSpPr>
        <p:grpSpPr>
          <a:xfrm>
            <a:off x="12997439" y="3428998"/>
            <a:ext cx="710311" cy="1142996"/>
            <a:chOff x="0" y="0"/>
            <a:chExt cx="710309" cy="1142994"/>
          </a:xfrm>
        </p:grpSpPr>
        <p:sp>
          <p:nvSpPr>
            <p:cNvPr id="305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5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056" name="Rectangle 121"/>
          <p:cNvGrpSpPr/>
          <p:nvPr/>
        </p:nvGrpSpPr>
        <p:grpSpPr>
          <a:xfrm>
            <a:off x="12997439" y="2286017"/>
            <a:ext cx="710311" cy="1142996"/>
            <a:chOff x="0" y="0"/>
            <a:chExt cx="710309" cy="1142994"/>
          </a:xfrm>
        </p:grpSpPr>
        <p:sp>
          <p:nvSpPr>
            <p:cNvPr id="305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5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059" name="Rectangle 122"/>
          <p:cNvGrpSpPr/>
          <p:nvPr/>
        </p:nvGrpSpPr>
        <p:grpSpPr>
          <a:xfrm>
            <a:off x="12997439" y="1142977"/>
            <a:ext cx="710311" cy="1142997"/>
            <a:chOff x="0" y="-1"/>
            <a:chExt cx="710309" cy="1142995"/>
          </a:xfrm>
        </p:grpSpPr>
        <p:sp>
          <p:nvSpPr>
            <p:cNvPr id="305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5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062" name="Rectangle 123"/>
          <p:cNvGrpSpPr/>
          <p:nvPr/>
        </p:nvGrpSpPr>
        <p:grpSpPr>
          <a:xfrm>
            <a:off x="13706754" y="-2365"/>
            <a:ext cx="710311" cy="1142995"/>
            <a:chOff x="0" y="0"/>
            <a:chExt cx="710309" cy="1142994"/>
          </a:xfrm>
        </p:grpSpPr>
        <p:sp>
          <p:nvSpPr>
            <p:cNvPr id="306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065" name="Rectangle 126"/>
          <p:cNvGrpSpPr/>
          <p:nvPr/>
        </p:nvGrpSpPr>
        <p:grpSpPr>
          <a:xfrm>
            <a:off x="13706756" y="5715013"/>
            <a:ext cx="710311" cy="1142996"/>
            <a:chOff x="0" y="0"/>
            <a:chExt cx="710309" cy="1142994"/>
          </a:xfrm>
        </p:grpSpPr>
        <p:sp>
          <p:nvSpPr>
            <p:cNvPr id="306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6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068" name="Rectangle 127"/>
          <p:cNvGrpSpPr/>
          <p:nvPr/>
        </p:nvGrpSpPr>
        <p:grpSpPr>
          <a:xfrm>
            <a:off x="13706754" y="4572032"/>
            <a:ext cx="710311" cy="1142996"/>
            <a:chOff x="0" y="0"/>
            <a:chExt cx="710309" cy="1142994"/>
          </a:xfrm>
        </p:grpSpPr>
        <p:sp>
          <p:nvSpPr>
            <p:cNvPr id="306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6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071" name="Rectangle 128"/>
          <p:cNvGrpSpPr/>
          <p:nvPr/>
        </p:nvGrpSpPr>
        <p:grpSpPr>
          <a:xfrm>
            <a:off x="12996453" y="-1157"/>
            <a:ext cx="710311" cy="1142995"/>
            <a:chOff x="0" y="0"/>
            <a:chExt cx="710309" cy="1142994"/>
          </a:xfrm>
        </p:grpSpPr>
        <p:sp>
          <p:nvSpPr>
            <p:cNvPr id="306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074" name="Rectangle 129"/>
          <p:cNvGrpSpPr/>
          <p:nvPr/>
        </p:nvGrpSpPr>
        <p:grpSpPr>
          <a:xfrm>
            <a:off x="13706754" y="2286017"/>
            <a:ext cx="710311" cy="1142996"/>
            <a:chOff x="0" y="0"/>
            <a:chExt cx="710309" cy="1142994"/>
          </a:xfrm>
        </p:grpSpPr>
        <p:sp>
          <p:nvSpPr>
            <p:cNvPr id="307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7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077" name="Rectangle 130"/>
          <p:cNvGrpSpPr/>
          <p:nvPr/>
        </p:nvGrpSpPr>
        <p:grpSpPr>
          <a:xfrm>
            <a:off x="13706756" y="1142977"/>
            <a:ext cx="710311" cy="1142997"/>
            <a:chOff x="0" y="-1"/>
            <a:chExt cx="710309" cy="1142995"/>
          </a:xfrm>
        </p:grpSpPr>
        <p:sp>
          <p:nvSpPr>
            <p:cNvPr id="307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7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080" name="Rectangle 131"/>
          <p:cNvGrpSpPr/>
          <p:nvPr/>
        </p:nvGrpSpPr>
        <p:grpSpPr>
          <a:xfrm>
            <a:off x="13706754" y="3427836"/>
            <a:ext cx="710311" cy="1142996"/>
            <a:chOff x="0" y="0"/>
            <a:chExt cx="710309" cy="1142994"/>
          </a:xfrm>
        </p:grpSpPr>
        <p:sp>
          <p:nvSpPr>
            <p:cNvPr id="307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3081" name="Picture 15" descr="Picture 15"/>
          <p:cNvPicPr>
            <a:picLocks noChangeAspect="1"/>
          </p:cNvPicPr>
          <p:nvPr/>
        </p:nvPicPr>
        <p:blipFill>
          <a:blip r:embed="rId2">
            <a:extLst/>
          </a:blip>
          <a:stretch>
            <a:fillRect/>
          </a:stretch>
        </p:blipFill>
        <p:spPr>
          <a:xfrm>
            <a:off x="7327" y="5009"/>
            <a:ext cx="12174172" cy="6847977"/>
          </a:xfrm>
          <a:prstGeom prst="rect">
            <a:avLst/>
          </a:prstGeom>
          <a:ln w="12700">
            <a:miter lim="400000"/>
          </a:ln>
        </p:spPr>
      </p:pic>
      <p:sp>
        <p:nvSpPr>
          <p:cNvPr id="3082" name="Picture Placeholder 17"/>
          <p:cNvSpPr/>
          <p:nvPr>
            <p:ph type="pic" idx="21"/>
          </p:nvPr>
        </p:nvSpPr>
        <p:spPr>
          <a:xfrm>
            <a:off x="1752142" y="1932314"/>
            <a:ext cx="8684539" cy="4925686"/>
          </a:xfrm>
          <a:prstGeom prst="rect">
            <a:avLst/>
          </a:prstGeom>
        </p:spPr>
        <p:txBody>
          <a:bodyPr lIns="91439" tIns="45719" rIns="91439" bIns="45719">
            <a:noAutofit/>
          </a:bodyPr>
          <a:lstStyle/>
          <a:p>
            <a:pPr/>
          </a:p>
        </p:txBody>
      </p:sp>
      <p:sp>
        <p:nvSpPr>
          <p:cNvPr id="3083" name="Body Level One…"/>
          <p:cNvSpPr txBox="1"/>
          <p:nvPr>
            <p:ph type="body" sz="quarter" idx="1" hasCustomPrompt="1"/>
          </p:nvPr>
        </p:nvSpPr>
        <p:spPr>
          <a:xfrm>
            <a:off x="1752138" y="359015"/>
            <a:ext cx="8684539" cy="960120"/>
          </a:xfrm>
          <a:prstGeom prst="rect">
            <a:avLst/>
          </a:prstGeom>
        </p:spPr>
        <p:txBody>
          <a:bodyPr anchor="ctr"/>
          <a:lstStyle>
            <a:lvl1pPr algn="ctr">
              <a:defRPr sz="3600"/>
            </a:lvl1pPr>
            <a:lvl2pPr algn="ctr">
              <a:defRPr sz="3600"/>
            </a:lvl2pPr>
            <a:lvl3pPr algn="ctr">
              <a:defRPr sz="3600"/>
            </a:lvl3pPr>
            <a:lvl4pPr algn="ctr">
              <a:defRPr sz="3600"/>
            </a:lvl4pPr>
            <a:lvl5pPr algn="ctr">
              <a:defRPr sz="3600"/>
            </a:lvl5pPr>
          </a:lstStyle>
          <a:p>
            <a:pPr/>
            <a:r>
              <a:t>Title</a:t>
            </a:r>
          </a:p>
          <a:p>
            <a:pPr lvl="1"/>
            <a:r>
              <a:t/>
            </a:r>
          </a:p>
          <a:p>
            <a:pPr lvl="2"/>
            <a:r>
              <a:t/>
            </a:r>
          </a:p>
          <a:p>
            <a:pPr lvl="3"/>
            <a:r>
              <a:t/>
            </a:r>
          </a:p>
          <a:p>
            <a:pPr lvl="4"/>
            <a:r>
              <a:t/>
            </a:r>
          </a:p>
        </p:txBody>
      </p:sp>
      <p:sp>
        <p:nvSpPr>
          <p:cNvPr id="30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rowser Screenshot ">
    <p:bg>
      <p:bgPr>
        <a:solidFill>
          <a:srgbClr val="000000"/>
        </a:solidFill>
      </p:bgPr>
    </p:bg>
    <p:spTree>
      <p:nvGrpSpPr>
        <p:cNvPr id="1" name=""/>
        <p:cNvGrpSpPr/>
        <p:nvPr/>
      </p:nvGrpSpPr>
      <p:grpSpPr>
        <a:xfrm>
          <a:off x="0" y="0"/>
          <a:ext cx="0" cy="0"/>
          <a:chOff x="0" y="0"/>
          <a:chExt cx="0" cy="0"/>
        </a:xfrm>
      </p:grpSpPr>
      <p:grpSp>
        <p:nvGrpSpPr>
          <p:cNvPr id="3093" name="Rectangle 109"/>
          <p:cNvGrpSpPr/>
          <p:nvPr/>
        </p:nvGrpSpPr>
        <p:grpSpPr>
          <a:xfrm>
            <a:off x="12287632" y="5878297"/>
            <a:ext cx="710311" cy="979707"/>
            <a:chOff x="0" y="0"/>
            <a:chExt cx="710309" cy="979705"/>
          </a:xfrm>
        </p:grpSpPr>
        <p:sp>
          <p:nvSpPr>
            <p:cNvPr id="309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9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096" name="Rectangle 110"/>
          <p:cNvGrpSpPr/>
          <p:nvPr/>
        </p:nvGrpSpPr>
        <p:grpSpPr>
          <a:xfrm>
            <a:off x="12287631" y="4898603"/>
            <a:ext cx="710311" cy="979709"/>
            <a:chOff x="0" y="-1"/>
            <a:chExt cx="710309" cy="979708"/>
          </a:xfrm>
        </p:grpSpPr>
        <p:sp>
          <p:nvSpPr>
            <p:cNvPr id="309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9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099" name="Rectangle 111"/>
          <p:cNvGrpSpPr/>
          <p:nvPr/>
        </p:nvGrpSpPr>
        <p:grpSpPr>
          <a:xfrm>
            <a:off x="12287632" y="3918862"/>
            <a:ext cx="710311" cy="979706"/>
            <a:chOff x="0" y="0"/>
            <a:chExt cx="710309" cy="979705"/>
          </a:xfrm>
        </p:grpSpPr>
        <p:sp>
          <p:nvSpPr>
            <p:cNvPr id="309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9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102" name="Rectangle 112"/>
          <p:cNvGrpSpPr/>
          <p:nvPr/>
        </p:nvGrpSpPr>
        <p:grpSpPr>
          <a:xfrm>
            <a:off x="12287631" y="2939171"/>
            <a:ext cx="710311" cy="979707"/>
            <a:chOff x="0" y="0"/>
            <a:chExt cx="710309" cy="979705"/>
          </a:xfrm>
        </p:grpSpPr>
        <p:sp>
          <p:nvSpPr>
            <p:cNvPr id="310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0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105" name="Rectangle 113"/>
          <p:cNvGrpSpPr/>
          <p:nvPr/>
        </p:nvGrpSpPr>
        <p:grpSpPr>
          <a:xfrm>
            <a:off x="12287632" y="1959431"/>
            <a:ext cx="710311" cy="979707"/>
            <a:chOff x="0" y="0"/>
            <a:chExt cx="710309" cy="979705"/>
          </a:xfrm>
        </p:grpSpPr>
        <p:sp>
          <p:nvSpPr>
            <p:cNvPr id="310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0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108" name="Rectangle 114"/>
          <p:cNvGrpSpPr/>
          <p:nvPr/>
        </p:nvGrpSpPr>
        <p:grpSpPr>
          <a:xfrm>
            <a:off x="12287631" y="979736"/>
            <a:ext cx="710311" cy="979707"/>
            <a:chOff x="0" y="0"/>
            <a:chExt cx="710309" cy="979705"/>
          </a:xfrm>
        </p:grpSpPr>
        <p:sp>
          <p:nvSpPr>
            <p:cNvPr id="310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0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111" name="Rectangle 115"/>
          <p:cNvGrpSpPr/>
          <p:nvPr/>
        </p:nvGrpSpPr>
        <p:grpSpPr>
          <a:xfrm>
            <a:off x="12287631" y="-2"/>
            <a:ext cx="710311" cy="979706"/>
            <a:chOff x="0" y="0"/>
            <a:chExt cx="710309" cy="979705"/>
          </a:xfrm>
        </p:grpSpPr>
        <p:sp>
          <p:nvSpPr>
            <p:cNvPr id="310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1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114" name="Rectangle 118"/>
          <p:cNvGrpSpPr/>
          <p:nvPr/>
        </p:nvGrpSpPr>
        <p:grpSpPr>
          <a:xfrm>
            <a:off x="12997439" y="5715013"/>
            <a:ext cx="710311" cy="1142996"/>
            <a:chOff x="0" y="0"/>
            <a:chExt cx="710309" cy="1142994"/>
          </a:xfrm>
        </p:grpSpPr>
        <p:sp>
          <p:nvSpPr>
            <p:cNvPr id="311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1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117" name="Rectangle 119"/>
          <p:cNvGrpSpPr/>
          <p:nvPr/>
        </p:nvGrpSpPr>
        <p:grpSpPr>
          <a:xfrm>
            <a:off x="12997439" y="4572032"/>
            <a:ext cx="710311" cy="1142996"/>
            <a:chOff x="0" y="0"/>
            <a:chExt cx="710309" cy="1142994"/>
          </a:xfrm>
        </p:grpSpPr>
        <p:sp>
          <p:nvSpPr>
            <p:cNvPr id="311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120" name="Rectangle 120"/>
          <p:cNvGrpSpPr/>
          <p:nvPr/>
        </p:nvGrpSpPr>
        <p:grpSpPr>
          <a:xfrm>
            <a:off x="12997439" y="3428998"/>
            <a:ext cx="710311" cy="1142996"/>
            <a:chOff x="0" y="0"/>
            <a:chExt cx="710309" cy="1142994"/>
          </a:xfrm>
        </p:grpSpPr>
        <p:sp>
          <p:nvSpPr>
            <p:cNvPr id="311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123" name="Rectangle 121"/>
          <p:cNvGrpSpPr/>
          <p:nvPr/>
        </p:nvGrpSpPr>
        <p:grpSpPr>
          <a:xfrm>
            <a:off x="12997439" y="2286017"/>
            <a:ext cx="710311" cy="1142996"/>
            <a:chOff x="0" y="0"/>
            <a:chExt cx="710309" cy="1142994"/>
          </a:xfrm>
        </p:grpSpPr>
        <p:sp>
          <p:nvSpPr>
            <p:cNvPr id="312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126" name="Rectangle 122"/>
          <p:cNvGrpSpPr/>
          <p:nvPr/>
        </p:nvGrpSpPr>
        <p:grpSpPr>
          <a:xfrm>
            <a:off x="12997439" y="1142977"/>
            <a:ext cx="710311" cy="1142997"/>
            <a:chOff x="0" y="-1"/>
            <a:chExt cx="710309" cy="1142995"/>
          </a:xfrm>
        </p:grpSpPr>
        <p:sp>
          <p:nvSpPr>
            <p:cNvPr id="312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2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129" name="Rectangle 123"/>
          <p:cNvGrpSpPr/>
          <p:nvPr/>
        </p:nvGrpSpPr>
        <p:grpSpPr>
          <a:xfrm>
            <a:off x="13706754" y="-2365"/>
            <a:ext cx="710311" cy="1142995"/>
            <a:chOff x="0" y="0"/>
            <a:chExt cx="710309" cy="1142994"/>
          </a:xfrm>
        </p:grpSpPr>
        <p:sp>
          <p:nvSpPr>
            <p:cNvPr id="312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132" name="Rectangle 126"/>
          <p:cNvGrpSpPr/>
          <p:nvPr/>
        </p:nvGrpSpPr>
        <p:grpSpPr>
          <a:xfrm>
            <a:off x="13706756" y="5715013"/>
            <a:ext cx="710311" cy="1142996"/>
            <a:chOff x="0" y="0"/>
            <a:chExt cx="710309" cy="1142994"/>
          </a:xfrm>
        </p:grpSpPr>
        <p:sp>
          <p:nvSpPr>
            <p:cNvPr id="313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3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135" name="Rectangle 127"/>
          <p:cNvGrpSpPr/>
          <p:nvPr/>
        </p:nvGrpSpPr>
        <p:grpSpPr>
          <a:xfrm>
            <a:off x="13706754" y="4572032"/>
            <a:ext cx="710311" cy="1142996"/>
            <a:chOff x="0" y="0"/>
            <a:chExt cx="710309" cy="1142994"/>
          </a:xfrm>
        </p:grpSpPr>
        <p:sp>
          <p:nvSpPr>
            <p:cNvPr id="313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3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138" name="Rectangle 128"/>
          <p:cNvGrpSpPr/>
          <p:nvPr/>
        </p:nvGrpSpPr>
        <p:grpSpPr>
          <a:xfrm>
            <a:off x="12996453" y="-1157"/>
            <a:ext cx="710311" cy="1142995"/>
            <a:chOff x="0" y="0"/>
            <a:chExt cx="710309" cy="1142994"/>
          </a:xfrm>
        </p:grpSpPr>
        <p:sp>
          <p:nvSpPr>
            <p:cNvPr id="313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3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141" name="Rectangle 129"/>
          <p:cNvGrpSpPr/>
          <p:nvPr/>
        </p:nvGrpSpPr>
        <p:grpSpPr>
          <a:xfrm>
            <a:off x="13706754" y="2286017"/>
            <a:ext cx="710311" cy="1142996"/>
            <a:chOff x="0" y="0"/>
            <a:chExt cx="710309" cy="1142994"/>
          </a:xfrm>
        </p:grpSpPr>
        <p:sp>
          <p:nvSpPr>
            <p:cNvPr id="313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4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144" name="Rectangle 130"/>
          <p:cNvGrpSpPr/>
          <p:nvPr/>
        </p:nvGrpSpPr>
        <p:grpSpPr>
          <a:xfrm>
            <a:off x="13706756" y="1142977"/>
            <a:ext cx="710311" cy="1142997"/>
            <a:chOff x="0" y="-1"/>
            <a:chExt cx="710309" cy="1142995"/>
          </a:xfrm>
        </p:grpSpPr>
        <p:sp>
          <p:nvSpPr>
            <p:cNvPr id="314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4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147" name="Rectangle 131"/>
          <p:cNvGrpSpPr/>
          <p:nvPr/>
        </p:nvGrpSpPr>
        <p:grpSpPr>
          <a:xfrm>
            <a:off x="13706754" y="3427836"/>
            <a:ext cx="710311" cy="1142996"/>
            <a:chOff x="0" y="0"/>
            <a:chExt cx="710309" cy="1142994"/>
          </a:xfrm>
        </p:grpSpPr>
        <p:sp>
          <p:nvSpPr>
            <p:cNvPr id="314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3148" name="Picture 15" descr="Picture 15"/>
          <p:cNvPicPr>
            <a:picLocks noChangeAspect="1"/>
          </p:cNvPicPr>
          <p:nvPr/>
        </p:nvPicPr>
        <p:blipFill>
          <a:blip r:embed="rId2">
            <a:extLst/>
          </a:blip>
          <a:stretch>
            <a:fillRect/>
          </a:stretch>
        </p:blipFill>
        <p:spPr>
          <a:xfrm>
            <a:off x="4131" y="5009"/>
            <a:ext cx="12174172" cy="6847977"/>
          </a:xfrm>
          <a:prstGeom prst="rect">
            <a:avLst/>
          </a:prstGeom>
          <a:ln w="12700">
            <a:miter lim="400000"/>
          </a:ln>
        </p:spPr>
      </p:pic>
      <p:sp>
        <p:nvSpPr>
          <p:cNvPr id="3149" name="Picture Placeholder 17"/>
          <p:cNvSpPr/>
          <p:nvPr>
            <p:ph type="pic" idx="21"/>
          </p:nvPr>
        </p:nvSpPr>
        <p:spPr>
          <a:xfrm>
            <a:off x="1315834" y="1296232"/>
            <a:ext cx="9550766" cy="5561770"/>
          </a:xfrm>
          <a:prstGeom prst="rect">
            <a:avLst/>
          </a:prstGeom>
        </p:spPr>
        <p:txBody>
          <a:bodyPr lIns="91439" tIns="45719" rIns="91439" bIns="45719">
            <a:noAutofit/>
          </a:bodyPr>
          <a:lstStyle/>
          <a:p>
            <a:pPr/>
          </a:p>
        </p:txBody>
      </p:sp>
      <p:sp>
        <p:nvSpPr>
          <p:cNvPr id="31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Demo">
    <p:bg>
      <p:bgPr>
        <a:solidFill>
          <a:srgbClr val="000000"/>
        </a:solidFill>
      </p:bgPr>
    </p:bg>
    <p:spTree>
      <p:nvGrpSpPr>
        <p:cNvPr id="1" name=""/>
        <p:cNvGrpSpPr/>
        <p:nvPr/>
      </p:nvGrpSpPr>
      <p:grpSpPr>
        <a:xfrm>
          <a:off x="0" y="0"/>
          <a:ext cx="0" cy="0"/>
          <a:chOff x="0" y="0"/>
          <a:chExt cx="0" cy="0"/>
        </a:xfrm>
      </p:grpSpPr>
      <p:grpSp>
        <p:nvGrpSpPr>
          <p:cNvPr id="3159" name="Rectangle 109"/>
          <p:cNvGrpSpPr/>
          <p:nvPr/>
        </p:nvGrpSpPr>
        <p:grpSpPr>
          <a:xfrm>
            <a:off x="12287632" y="5878297"/>
            <a:ext cx="710311" cy="979707"/>
            <a:chOff x="0" y="0"/>
            <a:chExt cx="710309" cy="979705"/>
          </a:xfrm>
        </p:grpSpPr>
        <p:sp>
          <p:nvSpPr>
            <p:cNvPr id="3157"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5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162" name="Rectangle 110"/>
          <p:cNvGrpSpPr/>
          <p:nvPr/>
        </p:nvGrpSpPr>
        <p:grpSpPr>
          <a:xfrm>
            <a:off x="12287631" y="4898603"/>
            <a:ext cx="710311" cy="979709"/>
            <a:chOff x="0" y="-1"/>
            <a:chExt cx="710309" cy="979708"/>
          </a:xfrm>
        </p:grpSpPr>
        <p:sp>
          <p:nvSpPr>
            <p:cNvPr id="3160"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61"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165" name="Rectangle 111"/>
          <p:cNvGrpSpPr/>
          <p:nvPr/>
        </p:nvGrpSpPr>
        <p:grpSpPr>
          <a:xfrm>
            <a:off x="12287632" y="3918862"/>
            <a:ext cx="710311" cy="979706"/>
            <a:chOff x="0" y="0"/>
            <a:chExt cx="710309" cy="979705"/>
          </a:xfrm>
        </p:grpSpPr>
        <p:sp>
          <p:nvSpPr>
            <p:cNvPr id="3163"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6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168" name="Rectangle 112"/>
          <p:cNvGrpSpPr/>
          <p:nvPr/>
        </p:nvGrpSpPr>
        <p:grpSpPr>
          <a:xfrm>
            <a:off x="12287631" y="2939171"/>
            <a:ext cx="710311" cy="979707"/>
            <a:chOff x="0" y="0"/>
            <a:chExt cx="710309" cy="979705"/>
          </a:xfrm>
        </p:grpSpPr>
        <p:sp>
          <p:nvSpPr>
            <p:cNvPr id="3166"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6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171" name="Rectangle 113"/>
          <p:cNvGrpSpPr/>
          <p:nvPr/>
        </p:nvGrpSpPr>
        <p:grpSpPr>
          <a:xfrm>
            <a:off x="12287632" y="1959431"/>
            <a:ext cx="710311" cy="979707"/>
            <a:chOff x="0" y="0"/>
            <a:chExt cx="710309" cy="979705"/>
          </a:xfrm>
        </p:grpSpPr>
        <p:sp>
          <p:nvSpPr>
            <p:cNvPr id="3169"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7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174" name="Rectangle 114"/>
          <p:cNvGrpSpPr/>
          <p:nvPr/>
        </p:nvGrpSpPr>
        <p:grpSpPr>
          <a:xfrm>
            <a:off x="12287631" y="979736"/>
            <a:ext cx="710311" cy="979707"/>
            <a:chOff x="0" y="0"/>
            <a:chExt cx="710309" cy="979705"/>
          </a:xfrm>
        </p:grpSpPr>
        <p:sp>
          <p:nvSpPr>
            <p:cNvPr id="3172"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73"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177" name="Rectangle 115"/>
          <p:cNvGrpSpPr/>
          <p:nvPr/>
        </p:nvGrpSpPr>
        <p:grpSpPr>
          <a:xfrm>
            <a:off x="12287631" y="-2"/>
            <a:ext cx="710311" cy="979706"/>
            <a:chOff x="0" y="0"/>
            <a:chExt cx="710309" cy="979705"/>
          </a:xfrm>
        </p:grpSpPr>
        <p:sp>
          <p:nvSpPr>
            <p:cNvPr id="3175"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7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180" name="Rectangle 118"/>
          <p:cNvGrpSpPr/>
          <p:nvPr/>
        </p:nvGrpSpPr>
        <p:grpSpPr>
          <a:xfrm>
            <a:off x="12997439" y="5715013"/>
            <a:ext cx="710311" cy="1142996"/>
            <a:chOff x="0" y="0"/>
            <a:chExt cx="710309" cy="1142994"/>
          </a:xfrm>
        </p:grpSpPr>
        <p:sp>
          <p:nvSpPr>
            <p:cNvPr id="3178"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183" name="Rectangle 119"/>
          <p:cNvGrpSpPr/>
          <p:nvPr/>
        </p:nvGrpSpPr>
        <p:grpSpPr>
          <a:xfrm>
            <a:off x="12997439" y="4572032"/>
            <a:ext cx="710311" cy="1142996"/>
            <a:chOff x="0" y="0"/>
            <a:chExt cx="710309" cy="1142994"/>
          </a:xfrm>
        </p:grpSpPr>
        <p:sp>
          <p:nvSpPr>
            <p:cNvPr id="3181"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8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186" name="Rectangle 120"/>
          <p:cNvGrpSpPr/>
          <p:nvPr/>
        </p:nvGrpSpPr>
        <p:grpSpPr>
          <a:xfrm>
            <a:off x="12997439" y="3428998"/>
            <a:ext cx="710311" cy="1142996"/>
            <a:chOff x="0" y="0"/>
            <a:chExt cx="710309" cy="1142994"/>
          </a:xfrm>
        </p:grpSpPr>
        <p:sp>
          <p:nvSpPr>
            <p:cNvPr id="3184"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8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189" name="Rectangle 121"/>
          <p:cNvGrpSpPr/>
          <p:nvPr/>
        </p:nvGrpSpPr>
        <p:grpSpPr>
          <a:xfrm>
            <a:off x="12997439" y="2286017"/>
            <a:ext cx="710311" cy="1142996"/>
            <a:chOff x="0" y="0"/>
            <a:chExt cx="710309" cy="1142994"/>
          </a:xfrm>
        </p:grpSpPr>
        <p:sp>
          <p:nvSpPr>
            <p:cNvPr id="3187"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8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192" name="Rectangle 122"/>
          <p:cNvGrpSpPr/>
          <p:nvPr/>
        </p:nvGrpSpPr>
        <p:grpSpPr>
          <a:xfrm>
            <a:off x="12997439" y="1142977"/>
            <a:ext cx="710311" cy="1142997"/>
            <a:chOff x="0" y="-1"/>
            <a:chExt cx="710309" cy="1142995"/>
          </a:xfrm>
        </p:grpSpPr>
        <p:sp>
          <p:nvSpPr>
            <p:cNvPr id="3190"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9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195" name="Rectangle 123"/>
          <p:cNvGrpSpPr/>
          <p:nvPr/>
        </p:nvGrpSpPr>
        <p:grpSpPr>
          <a:xfrm>
            <a:off x="13706754" y="-2365"/>
            <a:ext cx="710311" cy="1142995"/>
            <a:chOff x="0" y="0"/>
            <a:chExt cx="710309" cy="1142994"/>
          </a:xfrm>
        </p:grpSpPr>
        <p:sp>
          <p:nvSpPr>
            <p:cNvPr id="3193"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9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198" name="Rectangle 126"/>
          <p:cNvGrpSpPr/>
          <p:nvPr/>
        </p:nvGrpSpPr>
        <p:grpSpPr>
          <a:xfrm>
            <a:off x="13706756" y="5715013"/>
            <a:ext cx="710311" cy="1142996"/>
            <a:chOff x="0" y="0"/>
            <a:chExt cx="710309" cy="1142994"/>
          </a:xfrm>
        </p:grpSpPr>
        <p:sp>
          <p:nvSpPr>
            <p:cNvPr id="3196"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19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201" name="Rectangle 127"/>
          <p:cNvGrpSpPr/>
          <p:nvPr/>
        </p:nvGrpSpPr>
        <p:grpSpPr>
          <a:xfrm>
            <a:off x="13706754" y="4572032"/>
            <a:ext cx="710311" cy="1142996"/>
            <a:chOff x="0" y="0"/>
            <a:chExt cx="710309" cy="1142994"/>
          </a:xfrm>
        </p:grpSpPr>
        <p:sp>
          <p:nvSpPr>
            <p:cNvPr id="3199"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0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204" name="Rectangle 128"/>
          <p:cNvGrpSpPr/>
          <p:nvPr/>
        </p:nvGrpSpPr>
        <p:grpSpPr>
          <a:xfrm>
            <a:off x="12996453" y="-1157"/>
            <a:ext cx="710311" cy="1142995"/>
            <a:chOff x="0" y="0"/>
            <a:chExt cx="710309" cy="1142994"/>
          </a:xfrm>
        </p:grpSpPr>
        <p:sp>
          <p:nvSpPr>
            <p:cNvPr id="3202"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0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207" name="Rectangle 129"/>
          <p:cNvGrpSpPr/>
          <p:nvPr/>
        </p:nvGrpSpPr>
        <p:grpSpPr>
          <a:xfrm>
            <a:off x="13706754" y="2286017"/>
            <a:ext cx="710311" cy="1142996"/>
            <a:chOff x="0" y="0"/>
            <a:chExt cx="710309" cy="1142994"/>
          </a:xfrm>
        </p:grpSpPr>
        <p:sp>
          <p:nvSpPr>
            <p:cNvPr id="3205"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0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210" name="Rectangle 130"/>
          <p:cNvGrpSpPr/>
          <p:nvPr/>
        </p:nvGrpSpPr>
        <p:grpSpPr>
          <a:xfrm>
            <a:off x="13706756" y="1142977"/>
            <a:ext cx="710311" cy="1142997"/>
            <a:chOff x="0" y="-1"/>
            <a:chExt cx="710309" cy="1142995"/>
          </a:xfrm>
        </p:grpSpPr>
        <p:sp>
          <p:nvSpPr>
            <p:cNvPr id="3208"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0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213" name="Rectangle 131"/>
          <p:cNvGrpSpPr/>
          <p:nvPr/>
        </p:nvGrpSpPr>
        <p:grpSpPr>
          <a:xfrm>
            <a:off x="13706754" y="3427836"/>
            <a:ext cx="710311" cy="1142996"/>
            <a:chOff x="0" y="0"/>
            <a:chExt cx="710309" cy="1142994"/>
          </a:xfrm>
        </p:grpSpPr>
        <p:sp>
          <p:nvSpPr>
            <p:cNvPr id="3211"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1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3214" name="Picture 5" descr="Picture 5"/>
          <p:cNvPicPr>
            <a:picLocks noChangeAspect="1"/>
          </p:cNvPicPr>
          <p:nvPr/>
        </p:nvPicPr>
        <p:blipFill>
          <a:blip r:embed="rId2">
            <a:extLst/>
          </a:blip>
          <a:stretch>
            <a:fillRect/>
          </a:stretch>
        </p:blipFill>
        <p:spPr>
          <a:xfrm>
            <a:off x="0" y="892"/>
            <a:ext cx="12188825" cy="6856216"/>
          </a:xfrm>
          <a:prstGeom prst="rect">
            <a:avLst/>
          </a:prstGeom>
          <a:ln w="12700">
            <a:miter lim="400000"/>
          </a:ln>
        </p:spPr>
      </p:pic>
      <p:sp>
        <p:nvSpPr>
          <p:cNvPr id="3215" name="Media Placeholder 3"/>
          <p:cNvSpPr/>
          <p:nvPr>
            <p:ph type="media" idx="21"/>
          </p:nvPr>
        </p:nvSpPr>
        <p:spPr>
          <a:xfrm>
            <a:off x="477857" y="475384"/>
            <a:ext cx="11233113" cy="5907233"/>
          </a:xfrm>
          <a:prstGeom prst="rect">
            <a:avLst/>
          </a:prstGeom>
          <a:ln w="9525">
            <a:solidFill>
              <a:srgbClr val="B0BAC2"/>
            </a:solidFill>
            <a:round/>
          </a:ln>
        </p:spPr>
        <p:txBody>
          <a:bodyPr lIns="91439" tIns="45719" rIns="91439" bIns="45719">
            <a:noAutofit/>
          </a:bodyPr>
          <a:lstStyle/>
          <a:p>
            <a:pPr/>
          </a:p>
        </p:txBody>
      </p:sp>
      <p:sp>
        <p:nvSpPr>
          <p:cNvPr id="321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hank you ">
    <p:bg>
      <p:bgPr>
        <a:solidFill>
          <a:srgbClr val="000000"/>
        </a:solidFill>
      </p:bgPr>
    </p:bg>
    <p:spTree>
      <p:nvGrpSpPr>
        <p:cNvPr id="1" name=""/>
        <p:cNvGrpSpPr/>
        <p:nvPr/>
      </p:nvGrpSpPr>
      <p:grpSpPr>
        <a:xfrm>
          <a:off x="0" y="0"/>
          <a:ext cx="0" cy="0"/>
          <a:chOff x="0" y="0"/>
          <a:chExt cx="0" cy="0"/>
        </a:xfrm>
      </p:grpSpPr>
      <p:grpSp>
        <p:nvGrpSpPr>
          <p:cNvPr id="3225" name="Rectangle 109"/>
          <p:cNvGrpSpPr/>
          <p:nvPr/>
        </p:nvGrpSpPr>
        <p:grpSpPr>
          <a:xfrm>
            <a:off x="12287632" y="5878297"/>
            <a:ext cx="710311" cy="979707"/>
            <a:chOff x="0" y="0"/>
            <a:chExt cx="710309" cy="979705"/>
          </a:xfrm>
        </p:grpSpPr>
        <p:sp>
          <p:nvSpPr>
            <p:cNvPr id="3223"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2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228" name="Rectangle 110"/>
          <p:cNvGrpSpPr/>
          <p:nvPr/>
        </p:nvGrpSpPr>
        <p:grpSpPr>
          <a:xfrm>
            <a:off x="12287631" y="4898603"/>
            <a:ext cx="710311" cy="979709"/>
            <a:chOff x="0" y="-1"/>
            <a:chExt cx="710309" cy="979708"/>
          </a:xfrm>
        </p:grpSpPr>
        <p:sp>
          <p:nvSpPr>
            <p:cNvPr id="3226"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27"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231" name="Rectangle 111"/>
          <p:cNvGrpSpPr/>
          <p:nvPr/>
        </p:nvGrpSpPr>
        <p:grpSpPr>
          <a:xfrm>
            <a:off x="12287632" y="3918862"/>
            <a:ext cx="710311" cy="979706"/>
            <a:chOff x="0" y="0"/>
            <a:chExt cx="710309" cy="979705"/>
          </a:xfrm>
        </p:grpSpPr>
        <p:sp>
          <p:nvSpPr>
            <p:cNvPr id="3229"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3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234" name="Rectangle 112"/>
          <p:cNvGrpSpPr/>
          <p:nvPr/>
        </p:nvGrpSpPr>
        <p:grpSpPr>
          <a:xfrm>
            <a:off x="12287631" y="2939171"/>
            <a:ext cx="710311" cy="979707"/>
            <a:chOff x="0" y="0"/>
            <a:chExt cx="710309" cy="979705"/>
          </a:xfrm>
        </p:grpSpPr>
        <p:sp>
          <p:nvSpPr>
            <p:cNvPr id="3232"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3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237" name="Rectangle 113"/>
          <p:cNvGrpSpPr/>
          <p:nvPr/>
        </p:nvGrpSpPr>
        <p:grpSpPr>
          <a:xfrm>
            <a:off x="12287632" y="1959431"/>
            <a:ext cx="710311" cy="979707"/>
            <a:chOff x="0" y="0"/>
            <a:chExt cx="710309" cy="979705"/>
          </a:xfrm>
        </p:grpSpPr>
        <p:sp>
          <p:nvSpPr>
            <p:cNvPr id="3235"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3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240" name="Rectangle 114"/>
          <p:cNvGrpSpPr/>
          <p:nvPr/>
        </p:nvGrpSpPr>
        <p:grpSpPr>
          <a:xfrm>
            <a:off x="12287631" y="979736"/>
            <a:ext cx="710311" cy="979707"/>
            <a:chOff x="0" y="0"/>
            <a:chExt cx="710309" cy="979705"/>
          </a:xfrm>
        </p:grpSpPr>
        <p:sp>
          <p:nvSpPr>
            <p:cNvPr id="3238"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39"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243" name="Rectangle 115"/>
          <p:cNvGrpSpPr/>
          <p:nvPr/>
        </p:nvGrpSpPr>
        <p:grpSpPr>
          <a:xfrm>
            <a:off x="12287631" y="-2"/>
            <a:ext cx="710311" cy="979706"/>
            <a:chOff x="0" y="0"/>
            <a:chExt cx="710309" cy="979705"/>
          </a:xfrm>
        </p:grpSpPr>
        <p:sp>
          <p:nvSpPr>
            <p:cNvPr id="3241"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4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246" name="Rectangle 118"/>
          <p:cNvGrpSpPr/>
          <p:nvPr/>
        </p:nvGrpSpPr>
        <p:grpSpPr>
          <a:xfrm>
            <a:off x="12997439" y="5715013"/>
            <a:ext cx="710311" cy="1142996"/>
            <a:chOff x="0" y="0"/>
            <a:chExt cx="710309" cy="1142994"/>
          </a:xfrm>
        </p:grpSpPr>
        <p:sp>
          <p:nvSpPr>
            <p:cNvPr id="3244"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4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249" name="Rectangle 119"/>
          <p:cNvGrpSpPr/>
          <p:nvPr/>
        </p:nvGrpSpPr>
        <p:grpSpPr>
          <a:xfrm>
            <a:off x="12997439" y="4572032"/>
            <a:ext cx="710311" cy="1142996"/>
            <a:chOff x="0" y="0"/>
            <a:chExt cx="710309" cy="1142994"/>
          </a:xfrm>
        </p:grpSpPr>
        <p:sp>
          <p:nvSpPr>
            <p:cNvPr id="3247"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4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252" name="Rectangle 120"/>
          <p:cNvGrpSpPr/>
          <p:nvPr/>
        </p:nvGrpSpPr>
        <p:grpSpPr>
          <a:xfrm>
            <a:off x="12997439" y="3428998"/>
            <a:ext cx="710311" cy="1142996"/>
            <a:chOff x="0" y="0"/>
            <a:chExt cx="710309" cy="1142994"/>
          </a:xfrm>
        </p:grpSpPr>
        <p:sp>
          <p:nvSpPr>
            <p:cNvPr id="3250"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255" name="Rectangle 121"/>
          <p:cNvGrpSpPr/>
          <p:nvPr/>
        </p:nvGrpSpPr>
        <p:grpSpPr>
          <a:xfrm>
            <a:off x="12997439" y="2286017"/>
            <a:ext cx="710311" cy="1142996"/>
            <a:chOff x="0" y="0"/>
            <a:chExt cx="710309" cy="1142994"/>
          </a:xfrm>
        </p:grpSpPr>
        <p:sp>
          <p:nvSpPr>
            <p:cNvPr id="3253"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258" name="Rectangle 122"/>
          <p:cNvGrpSpPr/>
          <p:nvPr/>
        </p:nvGrpSpPr>
        <p:grpSpPr>
          <a:xfrm>
            <a:off x="12997439" y="1142977"/>
            <a:ext cx="710311" cy="1142997"/>
            <a:chOff x="0" y="-1"/>
            <a:chExt cx="710309" cy="1142995"/>
          </a:xfrm>
        </p:grpSpPr>
        <p:sp>
          <p:nvSpPr>
            <p:cNvPr id="3256"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5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261" name="Rectangle 123"/>
          <p:cNvGrpSpPr/>
          <p:nvPr/>
        </p:nvGrpSpPr>
        <p:grpSpPr>
          <a:xfrm>
            <a:off x="13706754" y="-2365"/>
            <a:ext cx="710311" cy="1142995"/>
            <a:chOff x="0" y="0"/>
            <a:chExt cx="710309" cy="1142994"/>
          </a:xfrm>
        </p:grpSpPr>
        <p:sp>
          <p:nvSpPr>
            <p:cNvPr id="3259"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264" name="Rectangle 126"/>
          <p:cNvGrpSpPr/>
          <p:nvPr/>
        </p:nvGrpSpPr>
        <p:grpSpPr>
          <a:xfrm>
            <a:off x="13706756" y="5715013"/>
            <a:ext cx="710311" cy="1142996"/>
            <a:chOff x="0" y="0"/>
            <a:chExt cx="710309" cy="1142994"/>
          </a:xfrm>
        </p:grpSpPr>
        <p:sp>
          <p:nvSpPr>
            <p:cNvPr id="3262"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6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267" name="Rectangle 127"/>
          <p:cNvGrpSpPr/>
          <p:nvPr/>
        </p:nvGrpSpPr>
        <p:grpSpPr>
          <a:xfrm>
            <a:off x="13706754" y="4572032"/>
            <a:ext cx="710311" cy="1142996"/>
            <a:chOff x="0" y="0"/>
            <a:chExt cx="710309" cy="1142994"/>
          </a:xfrm>
        </p:grpSpPr>
        <p:sp>
          <p:nvSpPr>
            <p:cNvPr id="3265"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270" name="Rectangle 128"/>
          <p:cNvGrpSpPr/>
          <p:nvPr/>
        </p:nvGrpSpPr>
        <p:grpSpPr>
          <a:xfrm>
            <a:off x="12996453" y="-1157"/>
            <a:ext cx="710311" cy="1142995"/>
            <a:chOff x="0" y="0"/>
            <a:chExt cx="710309" cy="1142994"/>
          </a:xfrm>
        </p:grpSpPr>
        <p:sp>
          <p:nvSpPr>
            <p:cNvPr id="3268"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273" name="Rectangle 129"/>
          <p:cNvGrpSpPr/>
          <p:nvPr/>
        </p:nvGrpSpPr>
        <p:grpSpPr>
          <a:xfrm>
            <a:off x="13706754" y="2286017"/>
            <a:ext cx="710311" cy="1142996"/>
            <a:chOff x="0" y="0"/>
            <a:chExt cx="710309" cy="1142994"/>
          </a:xfrm>
        </p:grpSpPr>
        <p:sp>
          <p:nvSpPr>
            <p:cNvPr id="3271"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276" name="Rectangle 130"/>
          <p:cNvGrpSpPr/>
          <p:nvPr/>
        </p:nvGrpSpPr>
        <p:grpSpPr>
          <a:xfrm>
            <a:off x="13706756" y="1142977"/>
            <a:ext cx="710311" cy="1142997"/>
            <a:chOff x="0" y="-1"/>
            <a:chExt cx="710309" cy="1142995"/>
          </a:xfrm>
        </p:grpSpPr>
        <p:sp>
          <p:nvSpPr>
            <p:cNvPr id="3274"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7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279" name="Rectangle 131"/>
          <p:cNvGrpSpPr/>
          <p:nvPr/>
        </p:nvGrpSpPr>
        <p:grpSpPr>
          <a:xfrm>
            <a:off x="13706754" y="3427836"/>
            <a:ext cx="710311" cy="1142996"/>
            <a:chOff x="0" y="0"/>
            <a:chExt cx="710309" cy="1142994"/>
          </a:xfrm>
        </p:grpSpPr>
        <p:sp>
          <p:nvSpPr>
            <p:cNvPr id="3277"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3280" name="Picture 20" descr="Picture 20"/>
          <p:cNvPicPr>
            <a:picLocks noChangeAspect="1"/>
          </p:cNvPicPr>
          <p:nvPr/>
        </p:nvPicPr>
        <p:blipFill>
          <a:blip r:embed="rId2">
            <a:extLst/>
          </a:blip>
          <a:stretch>
            <a:fillRect/>
          </a:stretch>
        </p:blipFill>
        <p:spPr>
          <a:xfrm>
            <a:off x="10492" y="6797"/>
            <a:ext cx="12175161" cy="6848531"/>
          </a:xfrm>
          <a:prstGeom prst="rect">
            <a:avLst/>
          </a:prstGeom>
          <a:ln w="12700">
            <a:miter lim="400000"/>
          </a:ln>
        </p:spPr>
      </p:pic>
      <p:sp>
        <p:nvSpPr>
          <p:cNvPr id="3281" name="TextBox 2"/>
          <p:cNvSpPr txBox="1"/>
          <p:nvPr/>
        </p:nvSpPr>
        <p:spPr>
          <a:xfrm>
            <a:off x="4052244" y="2703831"/>
            <a:ext cx="5565419" cy="1450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8900">
                <a:solidFill>
                  <a:srgbClr val="FFFFFF"/>
                </a:solidFill>
                <a:latin typeface="Mona Sans Display"/>
                <a:ea typeface="Mona Sans Display"/>
                <a:cs typeface="Mona Sans Display"/>
                <a:sym typeface="Mona Sans Display"/>
              </a:defRPr>
            </a:lvl1pPr>
          </a:lstStyle>
          <a:p>
            <a:pPr/>
            <a:r>
              <a:t>Thank you</a:t>
            </a:r>
          </a:p>
        </p:txBody>
      </p:sp>
      <p:sp>
        <p:nvSpPr>
          <p:cNvPr id="328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hank you 2">
    <p:bg>
      <p:bgPr>
        <a:solidFill>
          <a:srgbClr val="000000"/>
        </a:solidFill>
      </p:bgPr>
    </p:bg>
    <p:spTree>
      <p:nvGrpSpPr>
        <p:cNvPr id="1" name=""/>
        <p:cNvGrpSpPr/>
        <p:nvPr/>
      </p:nvGrpSpPr>
      <p:grpSpPr>
        <a:xfrm>
          <a:off x="0" y="0"/>
          <a:ext cx="0" cy="0"/>
          <a:chOff x="0" y="0"/>
          <a:chExt cx="0" cy="0"/>
        </a:xfrm>
      </p:grpSpPr>
      <p:grpSp>
        <p:nvGrpSpPr>
          <p:cNvPr id="3291" name="Rectangle 109"/>
          <p:cNvGrpSpPr/>
          <p:nvPr/>
        </p:nvGrpSpPr>
        <p:grpSpPr>
          <a:xfrm>
            <a:off x="12287632" y="5878297"/>
            <a:ext cx="710311" cy="979707"/>
            <a:chOff x="0" y="0"/>
            <a:chExt cx="710309" cy="979705"/>
          </a:xfrm>
        </p:grpSpPr>
        <p:sp>
          <p:nvSpPr>
            <p:cNvPr id="3289"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9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294" name="Rectangle 110"/>
          <p:cNvGrpSpPr/>
          <p:nvPr/>
        </p:nvGrpSpPr>
        <p:grpSpPr>
          <a:xfrm>
            <a:off x="12287631" y="4898603"/>
            <a:ext cx="710311" cy="979709"/>
            <a:chOff x="0" y="-1"/>
            <a:chExt cx="710309" cy="979708"/>
          </a:xfrm>
        </p:grpSpPr>
        <p:sp>
          <p:nvSpPr>
            <p:cNvPr id="3292"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93"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297" name="Rectangle 111"/>
          <p:cNvGrpSpPr/>
          <p:nvPr/>
        </p:nvGrpSpPr>
        <p:grpSpPr>
          <a:xfrm>
            <a:off x="12287632" y="3918862"/>
            <a:ext cx="710311" cy="979706"/>
            <a:chOff x="0" y="0"/>
            <a:chExt cx="710309" cy="979705"/>
          </a:xfrm>
        </p:grpSpPr>
        <p:sp>
          <p:nvSpPr>
            <p:cNvPr id="3295"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9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300" name="Rectangle 112"/>
          <p:cNvGrpSpPr/>
          <p:nvPr/>
        </p:nvGrpSpPr>
        <p:grpSpPr>
          <a:xfrm>
            <a:off x="12287631" y="2939171"/>
            <a:ext cx="710311" cy="979707"/>
            <a:chOff x="0" y="0"/>
            <a:chExt cx="710309" cy="979705"/>
          </a:xfrm>
        </p:grpSpPr>
        <p:sp>
          <p:nvSpPr>
            <p:cNvPr id="3298"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29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303" name="Rectangle 113"/>
          <p:cNvGrpSpPr/>
          <p:nvPr/>
        </p:nvGrpSpPr>
        <p:grpSpPr>
          <a:xfrm>
            <a:off x="12287632" y="1959431"/>
            <a:ext cx="710311" cy="979707"/>
            <a:chOff x="0" y="0"/>
            <a:chExt cx="710309" cy="979705"/>
          </a:xfrm>
        </p:grpSpPr>
        <p:sp>
          <p:nvSpPr>
            <p:cNvPr id="3301"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0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306" name="Rectangle 114"/>
          <p:cNvGrpSpPr/>
          <p:nvPr/>
        </p:nvGrpSpPr>
        <p:grpSpPr>
          <a:xfrm>
            <a:off x="12287631" y="979736"/>
            <a:ext cx="710311" cy="979707"/>
            <a:chOff x="0" y="0"/>
            <a:chExt cx="710309" cy="979705"/>
          </a:xfrm>
        </p:grpSpPr>
        <p:sp>
          <p:nvSpPr>
            <p:cNvPr id="3304"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05"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309" name="Rectangle 115"/>
          <p:cNvGrpSpPr/>
          <p:nvPr/>
        </p:nvGrpSpPr>
        <p:grpSpPr>
          <a:xfrm>
            <a:off x="12287631" y="-2"/>
            <a:ext cx="710311" cy="979706"/>
            <a:chOff x="0" y="0"/>
            <a:chExt cx="710309" cy="979705"/>
          </a:xfrm>
        </p:grpSpPr>
        <p:sp>
          <p:nvSpPr>
            <p:cNvPr id="3307"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0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312" name="Rectangle 118"/>
          <p:cNvGrpSpPr/>
          <p:nvPr/>
        </p:nvGrpSpPr>
        <p:grpSpPr>
          <a:xfrm>
            <a:off x="12997439" y="5715013"/>
            <a:ext cx="710311" cy="1142996"/>
            <a:chOff x="0" y="0"/>
            <a:chExt cx="710309" cy="1142994"/>
          </a:xfrm>
        </p:grpSpPr>
        <p:sp>
          <p:nvSpPr>
            <p:cNvPr id="3310"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315" name="Rectangle 119"/>
          <p:cNvGrpSpPr/>
          <p:nvPr/>
        </p:nvGrpSpPr>
        <p:grpSpPr>
          <a:xfrm>
            <a:off x="12997439" y="4572032"/>
            <a:ext cx="710311" cy="1142996"/>
            <a:chOff x="0" y="0"/>
            <a:chExt cx="710309" cy="1142994"/>
          </a:xfrm>
        </p:grpSpPr>
        <p:sp>
          <p:nvSpPr>
            <p:cNvPr id="3313"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1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318" name="Rectangle 120"/>
          <p:cNvGrpSpPr/>
          <p:nvPr/>
        </p:nvGrpSpPr>
        <p:grpSpPr>
          <a:xfrm>
            <a:off x="12997439" y="3428998"/>
            <a:ext cx="710311" cy="1142996"/>
            <a:chOff x="0" y="0"/>
            <a:chExt cx="710309" cy="1142994"/>
          </a:xfrm>
        </p:grpSpPr>
        <p:sp>
          <p:nvSpPr>
            <p:cNvPr id="3316"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1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321" name="Rectangle 121"/>
          <p:cNvGrpSpPr/>
          <p:nvPr/>
        </p:nvGrpSpPr>
        <p:grpSpPr>
          <a:xfrm>
            <a:off x="12997439" y="2286017"/>
            <a:ext cx="710311" cy="1142996"/>
            <a:chOff x="0" y="0"/>
            <a:chExt cx="710309" cy="1142994"/>
          </a:xfrm>
        </p:grpSpPr>
        <p:sp>
          <p:nvSpPr>
            <p:cNvPr id="3319"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324" name="Rectangle 122"/>
          <p:cNvGrpSpPr/>
          <p:nvPr/>
        </p:nvGrpSpPr>
        <p:grpSpPr>
          <a:xfrm>
            <a:off x="12997439" y="1142977"/>
            <a:ext cx="710311" cy="1142997"/>
            <a:chOff x="0" y="-1"/>
            <a:chExt cx="710309" cy="1142995"/>
          </a:xfrm>
        </p:grpSpPr>
        <p:sp>
          <p:nvSpPr>
            <p:cNvPr id="3322"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2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327" name="Rectangle 123"/>
          <p:cNvGrpSpPr/>
          <p:nvPr/>
        </p:nvGrpSpPr>
        <p:grpSpPr>
          <a:xfrm>
            <a:off x="13706754" y="-2365"/>
            <a:ext cx="710311" cy="1142995"/>
            <a:chOff x="0" y="0"/>
            <a:chExt cx="710309" cy="1142994"/>
          </a:xfrm>
        </p:grpSpPr>
        <p:sp>
          <p:nvSpPr>
            <p:cNvPr id="3325"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2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330" name="Rectangle 126"/>
          <p:cNvGrpSpPr/>
          <p:nvPr/>
        </p:nvGrpSpPr>
        <p:grpSpPr>
          <a:xfrm>
            <a:off x="13706756" y="5715013"/>
            <a:ext cx="710311" cy="1142996"/>
            <a:chOff x="0" y="0"/>
            <a:chExt cx="710309" cy="1142994"/>
          </a:xfrm>
        </p:grpSpPr>
        <p:sp>
          <p:nvSpPr>
            <p:cNvPr id="3328"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333" name="Rectangle 127"/>
          <p:cNvGrpSpPr/>
          <p:nvPr/>
        </p:nvGrpSpPr>
        <p:grpSpPr>
          <a:xfrm>
            <a:off x="13706754" y="4572032"/>
            <a:ext cx="710311" cy="1142996"/>
            <a:chOff x="0" y="0"/>
            <a:chExt cx="710309" cy="1142994"/>
          </a:xfrm>
        </p:grpSpPr>
        <p:sp>
          <p:nvSpPr>
            <p:cNvPr id="3331"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3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336" name="Rectangle 128"/>
          <p:cNvGrpSpPr/>
          <p:nvPr/>
        </p:nvGrpSpPr>
        <p:grpSpPr>
          <a:xfrm>
            <a:off x="12996453" y="-1157"/>
            <a:ext cx="710311" cy="1142995"/>
            <a:chOff x="0" y="0"/>
            <a:chExt cx="710309" cy="1142994"/>
          </a:xfrm>
        </p:grpSpPr>
        <p:sp>
          <p:nvSpPr>
            <p:cNvPr id="3334"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3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339" name="Rectangle 129"/>
          <p:cNvGrpSpPr/>
          <p:nvPr/>
        </p:nvGrpSpPr>
        <p:grpSpPr>
          <a:xfrm>
            <a:off x="13706754" y="2286017"/>
            <a:ext cx="710311" cy="1142996"/>
            <a:chOff x="0" y="0"/>
            <a:chExt cx="710309" cy="1142994"/>
          </a:xfrm>
        </p:grpSpPr>
        <p:sp>
          <p:nvSpPr>
            <p:cNvPr id="3337"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3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342" name="Rectangle 130"/>
          <p:cNvGrpSpPr/>
          <p:nvPr/>
        </p:nvGrpSpPr>
        <p:grpSpPr>
          <a:xfrm>
            <a:off x="13706756" y="1142977"/>
            <a:ext cx="710311" cy="1142997"/>
            <a:chOff x="0" y="-1"/>
            <a:chExt cx="710309" cy="1142995"/>
          </a:xfrm>
        </p:grpSpPr>
        <p:sp>
          <p:nvSpPr>
            <p:cNvPr id="3340"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4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345" name="Rectangle 131"/>
          <p:cNvGrpSpPr/>
          <p:nvPr/>
        </p:nvGrpSpPr>
        <p:grpSpPr>
          <a:xfrm>
            <a:off x="13706754" y="3427836"/>
            <a:ext cx="710311" cy="1142996"/>
            <a:chOff x="0" y="0"/>
            <a:chExt cx="710309" cy="1142994"/>
          </a:xfrm>
        </p:grpSpPr>
        <p:sp>
          <p:nvSpPr>
            <p:cNvPr id="3343"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4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3346" name="Picture 20" descr="Picture 20"/>
          <p:cNvPicPr>
            <a:picLocks noChangeAspect="1"/>
          </p:cNvPicPr>
          <p:nvPr/>
        </p:nvPicPr>
        <p:blipFill>
          <a:blip r:embed="rId2">
            <a:extLst/>
          </a:blip>
          <a:stretch>
            <a:fillRect/>
          </a:stretch>
        </p:blipFill>
        <p:spPr>
          <a:xfrm>
            <a:off x="10492" y="6797"/>
            <a:ext cx="12175161" cy="6848529"/>
          </a:xfrm>
          <a:prstGeom prst="rect">
            <a:avLst/>
          </a:prstGeom>
          <a:ln w="12700">
            <a:miter lim="400000"/>
          </a:ln>
        </p:spPr>
      </p:pic>
      <p:sp>
        <p:nvSpPr>
          <p:cNvPr id="3347" name="TextBox 2"/>
          <p:cNvSpPr txBox="1"/>
          <p:nvPr/>
        </p:nvSpPr>
        <p:spPr>
          <a:xfrm>
            <a:off x="4052244" y="2703832"/>
            <a:ext cx="5565419" cy="1450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8900">
                <a:solidFill>
                  <a:srgbClr val="FFFFFF"/>
                </a:solidFill>
                <a:latin typeface="Mona Sans Display"/>
                <a:ea typeface="Mona Sans Display"/>
                <a:cs typeface="Mona Sans Display"/>
                <a:sym typeface="Mona Sans Display"/>
              </a:defRPr>
            </a:lvl1pPr>
          </a:lstStyle>
          <a:p>
            <a:pPr/>
            <a:r>
              <a:t>Thank you</a:t>
            </a:r>
          </a:p>
        </p:txBody>
      </p:sp>
      <p:sp>
        <p:nvSpPr>
          <p:cNvPr id="3348" name="Slide Number"/>
          <p:cNvSpPr txBox="1"/>
          <p:nvPr>
            <p:ph type="sldNum" sz="quarter" idx="2"/>
          </p:nvPr>
        </p:nvSpPr>
        <p:spPr>
          <a:xfrm>
            <a:off x="8454848" y="6221732"/>
            <a:ext cx="273652" cy="26923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Splash page">
    <p:bg>
      <p:bgPr>
        <a:solidFill>
          <a:srgbClr val="000000"/>
        </a:solidFill>
      </p:bgPr>
    </p:bg>
    <p:spTree>
      <p:nvGrpSpPr>
        <p:cNvPr id="1" name=""/>
        <p:cNvGrpSpPr/>
        <p:nvPr/>
      </p:nvGrpSpPr>
      <p:grpSpPr>
        <a:xfrm>
          <a:off x="0" y="0"/>
          <a:ext cx="0" cy="0"/>
          <a:chOff x="0" y="0"/>
          <a:chExt cx="0" cy="0"/>
        </a:xfrm>
      </p:grpSpPr>
      <p:grpSp>
        <p:nvGrpSpPr>
          <p:cNvPr id="3357" name="Rectangle 109"/>
          <p:cNvGrpSpPr/>
          <p:nvPr/>
        </p:nvGrpSpPr>
        <p:grpSpPr>
          <a:xfrm>
            <a:off x="12287632" y="5878297"/>
            <a:ext cx="710311" cy="979707"/>
            <a:chOff x="0" y="0"/>
            <a:chExt cx="710309" cy="979705"/>
          </a:xfrm>
        </p:grpSpPr>
        <p:sp>
          <p:nvSpPr>
            <p:cNvPr id="335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5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360" name="Rectangle 110"/>
          <p:cNvGrpSpPr/>
          <p:nvPr/>
        </p:nvGrpSpPr>
        <p:grpSpPr>
          <a:xfrm>
            <a:off x="12287631" y="4898603"/>
            <a:ext cx="710311" cy="979709"/>
            <a:chOff x="0" y="-1"/>
            <a:chExt cx="710309" cy="979708"/>
          </a:xfrm>
        </p:grpSpPr>
        <p:sp>
          <p:nvSpPr>
            <p:cNvPr id="335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5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363" name="Rectangle 111"/>
          <p:cNvGrpSpPr/>
          <p:nvPr/>
        </p:nvGrpSpPr>
        <p:grpSpPr>
          <a:xfrm>
            <a:off x="12287632" y="3918862"/>
            <a:ext cx="710311" cy="979706"/>
            <a:chOff x="0" y="0"/>
            <a:chExt cx="710309" cy="979705"/>
          </a:xfrm>
        </p:grpSpPr>
        <p:sp>
          <p:nvSpPr>
            <p:cNvPr id="336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6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366" name="Rectangle 112"/>
          <p:cNvGrpSpPr/>
          <p:nvPr/>
        </p:nvGrpSpPr>
        <p:grpSpPr>
          <a:xfrm>
            <a:off x="12287631" y="2939171"/>
            <a:ext cx="710311" cy="979707"/>
            <a:chOff x="0" y="0"/>
            <a:chExt cx="710309" cy="979705"/>
          </a:xfrm>
        </p:grpSpPr>
        <p:sp>
          <p:nvSpPr>
            <p:cNvPr id="336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6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369" name="Rectangle 113"/>
          <p:cNvGrpSpPr/>
          <p:nvPr/>
        </p:nvGrpSpPr>
        <p:grpSpPr>
          <a:xfrm>
            <a:off x="12287632" y="1959431"/>
            <a:ext cx="710311" cy="979707"/>
            <a:chOff x="0" y="0"/>
            <a:chExt cx="710309" cy="979705"/>
          </a:xfrm>
        </p:grpSpPr>
        <p:sp>
          <p:nvSpPr>
            <p:cNvPr id="336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6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372" name="Rectangle 114"/>
          <p:cNvGrpSpPr/>
          <p:nvPr/>
        </p:nvGrpSpPr>
        <p:grpSpPr>
          <a:xfrm>
            <a:off x="12287631" y="979736"/>
            <a:ext cx="710311" cy="979707"/>
            <a:chOff x="0" y="0"/>
            <a:chExt cx="710309" cy="979705"/>
          </a:xfrm>
        </p:grpSpPr>
        <p:sp>
          <p:nvSpPr>
            <p:cNvPr id="337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7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375" name="Rectangle 115"/>
          <p:cNvGrpSpPr/>
          <p:nvPr/>
        </p:nvGrpSpPr>
        <p:grpSpPr>
          <a:xfrm>
            <a:off x="12287631" y="-2"/>
            <a:ext cx="710311" cy="979706"/>
            <a:chOff x="0" y="0"/>
            <a:chExt cx="710309" cy="979705"/>
          </a:xfrm>
        </p:grpSpPr>
        <p:sp>
          <p:nvSpPr>
            <p:cNvPr id="337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7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378" name="Rectangle 118"/>
          <p:cNvGrpSpPr/>
          <p:nvPr/>
        </p:nvGrpSpPr>
        <p:grpSpPr>
          <a:xfrm>
            <a:off x="12997439" y="5715013"/>
            <a:ext cx="710311" cy="1142996"/>
            <a:chOff x="0" y="0"/>
            <a:chExt cx="710309" cy="1142994"/>
          </a:xfrm>
        </p:grpSpPr>
        <p:sp>
          <p:nvSpPr>
            <p:cNvPr id="337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7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381" name="Rectangle 119"/>
          <p:cNvGrpSpPr/>
          <p:nvPr/>
        </p:nvGrpSpPr>
        <p:grpSpPr>
          <a:xfrm>
            <a:off x="12997439" y="4572032"/>
            <a:ext cx="710311" cy="1142996"/>
            <a:chOff x="0" y="0"/>
            <a:chExt cx="710309" cy="1142994"/>
          </a:xfrm>
        </p:grpSpPr>
        <p:sp>
          <p:nvSpPr>
            <p:cNvPr id="337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8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384" name="Rectangle 120"/>
          <p:cNvGrpSpPr/>
          <p:nvPr/>
        </p:nvGrpSpPr>
        <p:grpSpPr>
          <a:xfrm>
            <a:off x="12997439" y="3428998"/>
            <a:ext cx="710311" cy="1142996"/>
            <a:chOff x="0" y="0"/>
            <a:chExt cx="710309" cy="1142994"/>
          </a:xfrm>
        </p:grpSpPr>
        <p:sp>
          <p:nvSpPr>
            <p:cNvPr id="338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387" name="Rectangle 121"/>
          <p:cNvGrpSpPr/>
          <p:nvPr/>
        </p:nvGrpSpPr>
        <p:grpSpPr>
          <a:xfrm>
            <a:off x="12997439" y="2286017"/>
            <a:ext cx="710311" cy="1142996"/>
            <a:chOff x="0" y="0"/>
            <a:chExt cx="710309" cy="1142994"/>
          </a:xfrm>
        </p:grpSpPr>
        <p:sp>
          <p:nvSpPr>
            <p:cNvPr id="338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390" name="Rectangle 122"/>
          <p:cNvGrpSpPr/>
          <p:nvPr/>
        </p:nvGrpSpPr>
        <p:grpSpPr>
          <a:xfrm>
            <a:off x="12997439" y="1142977"/>
            <a:ext cx="710311" cy="1142997"/>
            <a:chOff x="0" y="-1"/>
            <a:chExt cx="710309" cy="1142995"/>
          </a:xfrm>
        </p:grpSpPr>
        <p:sp>
          <p:nvSpPr>
            <p:cNvPr id="338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8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393" name="Rectangle 123"/>
          <p:cNvGrpSpPr/>
          <p:nvPr/>
        </p:nvGrpSpPr>
        <p:grpSpPr>
          <a:xfrm>
            <a:off x="13706754" y="-2365"/>
            <a:ext cx="710311" cy="1142995"/>
            <a:chOff x="0" y="0"/>
            <a:chExt cx="710309" cy="1142994"/>
          </a:xfrm>
        </p:grpSpPr>
        <p:sp>
          <p:nvSpPr>
            <p:cNvPr id="339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9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396" name="Rectangle 126"/>
          <p:cNvGrpSpPr/>
          <p:nvPr/>
        </p:nvGrpSpPr>
        <p:grpSpPr>
          <a:xfrm>
            <a:off x="13706756" y="5715013"/>
            <a:ext cx="710311" cy="1142996"/>
            <a:chOff x="0" y="0"/>
            <a:chExt cx="710309" cy="1142994"/>
          </a:xfrm>
        </p:grpSpPr>
        <p:sp>
          <p:nvSpPr>
            <p:cNvPr id="339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9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399" name="Rectangle 127"/>
          <p:cNvGrpSpPr/>
          <p:nvPr/>
        </p:nvGrpSpPr>
        <p:grpSpPr>
          <a:xfrm>
            <a:off x="13706754" y="4572032"/>
            <a:ext cx="710311" cy="1142996"/>
            <a:chOff x="0" y="0"/>
            <a:chExt cx="710309" cy="1142994"/>
          </a:xfrm>
        </p:grpSpPr>
        <p:sp>
          <p:nvSpPr>
            <p:cNvPr id="339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9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402" name="Rectangle 128"/>
          <p:cNvGrpSpPr/>
          <p:nvPr/>
        </p:nvGrpSpPr>
        <p:grpSpPr>
          <a:xfrm>
            <a:off x="12996453" y="-1157"/>
            <a:ext cx="710311" cy="1142995"/>
            <a:chOff x="0" y="0"/>
            <a:chExt cx="710309" cy="1142994"/>
          </a:xfrm>
        </p:grpSpPr>
        <p:sp>
          <p:nvSpPr>
            <p:cNvPr id="340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405" name="Rectangle 129"/>
          <p:cNvGrpSpPr/>
          <p:nvPr/>
        </p:nvGrpSpPr>
        <p:grpSpPr>
          <a:xfrm>
            <a:off x="13706754" y="2286017"/>
            <a:ext cx="710311" cy="1142996"/>
            <a:chOff x="0" y="0"/>
            <a:chExt cx="710309" cy="1142994"/>
          </a:xfrm>
        </p:grpSpPr>
        <p:sp>
          <p:nvSpPr>
            <p:cNvPr id="340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408" name="Rectangle 130"/>
          <p:cNvGrpSpPr/>
          <p:nvPr/>
        </p:nvGrpSpPr>
        <p:grpSpPr>
          <a:xfrm>
            <a:off x="13706756" y="1142977"/>
            <a:ext cx="710311" cy="1142997"/>
            <a:chOff x="0" y="-1"/>
            <a:chExt cx="710309" cy="1142995"/>
          </a:xfrm>
        </p:grpSpPr>
        <p:sp>
          <p:nvSpPr>
            <p:cNvPr id="340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0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411" name="Rectangle 131"/>
          <p:cNvGrpSpPr/>
          <p:nvPr/>
        </p:nvGrpSpPr>
        <p:grpSpPr>
          <a:xfrm>
            <a:off x="13706754" y="3427836"/>
            <a:ext cx="710311" cy="1142996"/>
            <a:chOff x="0" y="0"/>
            <a:chExt cx="710309" cy="1142994"/>
          </a:xfrm>
        </p:grpSpPr>
        <p:sp>
          <p:nvSpPr>
            <p:cNvPr id="340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3412" name="Picture 18" descr="Picture 18"/>
          <p:cNvPicPr>
            <a:picLocks noChangeAspect="1"/>
          </p:cNvPicPr>
          <p:nvPr/>
        </p:nvPicPr>
        <p:blipFill>
          <a:blip r:embed="rId2">
            <a:extLst/>
          </a:blip>
          <a:stretch>
            <a:fillRect/>
          </a:stretch>
        </p:blipFill>
        <p:spPr>
          <a:xfrm>
            <a:off x="7325" y="5009"/>
            <a:ext cx="12174172" cy="6847977"/>
          </a:xfrm>
          <a:prstGeom prst="rect">
            <a:avLst/>
          </a:prstGeom>
          <a:ln w="12700">
            <a:miter lim="400000"/>
          </a:ln>
        </p:spPr>
      </p:pic>
      <p:sp>
        <p:nvSpPr>
          <p:cNvPr id="34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lash page 2">
    <p:bg>
      <p:bgPr>
        <a:solidFill>
          <a:srgbClr val="000000"/>
        </a:solidFill>
      </p:bgPr>
    </p:bg>
    <p:spTree>
      <p:nvGrpSpPr>
        <p:cNvPr id="1" name=""/>
        <p:cNvGrpSpPr/>
        <p:nvPr/>
      </p:nvGrpSpPr>
      <p:grpSpPr>
        <a:xfrm>
          <a:off x="0" y="0"/>
          <a:ext cx="0" cy="0"/>
          <a:chOff x="0" y="0"/>
          <a:chExt cx="0" cy="0"/>
        </a:xfrm>
      </p:grpSpPr>
      <p:grpSp>
        <p:nvGrpSpPr>
          <p:cNvPr id="3422" name="Rectangle 109"/>
          <p:cNvGrpSpPr/>
          <p:nvPr/>
        </p:nvGrpSpPr>
        <p:grpSpPr>
          <a:xfrm>
            <a:off x="12287632" y="5878297"/>
            <a:ext cx="710311" cy="979707"/>
            <a:chOff x="0" y="0"/>
            <a:chExt cx="710309" cy="979705"/>
          </a:xfrm>
        </p:grpSpPr>
        <p:sp>
          <p:nvSpPr>
            <p:cNvPr id="3420"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2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425" name="Rectangle 110"/>
          <p:cNvGrpSpPr/>
          <p:nvPr/>
        </p:nvGrpSpPr>
        <p:grpSpPr>
          <a:xfrm>
            <a:off x="12287631" y="4898603"/>
            <a:ext cx="710311" cy="979709"/>
            <a:chOff x="0" y="-1"/>
            <a:chExt cx="710309" cy="979708"/>
          </a:xfrm>
        </p:grpSpPr>
        <p:sp>
          <p:nvSpPr>
            <p:cNvPr id="3423"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24"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428" name="Rectangle 111"/>
          <p:cNvGrpSpPr/>
          <p:nvPr/>
        </p:nvGrpSpPr>
        <p:grpSpPr>
          <a:xfrm>
            <a:off x="12287632" y="3918862"/>
            <a:ext cx="710311" cy="979706"/>
            <a:chOff x="0" y="0"/>
            <a:chExt cx="710309" cy="979705"/>
          </a:xfrm>
        </p:grpSpPr>
        <p:sp>
          <p:nvSpPr>
            <p:cNvPr id="3426"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2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431" name="Rectangle 112"/>
          <p:cNvGrpSpPr/>
          <p:nvPr/>
        </p:nvGrpSpPr>
        <p:grpSpPr>
          <a:xfrm>
            <a:off x="12287631" y="2939171"/>
            <a:ext cx="710311" cy="979707"/>
            <a:chOff x="0" y="0"/>
            <a:chExt cx="710309" cy="979705"/>
          </a:xfrm>
        </p:grpSpPr>
        <p:sp>
          <p:nvSpPr>
            <p:cNvPr id="3429"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3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434" name="Rectangle 113"/>
          <p:cNvGrpSpPr/>
          <p:nvPr/>
        </p:nvGrpSpPr>
        <p:grpSpPr>
          <a:xfrm>
            <a:off x="12287632" y="1959431"/>
            <a:ext cx="710311" cy="979707"/>
            <a:chOff x="0" y="0"/>
            <a:chExt cx="710309" cy="979705"/>
          </a:xfrm>
        </p:grpSpPr>
        <p:sp>
          <p:nvSpPr>
            <p:cNvPr id="3432"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3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437" name="Rectangle 114"/>
          <p:cNvGrpSpPr/>
          <p:nvPr/>
        </p:nvGrpSpPr>
        <p:grpSpPr>
          <a:xfrm>
            <a:off x="12287631" y="979736"/>
            <a:ext cx="710311" cy="979707"/>
            <a:chOff x="0" y="0"/>
            <a:chExt cx="710309" cy="979705"/>
          </a:xfrm>
        </p:grpSpPr>
        <p:sp>
          <p:nvSpPr>
            <p:cNvPr id="3435"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36"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440" name="Rectangle 115"/>
          <p:cNvGrpSpPr/>
          <p:nvPr/>
        </p:nvGrpSpPr>
        <p:grpSpPr>
          <a:xfrm>
            <a:off x="12287631" y="-2"/>
            <a:ext cx="710311" cy="979706"/>
            <a:chOff x="0" y="0"/>
            <a:chExt cx="710309" cy="979705"/>
          </a:xfrm>
        </p:grpSpPr>
        <p:sp>
          <p:nvSpPr>
            <p:cNvPr id="3438"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3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443" name="Rectangle 118"/>
          <p:cNvGrpSpPr/>
          <p:nvPr/>
        </p:nvGrpSpPr>
        <p:grpSpPr>
          <a:xfrm>
            <a:off x="12997439" y="5715013"/>
            <a:ext cx="710311" cy="1142996"/>
            <a:chOff x="0" y="0"/>
            <a:chExt cx="710309" cy="1142994"/>
          </a:xfrm>
        </p:grpSpPr>
        <p:sp>
          <p:nvSpPr>
            <p:cNvPr id="3441"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4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446" name="Rectangle 119"/>
          <p:cNvGrpSpPr/>
          <p:nvPr/>
        </p:nvGrpSpPr>
        <p:grpSpPr>
          <a:xfrm>
            <a:off x="12997439" y="4572032"/>
            <a:ext cx="710311" cy="1142996"/>
            <a:chOff x="0" y="0"/>
            <a:chExt cx="710309" cy="1142994"/>
          </a:xfrm>
        </p:grpSpPr>
        <p:sp>
          <p:nvSpPr>
            <p:cNvPr id="3444"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4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449" name="Rectangle 120"/>
          <p:cNvGrpSpPr/>
          <p:nvPr/>
        </p:nvGrpSpPr>
        <p:grpSpPr>
          <a:xfrm>
            <a:off x="12997439" y="3428998"/>
            <a:ext cx="710311" cy="1142996"/>
            <a:chOff x="0" y="0"/>
            <a:chExt cx="710309" cy="1142994"/>
          </a:xfrm>
        </p:grpSpPr>
        <p:sp>
          <p:nvSpPr>
            <p:cNvPr id="3447"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4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452" name="Rectangle 121"/>
          <p:cNvGrpSpPr/>
          <p:nvPr/>
        </p:nvGrpSpPr>
        <p:grpSpPr>
          <a:xfrm>
            <a:off x="12997439" y="2286017"/>
            <a:ext cx="710311" cy="1142996"/>
            <a:chOff x="0" y="0"/>
            <a:chExt cx="710309" cy="1142994"/>
          </a:xfrm>
        </p:grpSpPr>
        <p:sp>
          <p:nvSpPr>
            <p:cNvPr id="3450"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455" name="Rectangle 122"/>
          <p:cNvGrpSpPr/>
          <p:nvPr/>
        </p:nvGrpSpPr>
        <p:grpSpPr>
          <a:xfrm>
            <a:off x="12997439" y="1142977"/>
            <a:ext cx="710311" cy="1142997"/>
            <a:chOff x="0" y="-1"/>
            <a:chExt cx="710309" cy="1142995"/>
          </a:xfrm>
        </p:grpSpPr>
        <p:sp>
          <p:nvSpPr>
            <p:cNvPr id="3453"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5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458" name="Rectangle 123"/>
          <p:cNvGrpSpPr/>
          <p:nvPr/>
        </p:nvGrpSpPr>
        <p:grpSpPr>
          <a:xfrm>
            <a:off x="13706754" y="-2365"/>
            <a:ext cx="710311" cy="1142995"/>
            <a:chOff x="0" y="0"/>
            <a:chExt cx="710309" cy="1142994"/>
          </a:xfrm>
        </p:grpSpPr>
        <p:sp>
          <p:nvSpPr>
            <p:cNvPr id="3456"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461" name="Rectangle 126"/>
          <p:cNvGrpSpPr/>
          <p:nvPr/>
        </p:nvGrpSpPr>
        <p:grpSpPr>
          <a:xfrm>
            <a:off x="13706756" y="5715013"/>
            <a:ext cx="710311" cy="1142996"/>
            <a:chOff x="0" y="0"/>
            <a:chExt cx="710309" cy="1142994"/>
          </a:xfrm>
        </p:grpSpPr>
        <p:sp>
          <p:nvSpPr>
            <p:cNvPr id="3459"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464" name="Rectangle 127"/>
          <p:cNvGrpSpPr/>
          <p:nvPr/>
        </p:nvGrpSpPr>
        <p:grpSpPr>
          <a:xfrm>
            <a:off x="13706754" y="4572032"/>
            <a:ext cx="710311" cy="1142996"/>
            <a:chOff x="0" y="0"/>
            <a:chExt cx="710309" cy="1142994"/>
          </a:xfrm>
        </p:grpSpPr>
        <p:sp>
          <p:nvSpPr>
            <p:cNvPr id="3462"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6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467" name="Rectangle 128"/>
          <p:cNvGrpSpPr/>
          <p:nvPr/>
        </p:nvGrpSpPr>
        <p:grpSpPr>
          <a:xfrm>
            <a:off x="12996453" y="-1157"/>
            <a:ext cx="710311" cy="1142995"/>
            <a:chOff x="0" y="0"/>
            <a:chExt cx="710309" cy="1142994"/>
          </a:xfrm>
        </p:grpSpPr>
        <p:sp>
          <p:nvSpPr>
            <p:cNvPr id="3465"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470" name="Rectangle 129"/>
          <p:cNvGrpSpPr/>
          <p:nvPr/>
        </p:nvGrpSpPr>
        <p:grpSpPr>
          <a:xfrm>
            <a:off x="13706754" y="2286017"/>
            <a:ext cx="710311" cy="1142996"/>
            <a:chOff x="0" y="0"/>
            <a:chExt cx="710309" cy="1142994"/>
          </a:xfrm>
        </p:grpSpPr>
        <p:sp>
          <p:nvSpPr>
            <p:cNvPr id="3468"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473" name="Rectangle 130"/>
          <p:cNvGrpSpPr/>
          <p:nvPr/>
        </p:nvGrpSpPr>
        <p:grpSpPr>
          <a:xfrm>
            <a:off x="13706756" y="1142977"/>
            <a:ext cx="710311" cy="1142997"/>
            <a:chOff x="0" y="-1"/>
            <a:chExt cx="710309" cy="1142995"/>
          </a:xfrm>
        </p:grpSpPr>
        <p:sp>
          <p:nvSpPr>
            <p:cNvPr id="3471"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7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476" name="Rectangle 131"/>
          <p:cNvGrpSpPr/>
          <p:nvPr/>
        </p:nvGrpSpPr>
        <p:grpSpPr>
          <a:xfrm>
            <a:off x="13706754" y="3427836"/>
            <a:ext cx="710311" cy="1142996"/>
            <a:chOff x="0" y="0"/>
            <a:chExt cx="710309" cy="1142994"/>
          </a:xfrm>
        </p:grpSpPr>
        <p:sp>
          <p:nvSpPr>
            <p:cNvPr id="3474"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7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3477" name="Picture 18" descr="Picture 18"/>
          <p:cNvPicPr>
            <a:picLocks noChangeAspect="1"/>
          </p:cNvPicPr>
          <p:nvPr/>
        </p:nvPicPr>
        <p:blipFill>
          <a:blip r:embed="rId2">
            <a:extLst/>
          </a:blip>
          <a:stretch>
            <a:fillRect/>
          </a:stretch>
        </p:blipFill>
        <p:spPr>
          <a:xfrm>
            <a:off x="7325" y="5009"/>
            <a:ext cx="12174172" cy="6847977"/>
          </a:xfrm>
          <a:prstGeom prst="rect">
            <a:avLst/>
          </a:prstGeom>
          <a:ln w="12700">
            <a:miter lim="400000"/>
          </a:ln>
        </p:spPr>
      </p:pic>
      <p:sp>
        <p:nvSpPr>
          <p:cNvPr id="347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Developer code layout">
    <p:bg>
      <p:bgPr>
        <a:solidFill>
          <a:srgbClr val="121613"/>
        </a:solidFill>
      </p:bgPr>
    </p:bg>
    <p:spTree>
      <p:nvGrpSpPr>
        <p:cNvPr id="1" name=""/>
        <p:cNvGrpSpPr/>
        <p:nvPr/>
      </p:nvGrpSpPr>
      <p:grpSpPr>
        <a:xfrm>
          <a:off x="0" y="0"/>
          <a:ext cx="0" cy="0"/>
          <a:chOff x="0" y="0"/>
          <a:chExt cx="0" cy="0"/>
        </a:xfrm>
      </p:grpSpPr>
      <p:grpSp>
        <p:nvGrpSpPr>
          <p:cNvPr id="3487" name="Rectangle 109"/>
          <p:cNvGrpSpPr/>
          <p:nvPr/>
        </p:nvGrpSpPr>
        <p:grpSpPr>
          <a:xfrm>
            <a:off x="12287632" y="5878297"/>
            <a:ext cx="710311" cy="979707"/>
            <a:chOff x="0" y="0"/>
            <a:chExt cx="710309" cy="979705"/>
          </a:xfrm>
        </p:grpSpPr>
        <p:sp>
          <p:nvSpPr>
            <p:cNvPr id="348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8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490" name="Rectangle 110"/>
          <p:cNvGrpSpPr/>
          <p:nvPr/>
        </p:nvGrpSpPr>
        <p:grpSpPr>
          <a:xfrm>
            <a:off x="12287631" y="4898603"/>
            <a:ext cx="710311" cy="979709"/>
            <a:chOff x="0" y="-1"/>
            <a:chExt cx="710309" cy="979708"/>
          </a:xfrm>
        </p:grpSpPr>
        <p:sp>
          <p:nvSpPr>
            <p:cNvPr id="348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8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493" name="Rectangle 111"/>
          <p:cNvGrpSpPr/>
          <p:nvPr/>
        </p:nvGrpSpPr>
        <p:grpSpPr>
          <a:xfrm>
            <a:off x="12287632" y="3918862"/>
            <a:ext cx="710311" cy="979706"/>
            <a:chOff x="0" y="0"/>
            <a:chExt cx="710309" cy="979705"/>
          </a:xfrm>
        </p:grpSpPr>
        <p:sp>
          <p:nvSpPr>
            <p:cNvPr id="349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9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496" name="Rectangle 112"/>
          <p:cNvGrpSpPr/>
          <p:nvPr/>
        </p:nvGrpSpPr>
        <p:grpSpPr>
          <a:xfrm>
            <a:off x="12287631" y="2939171"/>
            <a:ext cx="710311" cy="979707"/>
            <a:chOff x="0" y="0"/>
            <a:chExt cx="710309" cy="979705"/>
          </a:xfrm>
        </p:grpSpPr>
        <p:sp>
          <p:nvSpPr>
            <p:cNvPr id="349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9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499" name="Rectangle 113"/>
          <p:cNvGrpSpPr/>
          <p:nvPr/>
        </p:nvGrpSpPr>
        <p:grpSpPr>
          <a:xfrm>
            <a:off x="12287632" y="1959431"/>
            <a:ext cx="710311" cy="979707"/>
            <a:chOff x="0" y="0"/>
            <a:chExt cx="710309" cy="979705"/>
          </a:xfrm>
        </p:grpSpPr>
        <p:sp>
          <p:nvSpPr>
            <p:cNvPr id="349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49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502" name="Rectangle 114"/>
          <p:cNvGrpSpPr/>
          <p:nvPr/>
        </p:nvGrpSpPr>
        <p:grpSpPr>
          <a:xfrm>
            <a:off x="12287631" y="979736"/>
            <a:ext cx="710311" cy="979707"/>
            <a:chOff x="0" y="0"/>
            <a:chExt cx="710309" cy="979705"/>
          </a:xfrm>
        </p:grpSpPr>
        <p:sp>
          <p:nvSpPr>
            <p:cNvPr id="350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0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505" name="Rectangle 115"/>
          <p:cNvGrpSpPr/>
          <p:nvPr/>
        </p:nvGrpSpPr>
        <p:grpSpPr>
          <a:xfrm>
            <a:off x="12287631" y="-2"/>
            <a:ext cx="710311" cy="979706"/>
            <a:chOff x="0" y="0"/>
            <a:chExt cx="710309" cy="979705"/>
          </a:xfrm>
        </p:grpSpPr>
        <p:sp>
          <p:nvSpPr>
            <p:cNvPr id="350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0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508" name="Rectangle 118"/>
          <p:cNvGrpSpPr/>
          <p:nvPr/>
        </p:nvGrpSpPr>
        <p:grpSpPr>
          <a:xfrm>
            <a:off x="12997439" y="5715013"/>
            <a:ext cx="710311" cy="1142996"/>
            <a:chOff x="0" y="0"/>
            <a:chExt cx="710309" cy="1142994"/>
          </a:xfrm>
        </p:grpSpPr>
        <p:sp>
          <p:nvSpPr>
            <p:cNvPr id="350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511" name="Rectangle 119"/>
          <p:cNvGrpSpPr/>
          <p:nvPr/>
        </p:nvGrpSpPr>
        <p:grpSpPr>
          <a:xfrm>
            <a:off x="12997439" y="4572032"/>
            <a:ext cx="710311" cy="1142996"/>
            <a:chOff x="0" y="0"/>
            <a:chExt cx="710309" cy="1142994"/>
          </a:xfrm>
        </p:grpSpPr>
        <p:sp>
          <p:nvSpPr>
            <p:cNvPr id="350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514" name="Rectangle 120"/>
          <p:cNvGrpSpPr/>
          <p:nvPr/>
        </p:nvGrpSpPr>
        <p:grpSpPr>
          <a:xfrm>
            <a:off x="12997439" y="3428998"/>
            <a:ext cx="710311" cy="1142996"/>
            <a:chOff x="0" y="0"/>
            <a:chExt cx="710309" cy="1142994"/>
          </a:xfrm>
        </p:grpSpPr>
        <p:sp>
          <p:nvSpPr>
            <p:cNvPr id="351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1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517" name="Rectangle 121"/>
          <p:cNvGrpSpPr/>
          <p:nvPr/>
        </p:nvGrpSpPr>
        <p:grpSpPr>
          <a:xfrm>
            <a:off x="12997439" y="2286017"/>
            <a:ext cx="710311" cy="1142996"/>
            <a:chOff x="0" y="0"/>
            <a:chExt cx="710309" cy="1142994"/>
          </a:xfrm>
        </p:grpSpPr>
        <p:sp>
          <p:nvSpPr>
            <p:cNvPr id="351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520" name="Rectangle 122"/>
          <p:cNvGrpSpPr/>
          <p:nvPr/>
        </p:nvGrpSpPr>
        <p:grpSpPr>
          <a:xfrm>
            <a:off x="12997439" y="1142977"/>
            <a:ext cx="710311" cy="1142997"/>
            <a:chOff x="0" y="-1"/>
            <a:chExt cx="710309" cy="1142995"/>
          </a:xfrm>
        </p:grpSpPr>
        <p:sp>
          <p:nvSpPr>
            <p:cNvPr id="351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1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523" name="Rectangle 123"/>
          <p:cNvGrpSpPr/>
          <p:nvPr/>
        </p:nvGrpSpPr>
        <p:grpSpPr>
          <a:xfrm>
            <a:off x="13706754" y="-2365"/>
            <a:ext cx="710311" cy="1142995"/>
            <a:chOff x="0" y="0"/>
            <a:chExt cx="710309" cy="1142994"/>
          </a:xfrm>
        </p:grpSpPr>
        <p:sp>
          <p:nvSpPr>
            <p:cNvPr id="352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526" name="Rectangle 126"/>
          <p:cNvGrpSpPr/>
          <p:nvPr/>
        </p:nvGrpSpPr>
        <p:grpSpPr>
          <a:xfrm>
            <a:off x="13706756" y="5715013"/>
            <a:ext cx="710311" cy="1142996"/>
            <a:chOff x="0" y="0"/>
            <a:chExt cx="710309" cy="1142994"/>
          </a:xfrm>
        </p:grpSpPr>
        <p:sp>
          <p:nvSpPr>
            <p:cNvPr id="352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2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529" name="Rectangle 127"/>
          <p:cNvGrpSpPr/>
          <p:nvPr/>
        </p:nvGrpSpPr>
        <p:grpSpPr>
          <a:xfrm>
            <a:off x="13706754" y="4572032"/>
            <a:ext cx="710311" cy="1142996"/>
            <a:chOff x="0" y="0"/>
            <a:chExt cx="710309" cy="1142994"/>
          </a:xfrm>
        </p:grpSpPr>
        <p:sp>
          <p:nvSpPr>
            <p:cNvPr id="352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532" name="Rectangle 128"/>
          <p:cNvGrpSpPr/>
          <p:nvPr/>
        </p:nvGrpSpPr>
        <p:grpSpPr>
          <a:xfrm>
            <a:off x="12996453" y="-1157"/>
            <a:ext cx="710311" cy="1142995"/>
            <a:chOff x="0" y="0"/>
            <a:chExt cx="710309" cy="1142994"/>
          </a:xfrm>
        </p:grpSpPr>
        <p:sp>
          <p:nvSpPr>
            <p:cNvPr id="353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3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535" name="Rectangle 129"/>
          <p:cNvGrpSpPr/>
          <p:nvPr/>
        </p:nvGrpSpPr>
        <p:grpSpPr>
          <a:xfrm>
            <a:off x="13706754" y="2286017"/>
            <a:ext cx="710311" cy="1142996"/>
            <a:chOff x="0" y="0"/>
            <a:chExt cx="710309" cy="1142994"/>
          </a:xfrm>
        </p:grpSpPr>
        <p:sp>
          <p:nvSpPr>
            <p:cNvPr id="353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3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538" name="Rectangle 130"/>
          <p:cNvGrpSpPr/>
          <p:nvPr/>
        </p:nvGrpSpPr>
        <p:grpSpPr>
          <a:xfrm>
            <a:off x="13706756" y="1142977"/>
            <a:ext cx="710311" cy="1142997"/>
            <a:chOff x="0" y="-1"/>
            <a:chExt cx="710309" cy="1142995"/>
          </a:xfrm>
        </p:grpSpPr>
        <p:sp>
          <p:nvSpPr>
            <p:cNvPr id="353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3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541" name="Rectangle 131"/>
          <p:cNvGrpSpPr/>
          <p:nvPr/>
        </p:nvGrpSpPr>
        <p:grpSpPr>
          <a:xfrm>
            <a:off x="13706754" y="3427836"/>
            <a:ext cx="710311" cy="1142996"/>
            <a:chOff x="0" y="0"/>
            <a:chExt cx="710309" cy="1142994"/>
          </a:xfrm>
        </p:grpSpPr>
        <p:sp>
          <p:nvSpPr>
            <p:cNvPr id="353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4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3542" name="Rectangle 3"/>
          <p:cNvSpPr/>
          <p:nvPr/>
        </p:nvSpPr>
        <p:spPr>
          <a:xfrm>
            <a:off x="0" y="1300484"/>
            <a:ext cx="12188825" cy="5557516"/>
          </a:xfrm>
          <a:prstGeom prst="rect">
            <a:avLst/>
          </a:prstGeom>
          <a:solidFill>
            <a:srgbClr val="515E68"/>
          </a:solidFill>
          <a:ln w="12700">
            <a:miter lim="400000"/>
          </a:ln>
        </p:spPr>
        <p:txBody>
          <a:bodyPr lIns="45718" tIns="45718" rIns="45718" bIns="45718"/>
          <a:lstStyle/>
          <a:p>
            <a:pPr defTabSz="932192">
              <a:defRPr sz="1900">
                <a:solidFill>
                  <a:srgbClr val="FFFFFF"/>
                </a:solidFill>
              </a:defRPr>
            </a:pPr>
          </a:p>
        </p:txBody>
      </p:sp>
      <p:sp>
        <p:nvSpPr>
          <p:cNvPr id="3543" name="Body Level One…"/>
          <p:cNvSpPr txBox="1"/>
          <p:nvPr>
            <p:ph type="body" idx="1" hasCustomPrompt="1"/>
          </p:nvPr>
        </p:nvSpPr>
        <p:spPr>
          <a:xfrm>
            <a:off x="379413" y="2027465"/>
            <a:ext cx="11430001" cy="4411435"/>
          </a:xfrm>
          <a:prstGeom prst="rect">
            <a:avLst/>
          </a:prstGeom>
        </p:spPr>
        <p:txBody>
          <a:bodyPr/>
          <a:lstStyle>
            <a:lvl1pPr>
              <a:defRPr sz="2300">
                <a:latin typeface="Mona Sans Mono"/>
                <a:ea typeface="Mona Sans Mono"/>
                <a:cs typeface="Mona Sans Mono"/>
                <a:sym typeface="Mona Sans Mono"/>
              </a:defRPr>
            </a:lvl1pPr>
            <a:lvl2pPr>
              <a:defRPr sz="2300">
                <a:latin typeface="Mona Sans Mono"/>
                <a:ea typeface="Mona Sans Mono"/>
                <a:cs typeface="Mona Sans Mono"/>
                <a:sym typeface="Mona Sans Mono"/>
              </a:defRPr>
            </a:lvl2pPr>
            <a:lvl3pPr>
              <a:defRPr sz="2300">
                <a:latin typeface="Mona Sans Mono"/>
                <a:ea typeface="Mona Sans Mono"/>
                <a:cs typeface="Mona Sans Mono"/>
                <a:sym typeface="Mona Sans Mono"/>
              </a:defRPr>
            </a:lvl3pPr>
            <a:lvl4pPr>
              <a:defRPr sz="2300">
                <a:latin typeface="Mona Sans Mono"/>
                <a:ea typeface="Mona Sans Mono"/>
                <a:cs typeface="Mona Sans Mono"/>
                <a:sym typeface="Mona Sans Mono"/>
              </a:defRPr>
            </a:lvl4pPr>
            <a:lvl5pPr>
              <a:defRPr sz="2300">
                <a:latin typeface="Mona Sans Mono"/>
                <a:ea typeface="Mona Sans Mono"/>
                <a:cs typeface="Mona Sans Mono"/>
                <a:sym typeface="Mona Sans Mono"/>
              </a:defRPr>
            </a:lvl5pPr>
          </a:lstStyle>
          <a:p>
            <a:pPr/>
            <a:r>
              <a:t>Click to edit or paste code</a:t>
            </a:r>
          </a:p>
          <a:p>
            <a:pPr lvl="1"/>
            <a:r>
              <a:t/>
            </a:r>
          </a:p>
          <a:p>
            <a:pPr lvl="2"/>
            <a:r>
              <a:t/>
            </a:r>
          </a:p>
          <a:p>
            <a:pPr lvl="3"/>
            <a:r>
              <a:t/>
            </a:r>
          </a:p>
          <a:p>
            <a:pPr lvl="4"/>
            <a:r>
              <a:t/>
            </a:r>
          </a:p>
        </p:txBody>
      </p:sp>
      <p:sp>
        <p:nvSpPr>
          <p:cNvPr id="3544" name="Rectangle 9"/>
          <p:cNvSpPr/>
          <p:nvPr/>
        </p:nvSpPr>
        <p:spPr>
          <a:xfrm>
            <a:off x="-66" y="1274017"/>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3545" name="Text Placeholder 15"/>
          <p:cNvSpPr/>
          <p:nvPr>
            <p:ph type="body" sz="quarter" idx="21" hasCustomPrompt="1"/>
          </p:nvPr>
        </p:nvSpPr>
        <p:spPr>
          <a:xfrm>
            <a:off x="379410" y="419100"/>
            <a:ext cx="11430007" cy="435131"/>
          </a:xfrm>
          <a:prstGeom prst="rect">
            <a:avLst/>
          </a:prstGeom>
        </p:spPr>
        <p:txBody>
          <a:bodyPr/>
          <a:lstStyle>
            <a:lvl1pPr defTabSz="712946">
              <a:spcBef>
                <a:spcPts val="700"/>
              </a:spcBef>
              <a:defRPr sz="2800">
                <a:latin typeface="Mona-Sans Regular"/>
                <a:ea typeface="Mona-Sans Regular"/>
                <a:cs typeface="Mona-Sans Regular"/>
                <a:sym typeface="Mona-Sans Regular"/>
              </a:defRPr>
            </a:lvl1pPr>
          </a:lstStyle>
          <a:p>
            <a:pPr/>
            <a:r>
              <a:t>Title should be less than 10 words</a:t>
            </a:r>
          </a:p>
        </p:txBody>
      </p:sp>
      <p:sp>
        <p:nvSpPr>
          <p:cNvPr id="3546" name="Text Placeholder 4"/>
          <p:cNvSpPr/>
          <p:nvPr>
            <p:ph type="body" sz="quarter" idx="22" hasCustomPrompt="1"/>
          </p:nvPr>
        </p:nvSpPr>
        <p:spPr>
          <a:xfrm>
            <a:off x="379410" y="1721105"/>
            <a:ext cx="11430007" cy="205775"/>
          </a:xfrm>
          <a:prstGeom prst="rect">
            <a:avLst/>
          </a:prstGeom>
        </p:spPr>
        <p:txBody>
          <a:bodyPr/>
          <a:lstStyle>
            <a:lvl1pPr defTabSz="886613">
              <a:spcBef>
                <a:spcPts val="900"/>
              </a:spcBef>
              <a:defRPr cap="all" sz="1300">
                <a:solidFill>
                  <a:srgbClr val="F3F6F2"/>
                </a:solidFill>
                <a:latin typeface="Mona Sans Mono"/>
                <a:ea typeface="Mona Sans Mono"/>
                <a:cs typeface="Mona Sans Mono"/>
                <a:sym typeface="Mona Sans Mono"/>
              </a:defRPr>
            </a:lvl1pPr>
          </a:lstStyle>
          <a:p>
            <a:pPr/>
            <a:r>
              <a:t>Click to enter title</a:t>
            </a:r>
          </a:p>
        </p:txBody>
      </p:sp>
      <p:sp>
        <p:nvSpPr>
          <p:cNvPr id="35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de bottom">
    <p:bg>
      <p:bgPr>
        <a:solidFill>
          <a:srgbClr val="121613"/>
        </a:solidFill>
      </p:bgPr>
    </p:bg>
    <p:spTree>
      <p:nvGrpSpPr>
        <p:cNvPr id="1" name=""/>
        <p:cNvGrpSpPr/>
        <p:nvPr/>
      </p:nvGrpSpPr>
      <p:grpSpPr>
        <a:xfrm>
          <a:off x="0" y="0"/>
          <a:ext cx="0" cy="0"/>
          <a:chOff x="0" y="0"/>
          <a:chExt cx="0" cy="0"/>
        </a:xfrm>
      </p:grpSpPr>
      <p:grpSp>
        <p:nvGrpSpPr>
          <p:cNvPr id="3556" name="Rectangle 109"/>
          <p:cNvGrpSpPr/>
          <p:nvPr/>
        </p:nvGrpSpPr>
        <p:grpSpPr>
          <a:xfrm>
            <a:off x="12287632" y="5878297"/>
            <a:ext cx="710311" cy="979707"/>
            <a:chOff x="0" y="0"/>
            <a:chExt cx="710309" cy="979705"/>
          </a:xfrm>
        </p:grpSpPr>
        <p:sp>
          <p:nvSpPr>
            <p:cNvPr id="355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5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559" name="Rectangle 110"/>
          <p:cNvGrpSpPr/>
          <p:nvPr/>
        </p:nvGrpSpPr>
        <p:grpSpPr>
          <a:xfrm>
            <a:off x="12287631" y="4898603"/>
            <a:ext cx="710311" cy="979709"/>
            <a:chOff x="0" y="-1"/>
            <a:chExt cx="710309" cy="979708"/>
          </a:xfrm>
        </p:grpSpPr>
        <p:sp>
          <p:nvSpPr>
            <p:cNvPr id="355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5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562" name="Rectangle 111"/>
          <p:cNvGrpSpPr/>
          <p:nvPr/>
        </p:nvGrpSpPr>
        <p:grpSpPr>
          <a:xfrm>
            <a:off x="12287632" y="3918862"/>
            <a:ext cx="710311" cy="979706"/>
            <a:chOff x="0" y="0"/>
            <a:chExt cx="710309" cy="979705"/>
          </a:xfrm>
        </p:grpSpPr>
        <p:sp>
          <p:nvSpPr>
            <p:cNvPr id="356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6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565" name="Rectangle 112"/>
          <p:cNvGrpSpPr/>
          <p:nvPr/>
        </p:nvGrpSpPr>
        <p:grpSpPr>
          <a:xfrm>
            <a:off x="12287631" y="2939171"/>
            <a:ext cx="710311" cy="979707"/>
            <a:chOff x="0" y="0"/>
            <a:chExt cx="710309" cy="979705"/>
          </a:xfrm>
        </p:grpSpPr>
        <p:sp>
          <p:nvSpPr>
            <p:cNvPr id="356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6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568" name="Rectangle 113"/>
          <p:cNvGrpSpPr/>
          <p:nvPr/>
        </p:nvGrpSpPr>
        <p:grpSpPr>
          <a:xfrm>
            <a:off x="12287632" y="1959431"/>
            <a:ext cx="710311" cy="979707"/>
            <a:chOff x="0" y="0"/>
            <a:chExt cx="710309" cy="979705"/>
          </a:xfrm>
        </p:grpSpPr>
        <p:sp>
          <p:nvSpPr>
            <p:cNvPr id="356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6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571" name="Rectangle 114"/>
          <p:cNvGrpSpPr/>
          <p:nvPr/>
        </p:nvGrpSpPr>
        <p:grpSpPr>
          <a:xfrm>
            <a:off x="12287631" y="979736"/>
            <a:ext cx="710311" cy="979707"/>
            <a:chOff x="0" y="0"/>
            <a:chExt cx="710309" cy="979705"/>
          </a:xfrm>
        </p:grpSpPr>
        <p:sp>
          <p:nvSpPr>
            <p:cNvPr id="356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7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574" name="Rectangle 115"/>
          <p:cNvGrpSpPr/>
          <p:nvPr/>
        </p:nvGrpSpPr>
        <p:grpSpPr>
          <a:xfrm>
            <a:off x="12287631" y="-2"/>
            <a:ext cx="710311" cy="979706"/>
            <a:chOff x="0" y="0"/>
            <a:chExt cx="710309" cy="979705"/>
          </a:xfrm>
        </p:grpSpPr>
        <p:sp>
          <p:nvSpPr>
            <p:cNvPr id="357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7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577" name="Rectangle 118"/>
          <p:cNvGrpSpPr/>
          <p:nvPr/>
        </p:nvGrpSpPr>
        <p:grpSpPr>
          <a:xfrm>
            <a:off x="12997439" y="5715013"/>
            <a:ext cx="710311" cy="1142996"/>
            <a:chOff x="0" y="0"/>
            <a:chExt cx="710309" cy="1142994"/>
          </a:xfrm>
        </p:grpSpPr>
        <p:sp>
          <p:nvSpPr>
            <p:cNvPr id="357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7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580" name="Rectangle 119"/>
          <p:cNvGrpSpPr/>
          <p:nvPr/>
        </p:nvGrpSpPr>
        <p:grpSpPr>
          <a:xfrm>
            <a:off x="12997439" y="4572032"/>
            <a:ext cx="710311" cy="1142996"/>
            <a:chOff x="0" y="0"/>
            <a:chExt cx="710309" cy="1142994"/>
          </a:xfrm>
        </p:grpSpPr>
        <p:sp>
          <p:nvSpPr>
            <p:cNvPr id="357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583" name="Rectangle 120"/>
          <p:cNvGrpSpPr/>
          <p:nvPr/>
        </p:nvGrpSpPr>
        <p:grpSpPr>
          <a:xfrm>
            <a:off x="12997439" y="3428998"/>
            <a:ext cx="710311" cy="1142996"/>
            <a:chOff x="0" y="0"/>
            <a:chExt cx="710309" cy="1142994"/>
          </a:xfrm>
        </p:grpSpPr>
        <p:sp>
          <p:nvSpPr>
            <p:cNvPr id="358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8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586" name="Rectangle 121"/>
          <p:cNvGrpSpPr/>
          <p:nvPr/>
        </p:nvGrpSpPr>
        <p:grpSpPr>
          <a:xfrm>
            <a:off x="12997439" y="2286017"/>
            <a:ext cx="710311" cy="1142996"/>
            <a:chOff x="0" y="0"/>
            <a:chExt cx="710309" cy="1142994"/>
          </a:xfrm>
        </p:grpSpPr>
        <p:sp>
          <p:nvSpPr>
            <p:cNvPr id="358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8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589" name="Rectangle 122"/>
          <p:cNvGrpSpPr/>
          <p:nvPr/>
        </p:nvGrpSpPr>
        <p:grpSpPr>
          <a:xfrm>
            <a:off x="12997439" y="1142977"/>
            <a:ext cx="710311" cy="1142997"/>
            <a:chOff x="0" y="-1"/>
            <a:chExt cx="710309" cy="1142995"/>
          </a:xfrm>
        </p:grpSpPr>
        <p:sp>
          <p:nvSpPr>
            <p:cNvPr id="358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8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592" name="Rectangle 123"/>
          <p:cNvGrpSpPr/>
          <p:nvPr/>
        </p:nvGrpSpPr>
        <p:grpSpPr>
          <a:xfrm>
            <a:off x="13706754" y="-2365"/>
            <a:ext cx="710311" cy="1142995"/>
            <a:chOff x="0" y="0"/>
            <a:chExt cx="710309" cy="1142994"/>
          </a:xfrm>
        </p:grpSpPr>
        <p:sp>
          <p:nvSpPr>
            <p:cNvPr id="359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9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595" name="Rectangle 126"/>
          <p:cNvGrpSpPr/>
          <p:nvPr/>
        </p:nvGrpSpPr>
        <p:grpSpPr>
          <a:xfrm>
            <a:off x="13706756" y="5715013"/>
            <a:ext cx="710311" cy="1142996"/>
            <a:chOff x="0" y="0"/>
            <a:chExt cx="710309" cy="1142994"/>
          </a:xfrm>
        </p:grpSpPr>
        <p:sp>
          <p:nvSpPr>
            <p:cNvPr id="359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9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598" name="Rectangle 127"/>
          <p:cNvGrpSpPr/>
          <p:nvPr/>
        </p:nvGrpSpPr>
        <p:grpSpPr>
          <a:xfrm>
            <a:off x="13706754" y="4572032"/>
            <a:ext cx="710311" cy="1142996"/>
            <a:chOff x="0" y="0"/>
            <a:chExt cx="710309" cy="1142994"/>
          </a:xfrm>
        </p:grpSpPr>
        <p:sp>
          <p:nvSpPr>
            <p:cNvPr id="359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59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601" name="Rectangle 128"/>
          <p:cNvGrpSpPr/>
          <p:nvPr/>
        </p:nvGrpSpPr>
        <p:grpSpPr>
          <a:xfrm>
            <a:off x="12996453" y="-1157"/>
            <a:ext cx="710311" cy="1142995"/>
            <a:chOff x="0" y="0"/>
            <a:chExt cx="710309" cy="1142994"/>
          </a:xfrm>
        </p:grpSpPr>
        <p:sp>
          <p:nvSpPr>
            <p:cNvPr id="359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0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604" name="Rectangle 129"/>
          <p:cNvGrpSpPr/>
          <p:nvPr/>
        </p:nvGrpSpPr>
        <p:grpSpPr>
          <a:xfrm>
            <a:off x="13706754" y="2286017"/>
            <a:ext cx="710311" cy="1142996"/>
            <a:chOff x="0" y="0"/>
            <a:chExt cx="710309" cy="1142994"/>
          </a:xfrm>
        </p:grpSpPr>
        <p:sp>
          <p:nvSpPr>
            <p:cNvPr id="360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0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607" name="Rectangle 130"/>
          <p:cNvGrpSpPr/>
          <p:nvPr/>
        </p:nvGrpSpPr>
        <p:grpSpPr>
          <a:xfrm>
            <a:off x="13706756" y="1142977"/>
            <a:ext cx="710311" cy="1142997"/>
            <a:chOff x="0" y="-1"/>
            <a:chExt cx="710309" cy="1142995"/>
          </a:xfrm>
        </p:grpSpPr>
        <p:sp>
          <p:nvSpPr>
            <p:cNvPr id="360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0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610" name="Rectangle 131"/>
          <p:cNvGrpSpPr/>
          <p:nvPr/>
        </p:nvGrpSpPr>
        <p:grpSpPr>
          <a:xfrm>
            <a:off x="13706754" y="3427836"/>
            <a:ext cx="710311" cy="1142996"/>
            <a:chOff x="0" y="0"/>
            <a:chExt cx="710309" cy="1142994"/>
          </a:xfrm>
        </p:grpSpPr>
        <p:sp>
          <p:nvSpPr>
            <p:cNvPr id="360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0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3611" name="Rectangle 3"/>
          <p:cNvSpPr/>
          <p:nvPr/>
        </p:nvSpPr>
        <p:spPr>
          <a:xfrm>
            <a:off x="0" y="2849820"/>
            <a:ext cx="12188825" cy="4008183"/>
          </a:xfrm>
          <a:prstGeom prst="rect">
            <a:avLst/>
          </a:prstGeom>
          <a:solidFill>
            <a:srgbClr val="515E68"/>
          </a:solidFill>
          <a:ln w="12700">
            <a:miter lim="400000"/>
          </a:ln>
        </p:spPr>
        <p:txBody>
          <a:bodyPr lIns="45718" tIns="45718" rIns="45718" bIns="45718"/>
          <a:lstStyle/>
          <a:p>
            <a:pPr defTabSz="932192">
              <a:defRPr sz="1900">
                <a:solidFill>
                  <a:srgbClr val="FFFFFF"/>
                </a:solidFill>
              </a:defRPr>
            </a:pPr>
          </a:p>
        </p:txBody>
      </p:sp>
      <p:sp>
        <p:nvSpPr>
          <p:cNvPr id="3612" name="Rectangle 9"/>
          <p:cNvSpPr/>
          <p:nvPr/>
        </p:nvSpPr>
        <p:spPr>
          <a:xfrm>
            <a:off x="-66" y="2831532"/>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3613" name="Body Level One…"/>
          <p:cNvSpPr txBox="1"/>
          <p:nvPr>
            <p:ph type="body" sz="quarter" idx="1" hasCustomPrompt="1"/>
          </p:nvPr>
        </p:nvSpPr>
        <p:spPr>
          <a:xfrm>
            <a:off x="379413" y="419100"/>
            <a:ext cx="11430001" cy="525873"/>
          </a:xfrm>
          <a:prstGeom prst="rect">
            <a:avLst/>
          </a:prstGeom>
        </p:spPr>
        <p:txBody>
          <a:bodyPr/>
          <a:lstStyle>
            <a:lvl1pPr>
              <a:defRPr sz="3600">
                <a:latin typeface="Mona-Sans Regular"/>
                <a:ea typeface="Mona-Sans Regular"/>
                <a:cs typeface="Mona-Sans Regular"/>
                <a:sym typeface="Mona-Sans Regular"/>
              </a:defRPr>
            </a:lvl1pPr>
            <a:lvl2pPr>
              <a:defRPr sz="3600">
                <a:latin typeface="Mona-Sans Regular"/>
                <a:ea typeface="Mona-Sans Regular"/>
                <a:cs typeface="Mona-Sans Regular"/>
                <a:sym typeface="Mona-Sans Regular"/>
              </a:defRPr>
            </a:lvl2pPr>
            <a:lvl3pPr>
              <a:defRPr sz="3600">
                <a:latin typeface="Mona-Sans Regular"/>
                <a:ea typeface="Mona-Sans Regular"/>
                <a:cs typeface="Mona-Sans Regular"/>
                <a:sym typeface="Mona-Sans Regular"/>
              </a:defRPr>
            </a:lvl3pPr>
            <a:lvl4pPr>
              <a:defRPr sz="3600">
                <a:latin typeface="Mona-Sans Regular"/>
                <a:ea typeface="Mona-Sans Regular"/>
                <a:cs typeface="Mona-Sans Regular"/>
                <a:sym typeface="Mona-Sans Regular"/>
              </a:defRPr>
            </a:lvl4pPr>
            <a:lvl5pPr>
              <a:defRPr sz="3600">
                <a:latin typeface="Mona-Sans Regular"/>
                <a:ea typeface="Mona-Sans Regular"/>
                <a:cs typeface="Mona-Sans Regular"/>
                <a:sym typeface="Mona-Sans Regular"/>
              </a:defRPr>
            </a:lvl5pPr>
          </a:lstStyle>
          <a:p>
            <a:pPr/>
            <a:r>
              <a:t>Title should be less than 10 words</a:t>
            </a:r>
          </a:p>
          <a:p>
            <a:pPr lvl="1"/>
            <a:r>
              <a:t/>
            </a:r>
          </a:p>
          <a:p>
            <a:pPr lvl="2"/>
            <a:r>
              <a:t/>
            </a:r>
          </a:p>
          <a:p>
            <a:pPr lvl="3"/>
            <a:r>
              <a:t/>
            </a:r>
          </a:p>
          <a:p>
            <a:pPr lvl="4"/>
            <a:r>
              <a:t/>
            </a:r>
          </a:p>
        </p:txBody>
      </p:sp>
      <p:sp>
        <p:nvSpPr>
          <p:cNvPr id="3614" name="Text Placeholder 4"/>
          <p:cNvSpPr/>
          <p:nvPr>
            <p:ph type="body" sz="half" idx="21" hasCustomPrompt="1"/>
          </p:nvPr>
        </p:nvSpPr>
        <p:spPr>
          <a:xfrm>
            <a:off x="379410" y="3567662"/>
            <a:ext cx="11430007" cy="2871242"/>
          </a:xfrm>
          <a:prstGeom prst="rect">
            <a:avLst/>
          </a:prstGeom>
        </p:spPr>
        <p:txBody>
          <a:bodyPr/>
          <a:lstStyle>
            <a:lvl1pPr>
              <a:defRPr sz="2300">
                <a:latin typeface="Mona Sans Mono"/>
                <a:ea typeface="Mona Sans Mono"/>
                <a:cs typeface="Mona Sans Mono"/>
                <a:sym typeface="Mona Sans Mono"/>
              </a:defRPr>
            </a:lvl1pPr>
          </a:lstStyle>
          <a:p>
            <a:pPr/>
            <a:r>
              <a:t>Click to edit or paste code</a:t>
            </a:r>
          </a:p>
        </p:txBody>
      </p:sp>
      <p:sp>
        <p:nvSpPr>
          <p:cNvPr id="3615" name="Text Placeholder 4"/>
          <p:cNvSpPr/>
          <p:nvPr>
            <p:ph type="body" sz="quarter" idx="22" hasCustomPrompt="1"/>
          </p:nvPr>
        </p:nvSpPr>
        <p:spPr>
          <a:xfrm>
            <a:off x="379410" y="3261304"/>
            <a:ext cx="11430007" cy="205775"/>
          </a:xfrm>
          <a:prstGeom prst="rect">
            <a:avLst/>
          </a:prstGeom>
        </p:spPr>
        <p:txBody>
          <a:bodyPr/>
          <a:lstStyle>
            <a:lvl1pPr defTabSz="886613">
              <a:spcBef>
                <a:spcPts val="900"/>
              </a:spcBef>
              <a:defRPr cap="all" sz="1300">
                <a:solidFill>
                  <a:srgbClr val="F3F6F2"/>
                </a:solidFill>
                <a:latin typeface="Mona Sans Mono"/>
                <a:ea typeface="Mona Sans Mono"/>
                <a:cs typeface="Mona Sans Mono"/>
                <a:sym typeface="Mona Sans Mono"/>
              </a:defRPr>
            </a:lvl1pPr>
          </a:lstStyle>
          <a:p>
            <a:pPr/>
            <a:r>
              <a:t>Click to enter title</a:t>
            </a:r>
          </a:p>
        </p:txBody>
      </p:sp>
      <p:sp>
        <p:nvSpPr>
          <p:cNvPr id="3616" name="Text Placeholder 12"/>
          <p:cNvSpPr/>
          <p:nvPr>
            <p:ph type="body" sz="quarter" idx="23" hasCustomPrompt="1"/>
          </p:nvPr>
        </p:nvSpPr>
        <p:spPr>
          <a:xfrm>
            <a:off x="379410" y="1099266"/>
            <a:ext cx="11430007" cy="1320789"/>
          </a:xfrm>
          <a:prstGeom prst="rect">
            <a:avLst/>
          </a:prstGeom>
        </p:spPr>
        <p:txBody>
          <a:bodyPr/>
          <a:lstStyle>
            <a:lvl1pPr>
              <a:defRPr sz="2100">
                <a:solidFill>
                  <a:srgbClr val="B0BAC2"/>
                </a:solidFill>
                <a:latin typeface="Mona-Sans Regular"/>
                <a:ea typeface="Mona-Sans Regular"/>
                <a:cs typeface="Mona-Sans Regular"/>
                <a:sym typeface="Mona-Sans Regular"/>
              </a:defRPr>
            </a:lvl1pPr>
          </a:lstStyle>
          <a:p>
            <a:pPr/>
            <a:r>
              <a:t>Optional additional text</a:t>
            </a:r>
          </a:p>
        </p:txBody>
      </p:sp>
      <p:sp>
        <p:nvSpPr>
          <p:cNvPr id="36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de top">
    <p:bg>
      <p:bgPr>
        <a:solidFill>
          <a:srgbClr val="121613"/>
        </a:solidFill>
      </p:bgPr>
    </p:bg>
    <p:spTree>
      <p:nvGrpSpPr>
        <p:cNvPr id="1" name=""/>
        <p:cNvGrpSpPr/>
        <p:nvPr/>
      </p:nvGrpSpPr>
      <p:grpSpPr>
        <a:xfrm>
          <a:off x="0" y="0"/>
          <a:ext cx="0" cy="0"/>
          <a:chOff x="0" y="0"/>
          <a:chExt cx="0" cy="0"/>
        </a:xfrm>
      </p:grpSpPr>
      <p:grpSp>
        <p:nvGrpSpPr>
          <p:cNvPr id="3626" name="Rectangle 109"/>
          <p:cNvGrpSpPr/>
          <p:nvPr/>
        </p:nvGrpSpPr>
        <p:grpSpPr>
          <a:xfrm>
            <a:off x="12287632" y="5878297"/>
            <a:ext cx="710311" cy="979707"/>
            <a:chOff x="0" y="0"/>
            <a:chExt cx="710309" cy="979705"/>
          </a:xfrm>
        </p:grpSpPr>
        <p:sp>
          <p:nvSpPr>
            <p:cNvPr id="362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2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629" name="Rectangle 110"/>
          <p:cNvGrpSpPr/>
          <p:nvPr/>
        </p:nvGrpSpPr>
        <p:grpSpPr>
          <a:xfrm>
            <a:off x="12287631" y="4898603"/>
            <a:ext cx="710311" cy="979709"/>
            <a:chOff x="0" y="-1"/>
            <a:chExt cx="710309" cy="979708"/>
          </a:xfrm>
        </p:grpSpPr>
        <p:sp>
          <p:nvSpPr>
            <p:cNvPr id="362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2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632" name="Rectangle 111"/>
          <p:cNvGrpSpPr/>
          <p:nvPr/>
        </p:nvGrpSpPr>
        <p:grpSpPr>
          <a:xfrm>
            <a:off x="12287632" y="3918862"/>
            <a:ext cx="710311" cy="979706"/>
            <a:chOff x="0" y="0"/>
            <a:chExt cx="710309" cy="979705"/>
          </a:xfrm>
        </p:grpSpPr>
        <p:sp>
          <p:nvSpPr>
            <p:cNvPr id="363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3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635" name="Rectangle 112"/>
          <p:cNvGrpSpPr/>
          <p:nvPr/>
        </p:nvGrpSpPr>
        <p:grpSpPr>
          <a:xfrm>
            <a:off x="12287631" y="2939171"/>
            <a:ext cx="710311" cy="979707"/>
            <a:chOff x="0" y="0"/>
            <a:chExt cx="710309" cy="979705"/>
          </a:xfrm>
        </p:grpSpPr>
        <p:sp>
          <p:nvSpPr>
            <p:cNvPr id="363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3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638" name="Rectangle 113"/>
          <p:cNvGrpSpPr/>
          <p:nvPr/>
        </p:nvGrpSpPr>
        <p:grpSpPr>
          <a:xfrm>
            <a:off x="12287632" y="1959431"/>
            <a:ext cx="710311" cy="979707"/>
            <a:chOff x="0" y="0"/>
            <a:chExt cx="710309" cy="979705"/>
          </a:xfrm>
        </p:grpSpPr>
        <p:sp>
          <p:nvSpPr>
            <p:cNvPr id="363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3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641" name="Rectangle 114"/>
          <p:cNvGrpSpPr/>
          <p:nvPr/>
        </p:nvGrpSpPr>
        <p:grpSpPr>
          <a:xfrm>
            <a:off x="12287631" y="979736"/>
            <a:ext cx="710311" cy="979707"/>
            <a:chOff x="0" y="0"/>
            <a:chExt cx="710309" cy="979705"/>
          </a:xfrm>
        </p:grpSpPr>
        <p:sp>
          <p:nvSpPr>
            <p:cNvPr id="363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4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644" name="Rectangle 115"/>
          <p:cNvGrpSpPr/>
          <p:nvPr/>
        </p:nvGrpSpPr>
        <p:grpSpPr>
          <a:xfrm>
            <a:off x="12287631" y="-2"/>
            <a:ext cx="710311" cy="979706"/>
            <a:chOff x="0" y="0"/>
            <a:chExt cx="710309" cy="979705"/>
          </a:xfrm>
        </p:grpSpPr>
        <p:sp>
          <p:nvSpPr>
            <p:cNvPr id="364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4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647" name="Rectangle 118"/>
          <p:cNvGrpSpPr/>
          <p:nvPr/>
        </p:nvGrpSpPr>
        <p:grpSpPr>
          <a:xfrm>
            <a:off x="12997439" y="5715013"/>
            <a:ext cx="710311" cy="1142996"/>
            <a:chOff x="0" y="0"/>
            <a:chExt cx="710309" cy="1142994"/>
          </a:xfrm>
        </p:grpSpPr>
        <p:sp>
          <p:nvSpPr>
            <p:cNvPr id="364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650" name="Rectangle 119"/>
          <p:cNvGrpSpPr/>
          <p:nvPr/>
        </p:nvGrpSpPr>
        <p:grpSpPr>
          <a:xfrm>
            <a:off x="12997439" y="4572032"/>
            <a:ext cx="710311" cy="1142996"/>
            <a:chOff x="0" y="0"/>
            <a:chExt cx="710309" cy="1142994"/>
          </a:xfrm>
        </p:grpSpPr>
        <p:sp>
          <p:nvSpPr>
            <p:cNvPr id="364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4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653" name="Rectangle 120"/>
          <p:cNvGrpSpPr/>
          <p:nvPr/>
        </p:nvGrpSpPr>
        <p:grpSpPr>
          <a:xfrm>
            <a:off x="12997439" y="3428998"/>
            <a:ext cx="710311" cy="1142996"/>
            <a:chOff x="0" y="0"/>
            <a:chExt cx="710309" cy="1142994"/>
          </a:xfrm>
        </p:grpSpPr>
        <p:sp>
          <p:nvSpPr>
            <p:cNvPr id="365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5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656" name="Rectangle 121"/>
          <p:cNvGrpSpPr/>
          <p:nvPr/>
        </p:nvGrpSpPr>
        <p:grpSpPr>
          <a:xfrm>
            <a:off x="12997439" y="2286017"/>
            <a:ext cx="710311" cy="1142996"/>
            <a:chOff x="0" y="0"/>
            <a:chExt cx="710309" cy="1142994"/>
          </a:xfrm>
        </p:grpSpPr>
        <p:sp>
          <p:nvSpPr>
            <p:cNvPr id="365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5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659" name="Rectangle 122"/>
          <p:cNvGrpSpPr/>
          <p:nvPr/>
        </p:nvGrpSpPr>
        <p:grpSpPr>
          <a:xfrm>
            <a:off x="12997439" y="1142977"/>
            <a:ext cx="710311" cy="1142997"/>
            <a:chOff x="0" y="-1"/>
            <a:chExt cx="710309" cy="1142995"/>
          </a:xfrm>
        </p:grpSpPr>
        <p:sp>
          <p:nvSpPr>
            <p:cNvPr id="365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5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662" name="Rectangle 123"/>
          <p:cNvGrpSpPr/>
          <p:nvPr/>
        </p:nvGrpSpPr>
        <p:grpSpPr>
          <a:xfrm>
            <a:off x="13706754" y="-2365"/>
            <a:ext cx="710311" cy="1142995"/>
            <a:chOff x="0" y="0"/>
            <a:chExt cx="710309" cy="1142994"/>
          </a:xfrm>
        </p:grpSpPr>
        <p:sp>
          <p:nvSpPr>
            <p:cNvPr id="366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665" name="Rectangle 126"/>
          <p:cNvGrpSpPr/>
          <p:nvPr/>
        </p:nvGrpSpPr>
        <p:grpSpPr>
          <a:xfrm>
            <a:off x="13706756" y="5715013"/>
            <a:ext cx="710311" cy="1142996"/>
            <a:chOff x="0" y="0"/>
            <a:chExt cx="710309" cy="1142994"/>
          </a:xfrm>
        </p:grpSpPr>
        <p:sp>
          <p:nvSpPr>
            <p:cNvPr id="366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6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668" name="Rectangle 127"/>
          <p:cNvGrpSpPr/>
          <p:nvPr/>
        </p:nvGrpSpPr>
        <p:grpSpPr>
          <a:xfrm>
            <a:off x="13706754" y="4572032"/>
            <a:ext cx="710311" cy="1142996"/>
            <a:chOff x="0" y="0"/>
            <a:chExt cx="710309" cy="1142994"/>
          </a:xfrm>
        </p:grpSpPr>
        <p:sp>
          <p:nvSpPr>
            <p:cNvPr id="366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6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671" name="Rectangle 128"/>
          <p:cNvGrpSpPr/>
          <p:nvPr/>
        </p:nvGrpSpPr>
        <p:grpSpPr>
          <a:xfrm>
            <a:off x="12996453" y="-1157"/>
            <a:ext cx="710311" cy="1142995"/>
            <a:chOff x="0" y="0"/>
            <a:chExt cx="710309" cy="1142994"/>
          </a:xfrm>
        </p:grpSpPr>
        <p:sp>
          <p:nvSpPr>
            <p:cNvPr id="366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674" name="Rectangle 129"/>
          <p:cNvGrpSpPr/>
          <p:nvPr/>
        </p:nvGrpSpPr>
        <p:grpSpPr>
          <a:xfrm>
            <a:off x="13706754" y="2286017"/>
            <a:ext cx="710311" cy="1142996"/>
            <a:chOff x="0" y="0"/>
            <a:chExt cx="710309" cy="1142994"/>
          </a:xfrm>
        </p:grpSpPr>
        <p:sp>
          <p:nvSpPr>
            <p:cNvPr id="367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7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677" name="Rectangle 130"/>
          <p:cNvGrpSpPr/>
          <p:nvPr/>
        </p:nvGrpSpPr>
        <p:grpSpPr>
          <a:xfrm>
            <a:off x="13706756" y="1142977"/>
            <a:ext cx="710311" cy="1142997"/>
            <a:chOff x="0" y="-1"/>
            <a:chExt cx="710309" cy="1142995"/>
          </a:xfrm>
        </p:grpSpPr>
        <p:sp>
          <p:nvSpPr>
            <p:cNvPr id="367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7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680" name="Rectangle 131"/>
          <p:cNvGrpSpPr/>
          <p:nvPr/>
        </p:nvGrpSpPr>
        <p:grpSpPr>
          <a:xfrm>
            <a:off x="13706754" y="3427836"/>
            <a:ext cx="710311" cy="1142996"/>
            <a:chOff x="0" y="0"/>
            <a:chExt cx="710309" cy="1142994"/>
          </a:xfrm>
        </p:grpSpPr>
        <p:sp>
          <p:nvSpPr>
            <p:cNvPr id="367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3681" name="Rectangle 3"/>
          <p:cNvSpPr/>
          <p:nvPr/>
        </p:nvSpPr>
        <p:spPr>
          <a:xfrm>
            <a:off x="0" y="18286"/>
            <a:ext cx="12188825" cy="4008179"/>
          </a:xfrm>
          <a:prstGeom prst="rect">
            <a:avLst/>
          </a:prstGeom>
          <a:solidFill>
            <a:srgbClr val="515E68"/>
          </a:solidFill>
          <a:ln w="12700">
            <a:miter lim="400000"/>
          </a:ln>
        </p:spPr>
        <p:txBody>
          <a:bodyPr lIns="45718" tIns="45718" rIns="45718" bIns="45718"/>
          <a:lstStyle/>
          <a:p>
            <a:pPr defTabSz="932192">
              <a:defRPr sz="1900">
                <a:solidFill>
                  <a:srgbClr val="FFFFFF"/>
                </a:solidFill>
              </a:defRPr>
            </a:pPr>
          </a:p>
        </p:txBody>
      </p:sp>
      <p:sp>
        <p:nvSpPr>
          <p:cNvPr id="3682" name="Rectangle 9"/>
          <p:cNvSpPr/>
          <p:nvPr/>
        </p:nvSpPr>
        <p:spPr>
          <a:xfrm>
            <a:off x="-66" y="4026463"/>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3683" name="Body Level One…"/>
          <p:cNvSpPr txBox="1"/>
          <p:nvPr>
            <p:ph type="body" sz="quarter" idx="1" hasCustomPrompt="1"/>
          </p:nvPr>
        </p:nvSpPr>
        <p:spPr>
          <a:xfrm>
            <a:off x="379413" y="4437946"/>
            <a:ext cx="11430001" cy="525877"/>
          </a:xfrm>
          <a:prstGeom prst="rect">
            <a:avLst/>
          </a:prstGeom>
        </p:spPr>
        <p:txBody>
          <a:bodyPr/>
          <a:lstStyle>
            <a:lvl1pPr>
              <a:defRPr sz="3600">
                <a:latin typeface="Mona-Sans Regular"/>
                <a:ea typeface="Mona-Sans Regular"/>
                <a:cs typeface="Mona-Sans Regular"/>
                <a:sym typeface="Mona-Sans Regular"/>
              </a:defRPr>
            </a:lvl1pPr>
            <a:lvl2pPr>
              <a:defRPr sz="3600">
                <a:latin typeface="Mona-Sans Regular"/>
                <a:ea typeface="Mona-Sans Regular"/>
                <a:cs typeface="Mona-Sans Regular"/>
                <a:sym typeface="Mona-Sans Regular"/>
              </a:defRPr>
            </a:lvl2pPr>
            <a:lvl3pPr>
              <a:defRPr sz="3600">
                <a:latin typeface="Mona-Sans Regular"/>
                <a:ea typeface="Mona-Sans Regular"/>
                <a:cs typeface="Mona-Sans Regular"/>
                <a:sym typeface="Mona-Sans Regular"/>
              </a:defRPr>
            </a:lvl3pPr>
            <a:lvl4pPr>
              <a:defRPr sz="3600">
                <a:latin typeface="Mona-Sans Regular"/>
                <a:ea typeface="Mona-Sans Regular"/>
                <a:cs typeface="Mona-Sans Regular"/>
                <a:sym typeface="Mona-Sans Regular"/>
              </a:defRPr>
            </a:lvl4pPr>
            <a:lvl5pPr>
              <a:defRPr sz="3600">
                <a:latin typeface="Mona-Sans Regular"/>
                <a:ea typeface="Mona-Sans Regular"/>
                <a:cs typeface="Mona-Sans Regular"/>
                <a:sym typeface="Mona-Sans Regular"/>
              </a:defRPr>
            </a:lvl5pPr>
          </a:lstStyle>
          <a:p>
            <a:pPr/>
            <a:r>
              <a:t>Title should be less than 10 words</a:t>
            </a:r>
          </a:p>
          <a:p>
            <a:pPr lvl="1"/>
            <a:r>
              <a:t/>
            </a:r>
          </a:p>
          <a:p>
            <a:pPr lvl="2"/>
            <a:r>
              <a:t/>
            </a:r>
          </a:p>
          <a:p>
            <a:pPr lvl="3"/>
            <a:r>
              <a:t/>
            </a:r>
          </a:p>
          <a:p>
            <a:pPr lvl="4"/>
            <a:r>
              <a:t/>
            </a:r>
          </a:p>
        </p:txBody>
      </p:sp>
      <p:sp>
        <p:nvSpPr>
          <p:cNvPr id="3684" name="Text Placeholder 4"/>
          <p:cNvSpPr/>
          <p:nvPr>
            <p:ph type="body" sz="quarter" idx="21" hasCustomPrompt="1"/>
          </p:nvPr>
        </p:nvSpPr>
        <p:spPr>
          <a:xfrm>
            <a:off x="379410" y="5096388"/>
            <a:ext cx="11430007" cy="1342515"/>
          </a:xfrm>
          <a:prstGeom prst="rect">
            <a:avLst/>
          </a:prstGeom>
        </p:spPr>
        <p:txBody>
          <a:bodyPr/>
          <a:lstStyle>
            <a:lvl1pPr>
              <a:defRPr sz="2100">
                <a:solidFill>
                  <a:srgbClr val="B0BAC2"/>
                </a:solidFill>
                <a:latin typeface="Mona-Sans Regular"/>
                <a:ea typeface="Mona-Sans Regular"/>
                <a:cs typeface="Mona-Sans Regular"/>
                <a:sym typeface="Mona-Sans Regular"/>
              </a:defRPr>
            </a:lvl1pPr>
          </a:lstStyle>
          <a:p>
            <a:pPr/>
            <a:r>
              <a:t>Optional additional text</a:t>
            </a:r>
          </a:p>
        </p:txBody>
      </p:sp>
      <p:sp>
        <p:nvSpPr>
          <p:cNvPr id="3685" name="Text Placeholder 4"/>
          <p:cNvSpPr/>
          <p:nvPr>
            <p:ph type="body" sz="half" idx="22" hasCustomPrompt="1"/>
          </p:nvPr>
        </p:nvSpPr>
        <p:spPr>
          <a:xfrm>
            <a:off x="379410" y="736124"/>
            <a:ext cx="11430007" cy="2871243"/>
          </a:xfrm>
          <a:prstGeom prst="rect">
            <a:avLst/>
          </a:prstGeom>
        </p:spPr>
        <p:txBody>
          <a:bodyPr/>
          <a:lstStyle>
            <a:lvl1pPr>
              <a:defRPr sz="2300">
                <a:latin typeface="Mona Sans Mono"/>
                <a:ea typeface="Mona Sans Mono"/>
                <a:cs typeface="Mona Sans Mono"/>
                <a:sym typeface="Mona Sans Mono"/>
              </a:defRPr>
            </a:lvl1pPr>
          </a:lstStyle>
          <a:p>
            <a:pPr/>
            <a:r>
              <a:t>Click to edit or paste code</a:t>
            </a:r>
          </a:p>
        </p:txBody>
      </p:sp>
      <p:sp>
        <p:nvSpPr>
          <p:cNvPr id="3686" name="Text Placeholder 4"/>
          <p:cNvSpPr/>
          <p:nvPr>
            <p:ph type="body" sz="quarter" idx="23" hasCustomPrompt="1"/>
          </p:nvPr>
        </p:nvSpPr>
        <p:spPr>
          <a:xfrm>
            <a:off x="379410" y="429769"/>
            <a:ext cx="11430007" cy="205775"/>
          </a:xfrm>
          <a:prstGeom prst="rect">
            <a:avLst/>
          </a:prstGeom>
        </p:spPr>
        <p:txBody>
          <a:bodyPr/>
          <a:lstStyle>
            <a:lvl1pPr defTabSz="886613">
              <a:spcBef>
                <a:spcPts val="900"/>
              </a:spcBef>
              <a:defRPr cap="all" sz="1300">
                <a:solidFill>
                  <a:srgbClr val="F3F6F2"/>
                </a:solidFill>
                <a:latin typeface="Mona Sans Mono"/>
                <a:ea typeface="Mona Sans Mono"/>
                <a:cs typeface="Mona Sans Mono"/>
                <a:sym typeface="Mona Sans Mono"/>
              </a:defRPr>
            </a:lvl1pPr>
          </a:lstStyle>
          <a:p>
            <a:pPr/>
            <a:r>
              <a:t>Click to enter title</a:t>
            </a:r>
          </a:p>
        </p:txBody>
      </p:sp>
      <p:sp>
        <p:nvSpPr>
          <p:cNvPr id="368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de right side">
    <p:bg>
      <p:bgPr>
        <a:solidFill>
          <a:srgbClr val="121613"/>
        </a:solidFill>
      </p:bgPr>
    </p:bg>
    <p:spTree>
      <p:nvGrpSpPr>
        <p:cNvPr id="1" name=""/>
        <p:cNvGrpSpPr/>
        <p:nvPr/>
      </p:nvGrpSpPr>
      <p:grpSpPr>
        <a:xfrm>
          <a:off x="0" y="0"/>
          <a:ext cx="0" cy="0"/>
          <a:chOff x="0" y="0"/>
          <a:chExt cx="0" cy="0"/>
        </a:xfrm>
      </p:grpSpPr>
      <p:grpSp>
        <p:nvGrpSpPr>
          <p:cNvPr id="3696" name="Rectangle 109"/>
          <p:cNvGrpSpPr/>
          <p:nvPr/>
        </p:nvGrpSpPr>
        <p:grpSpPr>
          <a:xfrm>
            <a:off x="12287632" y="5878297"/>
            <a:ext cx="710311" cy="979707"/>
            <a:chOff x="0" y="0"/>
            <a:chExt cx="710309" cy="979705"/>
          </a:xfrm>
        </p:grpSpPr>
        <p:sp>
          <p:nvSpPr>
            <p:cNvPr id="369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9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699" name="Rectangle 110"/>
          <p:cNvGrpSpPr/>
          <p:nvPr/>
        </p:nvGrpSpPr>
        <p:grpSpPr>
          <a:xfrm>
            <a:off x="12287631" y="4898603"/>
            <a:ext cx="710311" cy="979709"/>
            <a:chOff x="0" y="-1"/>
            <a:chExt cx="710309" cy="979708"/>
          </a:xfrm>
        </p:grpSpPr>
        <p:sp>
          <p:nvSpPr>
            <p:cNvPr id="369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9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702" name="Rectangle 111"/>
          <p:cNvGrpSpPr/>
          <p:nvPr/>
        </p:nvGrpSpPr>
        <p:grpSpPr>
          <a:xfrm>
            <a:off x="12287632" y="3918862"/>
            <a:ext cx="710311" cy="979706"/>
            <a:chOff x="0" y="0"/>
            <a:chExt cx="710309" cy="979705"/>
          </a:xfrm>
        </p:grpSpPr>
        <p:sp>
          <p:nvSpPr>
            <p:cNvPr id="370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0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705" name="Rectangle 112"/>
          <p:cNvGrpSpPr/>
          <p:nvPr/>
        </p:nvGrpSpPr>
        <p:grpSpPr>
          <a:xfrm>
            <a:off x="12287631" y="2939171"/>
            <a:ext cx="710311" cy="979707"/>
            <a:chOff x="0" y="0"/>
            <a:chExt cx="710309" cy="979705"/>
          </a:xfrm>
        </p:grpSpPr>
        <p:sp>
          <p:nvSpPr>
            <p:cNvPr id="370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0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708" name="Rectangle 113"/>
          <p:cNvGrpSpPr/>
          <p:nvPr/>
        </p:nvGrpSpPr>
        <p:grpSpPr>
          <a:xfrm>
            <a:off x="12287632" y="1959431"/>
            <a:ext cx="710311" cy="979707"/>
            <a:chOff x="0" y="0"/>
            <a:chExt cx="710309" cy="979705"/>
          </a:xfrm>
        </p:grpSpPr>
        <p:sp>
          <p:nvSpPr>
            <p:cNvPr id="370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0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711" name="Rectangle 114"/>
          <p:cNvGrpSpPr/>
          <p:nvPr/>
        </p:nvGrpSpPr>
        <p:grpSpPr>
          <a:xfrm>
            <a:off x="12287631" y="979736"/>
            <a:ext cx="710311" cy="979707"/>
            <a:chOff x="0" y="0"/>
            <a:chExt cx="710309" cy="979705"/>
          </a:xfrm>
        </p:grpSpPr>
        <p:sp>
          <p:nvSpPr>
            <p:cNvPr id="370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1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714" name="Rectangle 115"/>
          <p:cNvGrpSpPr/>
          <p:nvPr/>
        </p:nvGrpSpPr>
        <p:grpSpPr>
          <a:xfrm>
            <a:off x="12287631" y="-2"/>
            <a:ext cx="710311" cy="979706"/>
            <a:chOff x="0" y="0"/>
            <a:chExt cx="710309" cy="979705"/>
          </a:xfrm>
        </p:grpSpPr>
        <p:sp>
          <p:nvSpPr>
            <p:cNvPr id="371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1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717" name="Rectangle 118"/>
          <p:cNvGrpSpPr/>
          <p:nvPr/>
        </p:nvGrpSpPr>
        <p:grpSpPr>
          <a:xfrm>
            <a:off x="12997439" y="5715013"/>
            <a:ext cx="710311" cy="1142996"/>
            <a:chOff x="0" y="0"/>
            <a:chExt cx="710309" cy="1142994"/>
          </a:xfrm>
        </p:grpSpPr>
        <p:sp>
          <p:nvSpPr>
            <p:cNvPr id="371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720" name="Rectangle 119"/>
          <p:cNvGrpSpPr/>
          <p:nvPr/>
        </p:nvGrpSpPr>
        <p:grpSpPr>
          <a:xfrm>
            <a:off x="12997439" y="4572032"/>
            <a:ext cx="710311" cy="1142996"/>
            <a:chOff x="0" y="0"/>
            <a:chExt cx="710309" cy="1142994"/>
          </a:xfrm>
        </p:grpSpPr>
        <p:sp>
          <p:nvSpPr>
            <p:cNvPr id="371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723" name="Rectangle 120"/>
          <p:cNvGrpSpPr/>
          <p:nvPr/>
        </p:nvGrpSpPr>
        <p:grpSpPr>
          <a:xfrm>
            <a:off x="12997439" y="3428998"/>
            <a:ext cx="710311" cy="1142996"/>
            <a:chOff x="0" y="0"/>
            <a:chExt cx="710309" cy="1142994"/>
          </a:xfrm>
        </p:grpSpPr>
        <p:sp>
          <p:nvSpPr>
            <p:cNvPr id="372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726" name="Rectangle 121"/>
          <p:cNvGrpSpPr/>
          <p:nvPr/>
        </p:nvGrpSpPr>
        <p:grpSpPr>
          <a:xfrm>
            <a:off x="12997439" y="2286017"/>
            <a:ext cx="710311" cy="1142996"/>
            <a:chOff x="0" y="0"/>
            <a:chExt cx="710309" cy="1142994"/>
          </a:xfrm>
        </p:grpSpPr>
        <p:sp>
          <p:nvSpPr>
            <p:cNvPr id="372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2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729" name="Rectangle 122"/>
          <p:cNvGrpSpPr/>
          <p:nvPr/>
        </p:nvGrpSpPr>
        <p:grpSpPr>
          <a:xfrm>
            <a:off x="12997439" y="1142977"/>
            <a:ext cx="710311" cy="1142997"/>
            <a:chOff x="0" y="-1"/>
            <a:chExt cx="710309" cy="1142995"/>
          </a:xfrm>
        </p:grpSpPr>
        <p:sp>
          <p:nvSpPr>
            <p:cNvPr id="372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2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732" name="Rectangle 123"/>
          <p:cNvGrpSpPr/>
          <p:nvPr/>
        </p:nvGrpSpPr>
        <p:grpSpPr>
          <a:xfrm>
            <a:off x="13706754" y="-2365"/>
            <a:ext cx="710311" cy="1142995"/>
            <a:chOff x="0" y="0"/>
            <a:chExt cx="710309" cy="1142994"/>
          </a:xfrm>
        </p:grpSpPr>
        <p:sp>
          <p:nvSpPr>
            <p:cNvPr id="373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3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735" name="Rectangle 126"/>
          <p:cNvGrpSpPr/>
          <p:nvPr/>
        </p:nvGrpSpPr>
        <p:grpSpPr>
          <a:xfrm>
            <a:off x="13706756" y="5715013"/>
            <a:ext cx="710311" cy="1142996"/>
            <a:chOff x="0" y="0"/>
            <a:chExt cx="710309" cy="1142994"/>
          </a:xfrm>
        </p:grpSpPr>
        <p:sp>
          <p:nvSpPr>
            <p:cNvPr id="373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3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738" name="Rectangle 127"/>
          <p:cNvGrpSpPr/>
          <p:nvPr/>
        </p:nvGrpSpPr>
        <p:grpSpPr>
          <a:xfrm>
            <a:off x="13706754" y="4572032"/>
            <a:ext cx="710311" cy="1142996"/>
            <a:chOff x="0" y="0"/>
            <a:chExt cx="710309" cy="1142994"/>
          </a:xfrm>
        </p:grpSpPr>
        <p:sp>
          <p:nvSpPr>
            <p:cNvPr id="373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3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741" name="Rectangle 128"/>
          <p:cNvGrpSpPr/>
          <p:nvPr/>
        </p:nvGrpSpPr>
        <p:grpSpPr>
          <a:xfrm>
            <a:off x="12996453" y="-1157"/>
            <a:ext cx="710311" cy="1142995"/>
            <a:chOff x="0" y="0"/>
            <a:chExt cx="710309" cy="1142994"/>
          </a:xfrm>
        </p:grpSpPr>
        <p:sp>
          <p:nvSpPr>
            <p:cNvPr id="373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4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744" name="Rectangle 129"/>
          <p:cNvGrpSpPr/>
          <p:nvPr/>
        </p:nvGrpSpPr>
        <p:grpSpPr>
          <a:xfrm>
            <a:off x="13706754" y="2286017"/>
            <a:ext cx="710311" cy="1142996"/>
            <a:chOff x="0" y="0"/>
            <a:chExt cx="710309" cy="1142994"/>
          </a:xfrm>
        </p:grpSpPr>
        <p:sp>
          <p:nvSpPr>
            <p:cNvPr id="374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4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747" name="Rectangle 130"/>
          <p:cNvGrpSpPr/>
          <p:nvPr/>
        </p:nvGrpSpPr>
        <p:grpSpPr>
          <a:xfrm>
            <a:off x="13706756" y="1142977"/>
            <a:ext cx="710311" cy="1142997"/>
            <a:chOff x="0" y="-1"/>
            <a:chExt cx="710309" cy="1142995"/>
          </a:xfrm>
        </p:grpSpPr>
        <p:sp>
          <p:nvSpPr>
            <p:cNvPr id="374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4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750" name="Rectangle 131"/>
          <p:cNvGrpSpPr/>
          <p:nvPr/>
        </p:nvGrpSpPr>
        <p:grpSpPr>
          <a:xfrm>
            <a:off x="13706754" y="3427836"/>
            <a:ext cx="710311" cy="1142996"/>
            <a:chOff x="0" y="0"/>
            <a:chExt cx="710309" cy="1142994"/>
          </a:xfrm>
        </p:grpSpPr>
        <p:sp>
          <p:nvSpPr>
            <p:cNvPr id="374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4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3751" name="Rectangle 3"/>
          <p:cNvSpPr/>
          <p:nvPr/>
        </p:nvSpPr>
        <p:spPr>
          <a:xfrm>
            <a:off x="5204628" y="1"/>
            <a:ext cx="6984197" cy="6858001"/>
          </a:xfrm>
          <a:prstGeom prst="rect">
            <a:avLst/>
          </a:prstGeom>
          <a:solidFill>
            <a:srgbClr val="515E68"/>
          </a:solidFill>
          <a:ln w="12700">
            <a:miter lim="400000"/>
          </a:ln>
        </p:spPr>
        <p:txBody>
          <a:bodyPr lIns="45718" tIns="45718" rIns="45718" bIns="45718"/>
          <a:lstStyle/>
          <a:p>
            <a:pPr defTabSz="932192">
              <a:defRPr sz="1900">
                <a:solidFill>
                  <a:srgbClr val="FFFFFF"/>
                </a:solidFill>
              </a:defRPr>
            </a:pPr>
          </a:p>
        </p:txBody>
      </p:sp>
      <p:sp>
        <p:nvSpPr>
          <p:cNvPr id="3752" name="Rectangle 9"/>
          <p:cNvSpPr/>
          <p:nvPr/>
        </p:nvSpPr>
        <p:spPr>
          <a:xfrm rot="5400000">
            <a:off x="1785576" y="3419854"/>
            <a:ext cx="6858001"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3753" name="Body Level One…"/>
          <p:cNvSpPr txBox="1"/>
          <p:nvPr>
            <p:ph type="body" sz="quarter" idx="1" hasCustomPrompt="1"/>
          </p:nvPr>
        </p:nvSpPr>
        <p:spPr>
          <a:xfrm>
            <a:off x="379413" y="429769"/>
            <a:ext cx="4436892" cy="1015321"/>
          </a:xfrm>
          <a:prstGeom prst="rect">
            <a:avLst/>
          </a:prstGeom>
        </p:spPr>
        <p:txBody>
          <a:bodyPr/>
          <a:lstStyle>
            <a:lvl1pPr>
              <a:defRPr sz="3600">
                <a:latin typeface="Mona-Sans Regular"/>
                <a:ea typeface="Mona-Sans Regular"/>
                <a:cs typeface="Mona-Sans Regular"/>
                <a:sym typeface="Mona-Sans Regular"/>
              </a:defRPr>
            </a:lvl1pPr>
            <a:lvl2pPr>
              <a:defRPr sz="3600">
                <a:latin typeface="Mona-Sans Regular"/>
                <a:ea typeface="Mona-Sans Regular"/>
                <a:cs typeface="Mona-Sans Regular"/>
                <a:sym typeface="Mona-Sans Regular"/>
              </a:defRPr>
            </a:lvl2pPr>
            <a:lvl3pPr>
              <a:defRPr sz="3600">
                <a:latin typeface="Mona-Sans Regular"/>
                <a:ea typeface="Mona-Sans Regular"/>
                <a:cs typeface="Mona-Sans Regular"/>
                <a:sym typeface="Mona-Sans Regular"/>
              </a:defRPr>
            </a:lvl3pPr>
            <a:lvl4pPr>
              <a:defRPr sz="3600">
                <a:latin typeface="Mona-Sans Regular"/>
                <a:ea typeface="Mona-Sans Regular"/>
                <a:cs typeface="Mona-Sans Regular"/>
                <a:sym typeface="Mona-Sans Regular"/>
              </a:defRPr>
            </a:lvl4pPr>
            <a:lvl5pPr>
              <a:defRPr sz="3600">
                <a:latin typeface="Mona-Sans Regular"/>
                <a:ea typeface="Mona-Sans Regular"/>
                <a:cs typeface="Mona-Sans Regular"/>
                <a:sym typeface="Mona-Sans Regular"/>
              </a:defRPr>
            </a:lvl5pPr>
          </a:lstStyle>
          <a:p>
            <a:pPr/>
            <a:r>
              <a:t>Title should be less than 10 words</a:t>
            </a:r>
          </a:p>
          <a:p>
            <a:pPr lvl="1"/>
            <a:r>
              <a:t/>
            </a:r>
          </a:p>
          <a:p>
            <a:pPr lvl="2"/>
            <a:r>
              <a:t/>
            </a:r>
          </a:p>
          <a:p>
            <a:pPr lvl="3"/>
            <a:r>
              <a:t/>
            </a:r>
          </a:p>
          <a:p>
            <a:pPr lvl="4"/>
            <a:r>
              <a:t/>
            </a:r>
          </a:p>
        </p:txBody>
      </p:sp>
      <p:sp>
        <p:nvSpPr>
          <p:cNvPr id="3754" name="Text Placeholder 4"/>
          <p:cNvSpPr/>
          <p:nvPr>
            <p:ph type="body" sz="half" idx="21" hasCustomPrompt="1"/>
          </p:nvPr>
        </p:nvSpPr>
        <p:spPr>
          <a:xfrm>
            <a:off x="379413" y="1528653"/>
            <a:ext cx="4436893" cy="4899578"/>
          </a:xfrm>
          <a:prstGeom prst="rect">
            <a:avLst/>
          </a:prstGeom>
        </p:spPr>
        <p:txBody>
          <a:bodyPr/>
          <a:lstStyle>
            <a:lvl1pPr>
              <a:defRPr sz="2100">
                <a:solidFill>
                  <a:srgbClr val="B0BAC2"/>
                </a:solidFill>
                <a:latin typeface="Mona-Sans Regular"/>
                <a:ea typeface="Mona-Sans Regular"/>
                <a:cs typeface="Mona-Sans Regular"/>
                <a:sym typeface="Mona-Sans Regular"/>
              </a:defRPr>
            </a:lvl1pPr>
          </a:lstStyle>
          <a:p>
            <a:pPr/>
            <a:r>
              <a:t>Optional additional text</a:t>
            </a:r>
          </a:p>
        </p:txBody>
      </p:sp>
      <p:sp>
        <p:nvSpPr>
          <p:cNvPr id="3755" name="Text Placeholder 4"/>
          <p:cNvSpPr/>
          <p:nvPr>
            <p:ph type="body" idx="22" hasCustomPrompt="1"/>
          </p:nvPr>
        </p:nvSpPr>
        <p:spPr>
          <a:xfrm>
            <a:off x="5612043" y="736123"/>
            <a:ext cx="6197374" cy="5692111"/>
          </a:xfrm>
          <a:prstGeom prst="rect">
            <a:avLst/>
          </a:prstGeom>
        </p:spPr>
        <p:txBody>
          <a:bodyPr/>
          <a:lstStyle>
            <a:lvl1pPr>
              <a:defRPr sz="2300">
                <a:latin typeface="Mona Sans Mono"/>
                <a:ea typeface="Mona Sans Mono"/>
                <a:cs typeface="Mona Sans Mono"/>
                <a:sym typeface="Mona Sans Mono"/>
              </a:defRPr>
            </a:lvl1pPr>
          </a:lstStyle>
          <a:p>
            <a:pPr/>
            <a:r>
              <a:t>Click to edit or paste code</a:t>
            </a:r>
          </a:p>
        </p:txBody>
      </p:sp>
      <p:sp>
        <p:nvSpPr>
          <p:cNvPr id="3756" name="Text Placeholder 4"/>
          <p:cNvSpPr/>
          <p:nvPr>
            <p:ph type="body" sz="quarter" idx="23" hasCustomPrompt="1"/>
          </p:nvPr>
        </p:nvSpPr>
        <p:spPr>
          <a:xfrm>
            <a:off x="5612043" y="429769"/>
            <a:ext cx="6197374" cy="205775"/>
          </a:xfrm>
          <a:prstGeom prst="rect">
            <a:avLst/>
          </a:prstGeom>
        </p:spPr>
        <p:txBody>
          <a:bodyPr/>
          <a:lstStyle>
            <a:lvl1pPr defTabSz="886613">
              <a:spcBef>
                <a:spcPts val="900"/>
              </a:spcBef>
              <a:defRPr cap="all" sz="1300">
                <a:solidFill>
                  <a:srgbClr val="F3F6F2"/>
                </a:solidFill>
                <a:latin typeface="Mona Sans Mono"/>
                <a:ea typeface="Mona Sans Mono"/>
                <a:cs typeface="Mona Sans Mono"/>
                <a:sym typeface="Mona Sans Mono"/>
              </a:defRPr>
            </a:lvl1pPr>
          </a:lstStyle>
          <a:p>
            <a:pPr/>
            <a:r>
              <a:t>Click to enter title</a:t>
            </a:r>
          </a:p>
        </p:txBody>
      </p:sp>
      <p:sp>
        <p:nvSpPr>
          <p:cNvPr id="37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de left side">
    <p:bg>
      <p:bgPr>
        <a:solidFill>
          <a:srgbClr val="121613"/>
        </a:solidFill>
      </p:bgPr>
    </p:bg>
    <p:spTree>
      <p:nvGrpSpPr>
        <p:cNvPr id="1" name=""/>
        <p:cNvGrpSpPr/>
        <p:nvPr/>
      </p:nvGrpSpPr>
      <p:grpSpPr>
        <a:xfrm>
          <a:off x="0" y="0"/>
          <a:ext cx="0" cy="0"/>
          <a:chOff x="0" y="0"/>
          <a:chExt cx="0" cy="0"/>
        </a:xfrm>
      </p:grpSpPr>
      <p:grpSp>
        <p:nvGrpSpPr>
          <p:cNvPr id="3766" name="Rectangle 109"/>
          <p:cNvGrpSpPr/>
          <p:nvPr/>
        </p:nvGrpSpPr>
        <p:grpSpPr>
          <a:xfrm>
            <a:off x="12287632" y="5878297"/>
            <a:ext cx="710311" cy="979707"/>
            <a:chOff x="0" y="0"/>
            <a:chExt cx="710309" cy="979705"/>
          </a:xfrm>
        </p:grpSpPr>
        <p:sp>
          <p:nvSpPr>
            <p:cNvPr id="376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6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769" name="Rectangle 110"/>
          <p:cNvGrpSpPr/>
          <p:nvPr/>
        </p:nvGrpSpPr>
        <p:grpSpPr>
          <a:xfrm>
            <a:off x="12287631" y="4898603"/>
            <a:ext cx="710311" cy="979709"/>
            <a:chOff x="0" y="-1"/>
            <a:chExt cx="710309" cy="979708"/>
          </a:xfrm>
        </p:grpSpPr>
        <p:sp>
          <p:nvSpPr>
            <p:cNvPr id="376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6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772" name="Rectangle 111"/>
          <p:cNvGrpSpPr/>
          <p:nvPr/>
        </p:nvGrpSpPr>
        <p:grpSpPr>
          <a:xfrm>
            <a:off x="12287632" y="3918862"/>
            <a:ext cx="710311" cy="979706"/>
            <a:chOff x="0" y="0"/>
            <a:chExt cx="710309" cy="979705"/>
          </a:xfrm>
        </p:grpSpPr>
        <p:sp>
          <p:nvSpPr>
            <p:cNvPr id="377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7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775" name="Rectangle 112"/>
          <p:cNvGrpSpPr/>
          <p:nvPr/>
        </p:nvGrpSpPr>
        <p:grpSpPr>
          <a:xfrm>
            <a:off x="12287631" y="2939171"/>
            <a:ext cx="710311" cy="979707"/>
            <a:chOff x="0" y="0"/>
            <a:chExt cx="710309" cy="979705"/>
          </a:xfrm>
        </p:grpSpPr>
        <p:sp>
          <p:nvSpPr>
            <p:cNvPr id="377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7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778" name="Rectangle 113"/>
          <p:cNvGrpSpPr/>
          <p:nvPr/>
        </p:nvGrpSpPr>
        <p:grpSpPr>
          <a:xfrm>
            <a:off x="12287632" y="1959431"/>
            <a:ext cx="710311" cy="979707"/>
            <a:chOff x="0" y="0"/>
            <a:chExt cx="710309" cy="979705"/>
          </a:xfrm>
        </p:grpSpPr>
        <p:sp>
          <p:nvSpPr>
            <p:cNvPr id="377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7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781" name="Rectangle 114"/>
          <p:cNvGrpSpPr/>
          <p:nvPr/>
        </p:nvGrpSpPr>
        <p:grpSpPr>
          <a:xfrm>
            <a:off x="12287631" y="979736"/>
            <a:ext cx="710311" cy="979707"/>
            <a:chOff x="0" y="0"/>
            <a:chExt cx="710309" cy="979705"/>
          </a:xfrm>
        </p:grpSpPr>
        <p:sp>
          <p:nvSpPr>
            <p:cNvPr id="377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8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784" name="Rectangle 115"/>
          <p:cNvGrpSpPr/>
          <p:nvPr/>
        </p:nvGrpSpPr>
        <p:grpSpPr>
          <a:xfrm>
            <a:off x="12287631" y="-2"/>
            <a:ext cx="710311" cy="979706"/>
            <a:chOff x="0" y="0"/>
            <a:chExt cx="710309" cy="979705"/>
          </a:xfrm>
        </p:grpSpPr>
        <p:sp>
          <p:nvSpPr>
            <p:cNvPr id="378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8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787" name="Rectangle 118"/>
          <p:cNvGrpSpPr/>
          <p:nvPr/>
        </p:nvGrpSpPr>
        <p:grpSpPr>
          <a:xfrm>
            <a:off x="12997439" y="5715013"/>
            <a:ext cx="710311" cy="1142996"/>
            <a:chOff x="0" y="0"/>
            <a:chExt cx="710309" cy="1142994"/>
          </a:xfrm>
        </p:grpSpPr>
        <p:sp>
          <p:nvSpPr>
            <p:cNvPr id="378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790" name="Rectangle 119"/>
          <p:cNvGrpSpPr/>
          <p:nvPr/>
        </p:nvGrpSpPr>
        <p:grpSpPr>
          <a:xfrm>
            <a:off x="12997439" y="4572032"/>
            <a:ext cx="710311" cy="1142996"/>
            <a:chOff x="0" y="0"/>
            <a:chExt cx="710309" cy="1142994"/>
          </a:xfrm>
        </p:grpSpPr>
        <p:sp>
          <p:nvSpPr>
            <p:cNvPr id="378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8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793" name="Rectangle 120"/>
          <p:cNvGrpSpPr/>
          <p:nvPr/>
        </p:nvGrpSpPr>
        <p:grpSpPr>
          <a:xfrm>
            <a:off x="12997439" y="3428998"/>
            <a:ext cx="710311" cy="1142996"/>
            <a:chOff x="0" y="0"/>
            <a:chExt cx="710309" cy="1142994"/>
          </a:xfrm>
        </p:grpSpPr>
        <p:sp>
          <p:nvSpPr>
            <p:cNvPr id="379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9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796" name="Rectangle 121"/>
          <p:cNvGrpSpPr/>
          <p:nvPr/>
        </p:nvGrpSpPr>
        <p:grpSpPr>
          <a:xfrm>
            <a:off x="12997439" y="2286017"/>
            <a:ext cx="710311" cy="1142996"/>
            <a:chOff x="0" y="0"/>
            <a:chExt cx="710309" cy="1142994"/>
          </a:xfrm>
        </p:grpSpPr>
        <p:sp>
          <p:nvSpPr>
            <p:cNvPr id="379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9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799" name="Rectangle 122"/>
          <p:cNvGrpSpPr/>
          <p:nvPr/>
        </p:nvGrpSpPr>
        <p:grpSpPr>
          <a:xfrm>
            <a:off x="12997439" y="1142977"/>
            <a:ext cx="710311" cy="1142997"/>
            <a:chOff x="0" y="-1"/>
            <a:chExt cx="710309" cy="1142995"/>
          </a:xfrm>
        </p:grpSpPr>
        <p:sp>
          <p:nvSpPr>
            <p:cNvPr id="379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79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802" name="Rectangle 123"/>
          <p:cNvGrpSpPr/>
          <p:nvPr/>
        </p:nvGrpSpPr>
        <p:grpSpPr>
          <a:xfrm>
            <a:off x="13706754" y="-2365"/>
            <a:ext cx="710311" cy="1142995"/>
            <a:chOff x="0" y="0"/>
            <a:chExt cx="710309" cy="1142994"/>
          </a:xfrm>
        </p:grpSpPr>
        <p:sp>
          <p:nvSpPr>
            <p:cNvPr id="380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805" name="Rectangle 126"/>
          <p:cNvGrpSpPr/>
          <p:nvPr/>
        </p:nvGrpSpPr>
        <p:grpSpPr>
          <a:xfrm>
            <a:off x="13706756" y="5715013"/>
            <a:ext cx="710311" cy="1142996"/>
            <a:chOff x="0" y="0"/>
            <a:chExt cx="710309" cy="1142994"/>
          </a:xfrm>
        </p:grpSpPr>
        <p:sp>
          <p:nvSpPr>
            <p:cNvPr id="380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808" name="Rectangle 127"/>
          <p:cNvGrpSpPr/>
          <p:nvPr/>
        </p:nvGrpSpPr>
        <p:grpSpPr>
          <a:xfrm>
            <a:off x="13706754" y="4572032"/>
            <a:ext cx="710311" cy="1142996"/>
            <a:chOff x="0" y="0"/>
            <a:chExt cx="710309" cy="1142994"/>
          </a:xfrm>
        </p:grpSpPr>
        <p:sp>
          <p:nvSpPr>
            <p:cNvPr id="380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811" name="Rectangle 128"/>
          <p:cNvGrpSpPr/>
          <p:nvPr/>
        </p:nvGrpSpPr>
        <p:grpSpPr>
          <a:xfrm>
            <a:off x="12996453" y="-1157"/>
            <a:ext cx="710311" cy="1142995"/>
            <a:chOff x="0" y="0"/>
            <a:chExt cx="710309" cy="1142994"/>
          </a:xfrm>
        </p:grpSpPr>
        <p:sp>
          <p:nvSpPr>
            <p:cNvPr id="380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814" name="Rectangle 129"/>
          <p:cNvGrpSpPr/>
          <p:nvPr/>
        </p:nvGrpSpPr>
        <p:grpSpPr>
          <a:xfrm>
            <a:off x="13706754" y="2286017"/>
            <a:ext cx="710311" cy="1142996"/>
            <a:chOff x="0" y="0"/>
            <a:chExt cx="710309" cy="1142994"/>
          </a:xfrm>
        </p:grpSpPr>
        <p:sp>
          <p:nvSpPr>
            <p:cNvPr id="381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1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817" name="Rectangle 130"/>
          <p:cNvGrpSpPr/>
          <p:nvPr/>
        </p:nvGrpSpPr>
        <p:grpSpPr>
          <a:xfrm>
            <a:off x="13706756" y="1142977"/>
            <a:ext cx="710311" cy="1142997"/>
            <a:chOff x="0" y="-1"/>
            <a:chExt cx="710309" cy="1142995"/>
          </a:xfrm>
        </p:grpSpPr>
        <p:sp>
          <p:nvSpPr>
            <p:cNvPr id="381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1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820" name="Rectangle 131"/>
          <p:cNvGrpSpPr/>
          <p:nvPr/>
        </p:nvGrpSpPr>
        <p:grpSpPr>
          <a:xfrm>
            <a:off x="13706754" y="3427836"/>
            <a:ext cx="710311" cy="1142996"/>
            <a:chOff x="0" y="0"/>
            <a:chExt cx="710309" cy="1142994"/>
          </a:xfrm>
        </p:grpSpPr>
        <p:sp>
          <p:nvSpPr>
            <p:cNvPr id="381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3821" name="Rectangle 3"/>
          <p:cNvSpPr/>
          <p:nvPr/>
        </p:nvSpPr>
        <p:spPr>
          <a:xfrm>
            <a:off x="0" y="1"/>
            <a:ext cx="6984197" cy="6858001"/>
          </a:xfrm>
          <a:prstGeom prst="rect">
            <a:avLst/>
          </a:prstGeom>
          <a:solidFill>
            <a:srgbClr val="515E68"/>
          </a:solidFill>
          <a:ln w="12700">
            <a:miter lim="400000"/>
          </a:ln>
        </p:spPr>
        <p:txBody>
          <a:bodyPr lIns="45718" tIns="45718" rIns="45718" bIns="45718"/>
          <a:lstStyle/>
          <a:p>
            <a:pPr defTabSz="932192">
              <a:defRPr sz="1900">
                <a:solidFill>
                  <a:srgbClr val="FFFFFF"/>
                </a:solidFill>
              </a:defRPr>
            </a:pPr>
          </a:p>
        </p:txBody>
      </p:sp>
      <p:sp>
        <p:nvSpPr>
          <p:cNvPr id="3822" name="Rectangle 9"/>
          <p:cNvSpPr/>
          <p:nvPr/>
        </p:nvSpPr>
        <p:spPr>
          <a:xfrm rot="5400000">
            <a:off x="3544291" y="3419854"/>
            <a:ext cx="6858001"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3823" name="Body Level One…"/>
          <p:cNvSpPr txBox="1"/>
          <p:nvPr>
            <p:ph type="body" sz="quarter" idx="1" hasCustomPrompt="1"/>
          </p:nvPr>
        </p:nvSpPr>
        <p:spPr>
          <a:xfrm>
            <a:off x="7372521" y="429769"/>
            <a:ext cx="4436896" cy="1015321"/>
          </a:xfrm>
          <a:prstGeom prst="rect">
            <a:avLst/>
          </a:prstGeom>
        </p:spPr>
        <p:txBody>
          <a:bodyPr/>
          <a:lstStyle>
            <a:lvl1pPr>
              <a:defRPr sz="3600">
                <a:latin typeface="Mona-Sans Regular"/>
                <a:ea typeface="Mona-Sans Regular"/>
                <a:cs typeface="Mona-Sans Regular"/>
                <a:sym typeface="Mona-Sans Regular"/>
              </a:defRPr>
            </a:lvl1pPr>
            <a:lvl2pPr>
              <a:defRPr sz="3600">
                <a:latin typeface="Mona-Sans Regular"/>
                <a:ea typeface="Mona-Sans Regular"/>
                <a:cs typeface="Mona-Sans Regular"/>
                <a:sym typeface="Mona-Sans Regular"/>
              </a:defRPr>
            </a:lvl2pPr>
            <a:lvl3pPr>
              <a:defRPr sz="3600">
                <a:latin typeface="Mona-Sans Regular"/>
                <a:ea typeface="Mona-Sans Regular"/>
                <a:cs typeface="Mona-Sans Regular"/>
                <a:sym typeface="Mona-Sans Regular"/>
              </a:defRPr>
            </a:lvl3pPr>
            <a:lvl4pPr>
              <a:defRPr sz="3600">
                <a:latin typeface="Mona-Sans Regular"/>
                <a:ea typeface="Mona-Sans Regular"/>
                <a:cs typeface="Mona-Sans Regular"/>
                <a:sym typeface="Mona-Sans Regular"/>
              </a:defRPr>
            </a:lvl4pPr>
            <a:lvl5pPr>
              <a:defRPr sz="3600">
                <a:latin typeface="Mona-Sans Regular"/>
                <a:ea typeface="Mona-Sans Regular"/>
                <a:cs typeface="Mona-Sans Regular"/>
                <a:sym typeface="Mona-Sans Regular"/>
              </a:defRPr>
            </a:lvl5pPr>
          </a:lstStyle>
          <a:p>
            <a:pPr/>
            <a:r>
              <a:t>Title should be less than 10 words</a:t>
            </a:r>
          </a:p>
          <a:p>
            <a:pPr lvl="1"/>
            <a:r>
              <a:t/>
            </a:r>
          </a:p>
          <a:p>
            <a:pPr lvl="2"/>
            <a:r>
              <a:t/>
            </a:r>
          </a:p>
          <a:p>
            <a:pPr lvl="3"/>
            <a:r>
              <a:t/>
            </a:r>
          </a:p>
          <a:p>
            <a:pPr lvl="4"/>
            <a:r>
              <a:t/>
            </a:r>
          </a:p>
        </p:txBody>
      </p:sp>
      <p:sp>
        <p:nvSpPr>
          <p:cNvPr id="3824" name="Text Placeholder 4"/>
          <p:cNvSpPr/>
          <p:nvPr>
            <p:ph type="body" sz="half" idx="21" hasCustomPrompt="1"/>
          </p:nvPr>
        </p:nvSpPr>
        <p:spPr>
          <a:xfrm>
            <a:off x="7372521" y="1528653"/>
            <a:ext cx="4436896" cy="4899578"/>
          </a:xfrm>
          <a:prstGeom prst="rect">
            <a:avLst/>
          </a:prstGeom>
        </p:spPr>
        <p:txBody>
          <a:bodyPr/>
          <a:lstStyle>
            <a:lvl1pPr>
              <a:defRPr sz="2100">
                <a:solidFill>
                  <a:srgbClr val="B0BAC2"/>
                </a:solidFill>
                <a:latin typeface="Mona-Sans Regular"/>
                <a:ea typeface="Mona-Sans Regular"/>
                <a:cs typeface="Mona-Sans Regular"/>
                <a:sym typeface="Mona-Sans Regular"/>
              </a:defRPr>
            </a:lvl1pPr>
          </a:lstStyle>
          <a:p>
            <a:pPr/>
            <a:r>
              <a:t>Optional additional text</a:t>
            </a:r>
          </a:p>
        </p:txBody>
      </p:sp>
      <p:sp>
        <p:nvSpPr>
          <p:cNvPr id="3825" name="Text Placeholder 4"/>
          <p:cNvSpPr/>
          <p:nvPr>
            <p:ph type="body" idx="22" hasCustomPrompt="1"/>
          </p:nvPr>
        </p:nvSpPr>
        <p:spPr>
          <a:xfrm>
            <a:off x="379410" y="736123"/>
            <a:ext cx="6197376" cy="5692111"/>
          </a:xfrm>
          <a:prstGeom prst="rect">
            <a:avLst/>
          </a:prstGeom>
        </p:spPr>
        <p:txBody>
          <a:bodyPr/>
          <a:lstStyle>
            <a:lvl1pPr>
              <a:defRPr sz="2300">
                <a:latin typeface="Mona Sans Mono"/>
                <a:ea typeface="Mona Sans Mono"/>
                <a:cs typeface="Mona Sans Mono"/>
                <a:sym typeface="Mona Sans Mono"/>
              </a:defRPr>
            </a:lvl1pPr>
          </a:lstStyle>
          <a:p>
            <a:pPr/>
            <a:r>
              <a:t>Click to edit or paste code</a:t>
            </a:r>
          </a:p>
        </p:txBody>
      </p:sp>
      <p:sp>
        <p:nvSpPr>
          <p:cNvPr id="3826" name="Text Placeholder 4"/>
          <p:cNvSpPr/>
          <p:nvPr>
            <p:ph type="body" sz="quarter" idx="23" hasCustomPrompt="1"/>
          </p:nvPr>
        </p:nvSpPr>
        <p:spPr>
          <a:xfrm>
            <a:off x="379410" y="429769"/>
            <a:ext cx="6197376" cy="205775"/>
          </a:xfrm>
          <a:prstGeom prst="rect">
            <a:avLst/>
          </a:prstGeom>
        </p:spPr>
        <p:txBody>
          <a:bodyPr/>
          <a:lstStyle>
            <a:lvl1pPr defTabSz="886613">
              <a:spcBef>
                <a:spcPts val="900"/>
              </a:spcBef>
              <a:defRPr cap="all" sz="1300">
                <a:solidFill>
                  <a:srgbClr val="F3F6F2"/>
                </a:solidFill>
                <a:latin typeface="Mona Sans Mono"/>
                <a:ea typeface="Mona Sans Mono"/>
                <a:cs typeface="Mona Sans Mono"/>
                <a:sym typeface="Mona Sans Mono"/>
              </a:defRPr>
            </a:lvl1pPr>
          </a:lstStyle>
          <a:p>
            <a:pPr/>
            <a:r>
              <a:t>Click to enter title</a:t>
            </a:r>
          </a:p>
        </p:txBody>
      </p:sp>
      <p:sp>
        <p:nvSpPr>
          <p:cNvPr id="38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Upcoming sessions (4)">
    <p:spTree>
      <p:nvGrpSpPr>
        <p:cNvPr id="1" name=""/>
        <p:cNvGrpSpPr/>
        <p:nvPr/>
      </p:nvGrpSpPr>
      <p:grpSpPr>
        <a:xfrm>
          <a:off x="0" y="0"/>
          <a:ext cx="0" cy="0"/>
          <a:chOff x="0" y="0"/>
          <a:chExt cx="0" cy="0"/>
        </a:xfrm>
      </p:grpSpPr>
      <p:grpSp>
        <p:nvGrpSpPr>
          <p:cNvPr id="3836" name="Rectangle 109"/>
          <p:cNvGrpSpPr/>
          <p:nvPr/>
        </p:nvGrpSpPr>
        <p:grpSpPr>
          <a:xfrm>
            <a:off x="12287632" y="5878297"/>
            <a:ext cx="710311" cy="979707"/>
            <a:chOff x="0" y="0"/>
            <a:chExt cx="710309" cy="979705"/>
          </a:xfrm>
        </p:grpSpPr>
        <p:sp>
          <p:nvSpPr>
            <p:cNvPr id="383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3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839" name="Rectangle 110"/>
          <p:cNvGrpSpPr/>
          <p:nvPr/>
        </p:nvGrpSpPr>
        <p:grpSpPr>
          <a:xfrm>
            <a:off x="12287631" y="4898603"/>
            <a:ext cx="710311" cy="979709"/>
            <a:chOff x="0" y="-1"/>
            <a:chExt cx="710309" cy="979708"/>
          </a:xfrm>
        </p:grpSpPr>
        <p:sp>
          <p:nvSpPr>
            <p:cNvPr id="383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3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842" name="Rectangle 111"/>
          <p:cNvGrpSpPr/>
          <p:nvPr/>
        </p:nvGrpSpPr>
        <p:grpSpPr>
          <a:xfrm>
            <a:off x="12287632" y="3918862"/>
            <a:ext cx="710311" cy="979706"/>
            <a:chOff x="0" y="0"/>
            <a:chExt cx="710309" cy="979705"/>
          </a:xfrm>
        </p:grpSpPr>
        <p:sp>
          <p:nvSpPr>
            <p:cNvPr id="384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4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845" name="Rectangle 112"/>
          <p:cNvGrpSpPr/>
          <p:nvPr/>
        </p:nvGrpSpPr>
        <p:grpSpPr>
          <a:xfrm>
            <a:off x="12287631" y="2939171"/>
            <a:ext cx="710311" cy="979707"/>
            <a:chOff x="0" y="0"/>
            <a:chExt cx="710309" cy="979705"/>
          </a:xfrm>
        </p:grpSpPr>
        <p:sp>
          <p:nvSpPr>
            <p:cNvPr id="384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4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848" name="Rectangle 113"/>
          <p:cNvGrpSpPr/>
          <p:nvPr/>
        </p:nvGrpSpPr>
        <p:grpSpPr>
          <a:xfrm>
            <a:off x="12287632" y="1959431"/>
            <a:ext cx="710311" cy="979707"/>
            <a:chOff x="0" y="0"/>
            <a:chExt cx="710309" cy="979705"/>
          </a:xfrm>
        </p:grpSpPr>
        <p:sp>
          <p:nvSpPr>
            <p:cNvPr id="384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4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851" name="Rectangle 114"/>
          <p:cNvGrpSpPr/>
          <p:nvPr/>
        </p:nvGrpSpPr>
        <p:grpSpPr>
          <a:xfrm>
            <a:off x="12287631" y="979736"/>
            <a:ext cx="710311" cy="979707"/>
            <a:chOff x="0" y="0"/>
            <a:chExt cx="710309" cy="979705"/>
          </a:xfrm>
        </p:grpSpPr>
        <p:sp>
          <p:nvSpPr>
            <p:cNvPr id="384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5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854" name="Rectangle 115"/>
          <p:cNvGrpSpPr/>
          <p:nvPr/>
        </p:nvGrpSpPr>
        <p:grpSpPr>
          <a:xfrm>
            <a:off x="12287631" y="-2"/>
            <a:ext cx="710311" cy="979706"/>
            <a:chOff x="0" y="0"/>
            <a:chExt cx="710309" cy="979705"/>
          </a:xfrm>
        </p:grpSpPr>
        <p:sp>
          <p:nvSpPr>
            <p:cNvPr id="385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5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857" name="Rectangle 118"/>
          <p:cNvGrpSpPr/>
          <p:nvPr/>
        </p:nvGrpSpPr>
        <p:grpSpPr>
          <a:xfrm>
            <a:off x="12997439" y="5715013"/>
            <a:ext cx="710311" cy="1142996"/>
            <a:chOff x="0" y="0"/>
            <a:chExt cx="710309" cy="1142994"/>
          </a:xfrm>
        </p:grpSpPr>
        <p:sp>
          <p:nvSpPr>
            <p:cNvPr id="385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5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860" name="Rectangle 119"/>
          <p:cNvGrpSpPr/>
          <p:nvPr/>
        </p:nvGrpSpPr>
        <p:grpSpPr>
          <a:xfrm>
            <a:off x="12997439" y="4572032"/>
            <a:ext cx="710311" cy="1142996"/>
            <a:chOff x="0" y="0"/>
            <a:chExt cx="710309" cy="1142994"/>
          </a:xfrm>
        </p:grpSpPr>
        <p:sp>
          <p:nvSpPr>
            <p:cNvPr id="385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5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863" name="Rectangle 120"/>
          <p:cNvGrpSpPr/>
          <p:nvPr/>
        </p:nvGrpSpPr>
        <p:grpSpPr>
          <a:xfrm>
            <a:off x="12997439" y="3428998"/>
            <a:ext cx="710311" cy="1142996"/>
            <a:chOff x="0" y="0"/>
            <a:chExt cx="710309" cy="1142994"/>
          </a:xfrm>
        </p:grpSpPr>
        <p:sp>
          <p:nvSpPr>
            <p:cNvPr id="386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6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866" name="Rectangle 121"/>
          <p:cNvGrpSpPr/>
          <p:nvPr/>
        </p:nvGrpSpPr>
        <p:grpSpPr>
          <a:xfrm>
            <a:off x="12997439" y="2286017"/>
            <a:ext cx="710311" cy="1142996"/>
            <a:chOff x="0" y="0"/>
            <a:chExt cx="710309" cy="1142994"/>
          </a:xfrm>
        </p:grpSpPr>
        <p:sp>
          <p:nvSpPr>
            <p:cNvPr id="386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6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869" name="Rectangle 122"/>
          <p:cNvGrpSpPr/>
          <p:nvPr/>
        </p:nvGrpSpPr>
        <p:grpSpPr>
          <a:xfrm>
            <a:off x="12997439" y="1142977"/>
            <a:ext cx="710311" cy="1142997"/>
            <a:chOff x="0" y="-1"/>
            <a:chExt cx="710309" cy="1142995"/>
          </a:xfrm>
        </p:grpSpPr>
        <p:sp>
          <p:nvSpPr>
            <p:cNvPr id="386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6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872" name="Rectangle 123"/>
          <p:cNvGrpSpPr/>
          <p:nvPr/>
        </p:nvGrpSpPr>
        <p:grpSpPr>
          <a:xfrm>
            <a:off x="13706754" y="-2365"/>
            <a:ext cx="710311" cy="1142995"/>
            <a:chOff x="0" y="0"/>
            <a:chExt cx="710309" cy="1142994"/>
          </a:xfrm>
        </p:grpSpPr>
        <p:sp>
          <p:nvSpPr>
            <p:cNvPr id="387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7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875" name="Rectangle 126"/>
          <p:cNvGrpSpPr/>
          <p:nvPr/>
        </p:nvGrpSpPr>
        <p:grpSpPr>
          <a:xfrm>
            <a:off x="13706756" y="5715013"/>
            <a:ext cx="710311" cy="1142996"/>
            <a:chOff x="0" y="0"/>
            <a:chExt cx="710309" cy="1142994"/>
          </a:xfrm>
        </p:grpSpPr>
        <p:sp>
          <p:nvSpPr>
            <p:cNvPr id="387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7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878" name="Rectangle 127"/>
          <p:cNvGrpSpPr/>
          <p:nvPr/>
        </p:nvGrpSpPr>
        <p:grpSpPr>
          <a:xfrm>
            <a:off x="13706754" y="4572032"/>
            <a:ext cx="710311" cy="1142996"/>
            <a:chOff x="0" y="0"/>
            <a:chExt cx="710309" cy="1142994"/>
          </a:xfrm>
        </p:grpSpPr>
        <p:sp>
          <p:nvSpPr>
            <p:cNvPr id="387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7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881" name="Rectangle 128"/>
          <p:cNvGrpSpPr/>
          <p:nvPr/>
        </p:nvGrpSpPr>
        <p:grpSpPr>
          <a:xfrm>
            <a:off x="12996453" y="-1157"/>
            <a:ext cx="710311" cy="1142995"/>
            <a:chOff x="0" y="0"/>
            <a:chExt cx="710309" cy="1142994"/>
          </a:xfrm>
        </p:grpSpPr>
        <p:sp>
          <p:nvSpPr>
            <p:cNvPr id="387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8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884" name="Rectangle 129"/>
          <p:cNvGrpSpPr/>
          <p:nvPr/>
        </p:nvGrpSpPr>
        <p:grpSpPr>
          <a:xfrm>
            <a:off x="13706754" y="2286017"/>
            <a:ext cx="710311" cy="1142996"/>
            <a:chOff x="0" y="0"/>
            <a:chExt cx="710309" cy="1142994"/>
          </a:xfrm>
        </p:grpSpPr>
        <p:sp>
          <p:nvSpPr>
            <p:cNvPr id="388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887" name="Rectangle 130"/>
          <p:cNvGrpSpPr/>
          <p:nvPr/>
        </p:nvGrpSpPr>
        <p:grpSpPr>
          <a:xfrm>
            <a:off x="13706756" y="1142977"/>
            <a:ext cx="710311" cy="1142997"/>
            <a:chOff x="0" y="-1"/>
            <a:chExt cx="710309" cy="1142995"/>
          </a:xfrm>
        </p:grpSpPr>
        <p:sp>
          <p:nvSpPr>
            <p:cNvPr id="388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8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890" name="Rectangle 131"/>
          <p:cNvGrpSpPr/>
          <p:nvPr/>
        </p:nvGrpSpPr>
        <p:grpSpPr>
          <a:xfrm>
            <a:off x="13706754" y="3427836"/>
            <a:ext cx="710311" cy="1142996"/>
            <a:chOff x="0" y="0"/>
            <a:chExt cx="710309" cy="1142994"/>
          </a:xfrm>
        </p:grpSpPr>
        <p:sp>
          <p:nvSpPr>
            <p:cNvPr id="388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88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3891" name="Rectangle 1"/>
          <p:cNvSpPr/>
          <p:nvPr/>
        </p:nvSpPr>
        <p:spPr>
          <a:xfrm>
            <a:off x="-66" y="1624745"/>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3892" name="Body Level One…"/>
          <p:cNvSpPr txBox="1"/>
          <p:nvPr>
            <p:ph type="body" sz="quarter" idx="1" hasCustomPrompt="1"/>
          </p:nvPr>
        </p:nvSpPr>
        <p:spPr>
          <a:xfrm>
            <a:off x="401037" y="261001"/>
            <a:ext cx="11470121" cy="44855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Upcoming session</a:t>
            </a:r>
          </a:p>
          <a:p>
            <a:pPr lvl="1"/>
            <a:r>
              <a:t/>
            </a:r>
          </a:p>
          <a:p>
            <a:pPr lvl="2"/>
            <a:r>
              <a:t/>
            </a:r>
          </a:p>
          <a:p>
            <a:pPr lvl="3"/>
            <a:r>
              <a:t/>
            </a:r>
          </a:p>
          <a:p>
            <a:pPr lvl="4"/>
            <a:r>
              <a:t/>
            </a:r>
          </a:p>
        </p:txBody>
      </p:sp>
      <p:sp>
        <p:nvSpPr>
          <p:cNvPr id="3893" name="Text Placeholder 23"/>
          <p:cNvSpPr/>
          <p:nvPr>
            <p:ph type="body" sz="quarter" idx="21" hasCustomPrompt="1"/>
          </p:nvPr>
        </p:nvSpPr>
        <p:spPr>
          <a:xfrm>
            <a:off x="401036" y="789642"/>
            <a:ext cx="11470121" cy="520342"/>
          </a:xfrm>
          <a:prstGeom prst="rect">
            <a:avLst/>
          </a:prstGeom>
        </p:spPr>
        <p:txBody>
          <a:bodyPr anchor="ctr"/>
          <a:lstStyle>
            <a:lvl1pPr defTabSz="786068">
              <a:lnSpc>
                <a:spcPct val="100000"/>
              </a:lnSpc>
              <a:spcBef>
                <a:spcPts val="800"/>
              </a:spcBef>
              <a:defRPr sz="3400"/>
            </a:lvl1pPr>
          </a:lstStyle>
          <a:p>
            <a:pPr/>
            <a:r>
              <a:t>What’s next?</a:t>
            </a:r>
          </a:p>
        </p:txBody>
      </p:sp>
      <p:sp>
        <p:nvSpPr>
          <p:cNvPr id="3894" name="Rectangle 5"/>
          <p:cNvSpPr/>
          <p:nvPr/>
        </p:nvSpPr>
        <p:spPr>
          <a:xfrm rot="16200000">
            <a:off x="6536418" y="4244163"/>
            <a:ext cx="5214971" cy="12704"/>
          </a:xfrm>
          <a:prstGeom prst="rect">
            <a:avLst/>
          </a:prstGeom>
          <a:solidFill>
            <a:srgbClr val="909692"/>
          </a:solidFill>
          <a:ln w="12700">
            <a:miter lim="400000"/>
          </a:ln>
        </p:spPr>
        <p:txBody>
          <a:bodyPr lIns="45718" tIns="45718" rIns="45718" bIns="45718" anchor="ctr"/>
          <a:lstStyle/>
          <a:p>
            <a:pPr algn="ctr">
              <a:defRPr>
                <a:solidFill>
                  <a:srgbClr val="FFFFFF"/>
                </a:solidFill>
              </a:defRPr>
            </a:pPr>
          </a:p>
        </p:txBody>
      </p:sp>
      <p:sp>
        <p:nvSpPr>
          <p:cNvPr id="3895" name="Rectangle 9"/>
          <p:cNvSpPr/>
          <p:nvPr/>
        </p:nvSpPr>
        <p:spPr>
          <a:xfrm rot="16200000">
            <a:off x="437434" y="4244163"/>
            <a:ext cx="5214974" cy="12704"/>
          </a:xfrm>
          <a:prstGeom prst="rect">
            <a:avLst/>
          </a:prstGeom>
          <a:solidFill>
            <a:srgbClr val="909692"/>
          </a:solidFill>
          <a:ln w="12700">
            <a:miter lim="400000"/>
          </a:ln>
        </p:spPr>
        <p:txBody>
          <a:bodyPr lIns="45718" tIns="45718" rIns="45718" bIns="45718" anchor="ctr"/>
          <a:lstStyle/>
          <a:p>
            <a:pPr algn="ctr">
              <a:defRPr>
                <a:solidFill>
                  <a:srgbClr val="FFFFFF"/>
                </a:solidFill>
              </a:defRPr>
            </a:pPr>
          </a:p>
        </p:txBody>
      </p:sp>
      <p:sp>
        <p:nvSpPr>
          <p:cNvPr id="3896" name="Rectangle 10"/>
          <p:cNvSpPr/>
          <p:nvPr/>
        </p:nvSpPr>
        <p:spPr>
          <a:xfrm rot="16200000">
            <a:off x="3486927" y="4244163"/>
            <a:ext cx="5214969" cy="12704"/>
          </a:xfrm>
          <a:prstGeom prst="rect">
            <a:avLst/>
          </a:prstGeom>
          <a:solidFill>
            <a:srgbClr val="909692"/>
          </a:solidFill>
          <a:ln w="12700">
            <a:miter lim="400000"/>
          </a:ln>
        </p:spPr>
        <p:txBody>
          <a:bodyPr lIns="45718" tIns="45718" rIns="45718" bIns="45718" anchor="ctr"/>
          <a:lstStyle/>
          <a:p>
            <a:pPr algn="ctr">
              <a:defRPr>
                <a:solidFill>
                  <a:srgbClr val="FFFFFF"/>
                </a:solidFill>
              </a:defRPr>
            </a:pPr>
          </a:p>
        </p:txBody>
      </p:sp>
      <p:sp>
        <p:nvSpPr>
          <p:cNvPr id="3897" name="TextBox 16"/>
          <p:cNvSpPr txBox="1"/>
          <p:nvPr/>
        </p:nvSpPr>
        <p:spPr>
          <a:xfrm>
            <a:off x="379414" y="5081427"/>
            <a:ext cx="2258598"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solidFill>
                  <a:srgbClr val="FFFFFF"/>
                </a:solidFill>
                <a:latin typeface="Mona Sans Display"/>
                <a:ea typeface="Mona Sans Display"/>
                <a:cs typeface="Mona Sans Display"/>
                <a:sym typeface="Mona Sans Display"/>
              </a:defRPr>
            </a:lvl1pPr>
          </a:lstStyle>
          <a:p>
            <a:pPr/>
            <a:r>
              <a:t>Speakers</a:t>
            </a:r>
          </a:p>
        </p:txBody>
      </p:sp>
      <p:sp>
        <p:nvSpPr>
          <p:cNvPr id="3898" name="Text Placeholder 18"/>
          <p:cNvSpPr/>
          <p:nvPr>
            <p:ph type="body" sz="quarter" idx="22" hasCustomPrompt="1"/>
          </p:nvPr>
        </p:nvSpPr>
        <p:spPr>
          <a:xfrm>
            <a:off x="401036" y="1960222"/>
            <a:ext cx="2259012"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Month XX</a:t>
            </a:r>
          </a:p>
        </p:txBody>
      </p:sp>
      <p:sp>
        <p:nvSpPr>
          <p:cNvPr id="3899" name="Text Placeholder 18"/>
          <p:cNvSpPr/>
          <p:nvPr>
            <p:ph type="body" sz="quarter" idx="23" hasCustomPrompt="1"/>
          </p:nvPr>
        </p:nvSpPr>
        <p:spPr>
          <a:xfrm>
            <a:off x="409224" y="2282741"/>
            <a:ext cx="2259012"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00:00 pt</a:t>
            </a:r>
          </a:p>
        </p:txBody>
      </p:sp>
      <p:sp>
        <p:nvSpPr>
          <p:cNvPr id="3900" name="Text Placeholder 18"/>
          <p:cNvSpPr/>
          <p:nvPr>
            <p:ph type="body" sz="quarter" idx="24" hasCustomPrompt="1"/>
          </p:nvPr>
        </p:nvSpPr>
        <p:spPr>
          <a:xfrm>
            <a:off x="401036" y="2620183"/>
            <a:ext cx="2259012" cy="2342993"/>
          </a:xfrm>
          <a:prstGeom prst="rect">
            <a:avLst/>
          </a:prstGeom>
        </p:spPr>
        <p:txBody>
          <a:bodyPr/>
          <a:lstStyle>
            <a:lvl1pPr>
              <a:defRPr sz="2400"/>
            </a:lvl1pPr>
          </a:lstStyle>
          <a:p>
            <a:pPr/>
            <a:r>
              <a:t>Speaking session title</a:t>
            </a:r>
          </a:p>
        </p:txBody>
      </p:sp>
      <p:sp>
        <p:nvSpPr>
          <p:cNvPr id="3901" name="Text Placeholder 18"/>
          <p:cNvSpPr/>
          <p:nvPr>
            <p:ph type="body" sz="quarter" idx="25" hasCustomPrompt="1"/>
          </p:nvPr>
        </p:nvSpPr>
        <p:spPr>
          <a:xfrm>
            <a:off x="397556" y="5501504"/>
            <a:ext cx="2259012" cy="937400"/>
          </a:xfrm>
          <a:prstGeom prst="rect">
            <a:avLst/>
          </a:prstGeom>
        </p:spPr>
        <p:txBody>
          <a:bodyPr anchor="b"/>
          <a:lstStyle>
            <a:lvl1pPr>
              <a:defRPr sz="1400">
                <a:solidFill>
                  <a:srgbClr val="B0BAC2"/>
                </a:solidFill>
              </a:defRPr>
            </a:lvl1pPr>
          </a:lstStyle>
          <a:p>
            <a:pPr/>
            <a:r>
              <a:t>Mona Lisa, GitHub
Mona Lisa, GitHub
Mona Lisa, GitHub</a:t>
            </a:r>
          </a:p>
        </p:txBody>
      </p:sp>
      <p:sp>
        <p:nvSpPr>
          <p:cNvPr id="3902" name="TextBox 23"/>
          <p:cNvSpPr txBox="1"/>
          <p:nvPr/>
        </p:nvSpPr>
        <p:spPr>
          <a:xfrm>
            <a:off x="3431085" y="5081427"/>
            <a:ext cx="225860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solidFill>
                  <a:srgbClr val="FFFFFF"/>
                </a:solidFill>
                <a:latin typeface="Mona Sans Display"/>
                <a:ea typeface="Mona Sans Display"/>
                <a:cs typeface="Mona Sans Display"/>
                <a:sym typeface="Mona Sans Display"/>
              </a:defRPr>
            </a:lvl1pPr>
          </a:lstStyle>
          <a:p>
            <a:pPr/>
            <a:r>
              <a:t>Speakers</a:t>
            </a:r>
          </a:p>
        </p:txBody>
      </p:sp>
      <p:sp>
        <p:nvSpPr>
          <p:cNvPr id="3903" name="Text Placeholder 18"/>
          <p:cNvSpPr/>
          <p:nvPr>
            <p:ph type="body" sz="quarter" idx="26" hasCustomPrompt="1"/>
          </p:nvPr>
        </p:nvSpPr>
        <p:spPr>
          <a:xfrm>
            <a:off x="3452707" y="1960222"/>
            <a:ext cx="2259016"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Month XX</a:t>
            </a:r>
          </a:p>
        </p:txBody>
      </p:sp>
      <p:sp>
        <p:nvSpPr>
          <p:cNvPr id="3904" name="Text Placeholder 18"/>
          <p:cNvSpPr/>
          <p:nvPr>
            <p:ph type="body" sz="quarter" idx="27" hasCustomPrompt="1"/>
          </p:nvPr>
        </p:nvSpPr>
        <p:spPr>
          <a:xfrm>
            <a:off x="3460896" y="2282741"/>
            <a:ext cx="2259016"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00:00 pt</a:t>
            </a:r>
          </a:p>
        </p:txBody>
      </p:sp>
      <p:sp>
        <p:nvSpPr>
          <p:cNvPr id="3905" name="Text Placeholder 18"/>
          <p:cNvSpPr/>
          <p:nvPr>
            <p:ph type="body" sz="quarter" idx="28" hasCustomPrompt="1"/>
          </p:nvPr>
        </p:nvSpPr>
        <p:spPr>
          <a:xfrm>
            <a:off x="3452707" y="2620183"/>
            <a:ext cx="2259016" cy="2342993"/>
          </a:xfrm>
          <a:prstGeom prst="rect">
            <a:avLst/>
          </a:prstGeom>
        </p:spPr>
        <p:txBody>
          <a:bodyPr/>
          <a:lstStyle>
            <a:lvl1pPr>
              <a:defRPr sz="2400"/>
            </a:lvl1pPr>
          </a:lstStyle>
          <a:p>
            <a:pPr/>
            <a:r>
              <a:t>Speaking session title</a:t>
            </a:r>
          </a:p>
        </p:txBody>
      </p:sp>
      <p:sp>
        <p:nvSpPr>
          <p:cNvPr id="3906" name="Text Placeholder 18"/>
          <p:cNvSpPr/>
          <p:nvPr>
            <p:ph type="body" sz="quarter" idx="29" hasCustomPrompt="1"/>
          </p:nvPr>
        </p:nvSpPr>
        <p:spPr>
          <a:xfrm>
            <a:off x="3449227" y="5501504"/>
            <a:ext cx="2259016" cy="937400"/>
          </a:xfrm>
          <a:prstGeom prst="rect">
            <a:avLst/>
          </a:prstGeom>
        </p:spPr>
        <p:txBody>
          <a:bodyPr anchor="b"/>
          <a:lstStyle>
            <a:lvl1pPr>
              <a:defRPr sz="1400">
                <a:solidFill>
                  <a:srgbClr val="B0BAC2"/>
                </a:solidFill>
              </a:defRPr>
            </a:lvl1pPr>
          </a:lstStyle>
          <a:p>
            <a:pPr/>
            <a:r>
              <a:t>Mona Lisa, GitHub
Mona Lisa, GitHub
Mona Lisa, GitHub</a:t>
            </a:r>
          </a:p>
        </p:txBody>
      </p:sp>
      <p:sp>
        <p:nvSpPr>
          <p:cNvPr id="3907" name="TextBox 28"/>
          <p:cNvSpPr txBox="1"/>
          <p:nvPr/>
        </p:nvSpPr>
        <p:spPr>
          <a:xfrm>
            <a:off x="6482758" y="5081427"/>
            <a:ext cx="225860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solidFill>
                  <a:srgbClr val="FFFFFF"/>
                </a:solidFill>
                <a:latin typeface="Mona Sans Display"/>
                <a:ea typeface="Mona Sans Display"/>
                <a:cs typeface="Mona Sans Display"/>
                <a:sym typeface="Mona Sans Display"/>
              </a:defRPr>
            </a:lvl1pPr>
          </a:lstStyle>
          <a:p>
            <a:pPr/>
            <a:r>
              <a:t>Speakers</a:t>
            </a:r>
          </a:p>
        </p:txBody>
      </p:sp>
      <p:sp>
        <p:nvSpPr>
          <p:cNvPr id="3908" name="Text Placeholder 18"/>
          <p:cNvSpPr/>
          <p:nvPr>
            <p:ph type="body" sz="quarter" idx="30" hasCustomPrompt="1"/>
          </p:nvPr>
        </p:nvSpPr>
        <p:spPr>
          <a:xfrm>
            <a:off x="6504378" y="1960222"/>
            <a:ext cx="2259016"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Month XX</a:t>
            </a:r>
          </a:p>
        </p:txBody>
      </p:sp>
      <p:sp>
        <p:nvSpPr>
          <p:cNvPr id="3909" name="Text Placeholder 18"/>
          <p:cNvSpPr/>
          <p:nvPr>
            <p:ph type="body" sz="quarter" idx="31" hasCustomPrompt="1"/>
          </p:nvPr>
        </p:nvSpPr>
        <p:spPr>
          <a:xfrm>
            <a:off x="6512568" y="2282741"/>
            <a:ext cx="2259016"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00:00 pt</a:t>
            </a:r>
          </a:p>
        </p:txBody>
      </p:sp>
      <p:sp>
        <p:nvSpPr>
          <p:cNvPr id="3910" name="Text Placeholder 18"/>
          <p:cNvSpPr/>
          <p:nvPr>
            <p:ph type="body" sz="quarter" idx="32" hasCustomPrompt="1"/>
          </p:nvPr>
        </p:nvSpPr>
        <p:spPr>
          <a:xfrm>
            <a:off x="6504378" y="2620183"/>
            <a:ext cx="2259016" cy="2342993"/>
          </a:xfrm>
          <a:prstGeom prst="rect">
            <a:avLst/>
          </a:prstGeom>
        </p:spPr>
        <p:txBody>
          <a:bodyPr/>
          <a:lstStyle>
            <a:lvl1pPr>
              <a:defRPr sz="2400"/>
            </a:lvl1pPr>
          </a:lstStyle>
          <a:p>
            <a:pPr/>
            <a:r>
              <a:t>Speaking session title</a:t>
            </a:r>
          </a:p>
        </p:txBody>
      </p:sp>
      <p:sp>
        <p:nvSpPr>
          <p:cNvPr id="3911" name="Text Placeholder 18"/>
          <p:cNvSpPr/>
          <p:nvPr>
            <p:ph type="body" sz="quarter" idx="33" hasCustomPrompt="1"/>
          </p:nvPr>
        </p:nvSpPr>
        <p:spPr>
          <a:xfrm>
            <a:off x="6500900" y="5501504"/>
            <a:ext cx="2259016" cy="937400"/>
          </a:xfrm>
          <a:prstGeom prst="rect">
            <a:avLst/>
          </a:prstGeom>
        </p:spPr>
        <p:txBody>
          <a:bodyPr anchor="b"/>
          <a:lstStyle>
            <a:lvl1pPr>
              <a:defRPr sz="1400">
                <a:solidFill>
                  <a:srgbClr val="B0BAC2"/>
                </a:solidFill>
              </a:defRPr>
            </a:lvl1pPr>
          </a:lstStyle>
          <a:p>
            <a:pPr/>
            <a:r>
              <a:t>Mona Lisa, GitHub
Mona Lisa, GitHub
Mona Lisa, GitHub</a:t>
            </a:r>
          </a:p>
        </p:txBody>
      </p:sp>
      <p:sp>
        <p:nvSpPr>
          <p:cNvPr id="3912" name="TextBox 33"/>
          <p:cNvSpPr txBox="1"/>
          <p:nvPr/>
        </p:nvSpPr>
        <p:spPr>
          <a:xfrm>
            <a:off x="9534428" y="5081427"/>
            <a:ext cx="225860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solidFill>
                  <a:srgbClr val="FFFFFF"/>
                </a:solidFill>
                <a:latin typeface="Mona Sans Display"/>
                <a:ea typeface="Mona Sans Display"/>
                <a:cs typeface="Mona Sans Display"/>
                <a:sym typeface="Mona Sans Display"/>
              </a:defRPr>
            </a:lvl1pPr>
          </a:lstStyle>
          <a:p>
            <a:pPr/>
            <a:r>
              <a:t>Speakers</a:t>
            </a:r>
          </a:p>
        </p:txBody>
      </p:sp>
      <p:sp>
        <p:nvSpPr>
          <p:cNvPr id="3913" name="Text Placeholder 18"/>
          <p:cNvSpPr/>
          <p:nvPr>
            <p:ph type="body" sz="quarter" idx="34" hasCustomPrompt="1"/>
          </p:nvPr>
        </p:nvSpPr>
        <p:spPr>
          <a:xfrm>
            <a:off x="9556052" y="1960222"/>
            <a:ext cx="2259016"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Month XX</a:t>
            </a:r>
          </a:p>
        </p:txBody>
      </p:sp>
      <p:sp>
        <p:nvSpPr>
          <p:cNvPr id="3914" name="Text Placeholder 18"/>
          <p:cNvSpPr/>
          <p:nvPr>
            <p:ph type="body" sz="quarter" idx="35" hasCustomPrompt="1"/>
          </p:nvPr>
        </p:nvSpPr>
        <p:spPr>
          <a:xfrm>
            <a:off x="9564240" y="2282741"/>
            <a:ext cx="2259016"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00:00 pt</a:t>
            </a:r>
          </a:p>
        </p:txBody>
      </p:sp>
      <p:sp>
        <p:nvSpPr>
          <p:cNvPr id="3915" name="Text Placeholder 18"/>
          <p:cNvSpPr/>
          <p:nvPr>
            <p:ph type="body" sz="quarter" idx="36" hasCustomPrompt="1"/>
          </p:nvPr>
        </p:nvSpPr>
        <p:spPr>
          <a:xfrm>
            <a:off x="9556052" y="2620183"/>
            <a:ext cx="2259016" cy="2342993"/>
          </a:xfrm>
          <a:prstGeom prst="rect">
            <a:avLst/>
          </a:prstGeom>
        </p:spPr>
        <p:txBody>
          <a:bodyPr/>
          <a:lstStyle>
            <a:lvl1pPr>
              <a:defRPr sz="2400"/>
            </a:lvl1pPr>
          </a:lstStyle>
          <a:p>
            <a:pPr/>
            <a:r>
              <a:t>Speaking session title</a:t>
            </a:r>
          </a:p>
        </p:txBody>
      </p:sp>
      <p:sp>
        <p:nvSpPr>
          <p:cNvPr id="3916" name="Text Placeholder 18"/>
          <p:cNvSpPr/>
          <p:nvPr>
            <p:ph type="body" sz="quarter" idx="37" hasCustomPrompt="1"/>
          </p:nvPr>
        </p:nvSpPr>
        <p:spPr>
          <a:xfrm>
            <a:off x="9552571" y="5501504"/>
            <a:ext cx="2259013" cy="937400"/>
          </a:xfrm>
          <a:prstGeom prst="rect">
            <a:avLst/>
          </a:prstGeom>
        </p:spPr>
        <p:txBody>
          <a:bodyPr anchor="b"/>
          <a:lstStyle>
            <a:lvl1pPr>
              <a:defRPr sz="1400">
                <a:solidFill>
                  <a:srgbClr val="B0BAC2"/>
                </a:solidFill>
              </a:defRPr>
            </a:lvl1pPr>
          </a:lstStyle>
          <a:p>
            <a:pPr/>
            <a:r>
              <a:t>Mona Lisa, GitHub
Mona Lisa, GitHub
Mona Lisa, GitHub</a:t>
            </a:r>
          </a:p>
        </p:txBody>
      </p:sp>
      <p:sp>
        <p:nvSpPr>
          <p:cNvPr id="39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Upcoming sessions (3)">
    <p:spTree>
      <p:nvGrpSpPr>
        <p:cNvPr id="1" name=""/>
        <p:cNvGrpSpPr/>
        <p:nvPr/>
      </p:nvGrpSpPr>
      <p:grpSpPr>
        <a:xfrm>
          <a:off x="0" y="0"/>
          <a:ext cx="0" cy="0"/>
          <a:chOff x="0" y="0"/>
          <a:chExt cx="0" cy="0"/>
        </a:xfrm>
      </p:grpSpPr>
      <p:grpSp>
        <p:nvGrpSpPr>
          <p:cNvPr id="3926" name="Rectangle 109"/>
          <p:cNvGrpSpPr/>
          <p:nvPr/>
        </p:nvGrpSpPr>
        <p:grpSpPr>
          <a:xfrm>
            <a:off x="12287632" y="5878297"/>
            <a:ext cx="710311" cy="979707"/>
            <a:chOff x="0" y="0"/>
            <a:chExt cx="710309" cy="979705"/>
          </a:xfrm>
        </p:grpSpPr>
        <p:sp>
          <p:nvSpPr>
            <p:cNvPr id="392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2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3929" name="Rectangle 110"/>
          <p:cNvGrpSpPr/>
          <p:nvPr/>
        </p:nvGrpSpPr>
        <p:grpSpPr>
          <a:xfrm>
            <a:off x="12287631" y="4898603"/>
            <a:ext cx="710311" cy="979709"/>
            <a:chOff x="0" y="-1"/>
            <a:chExt cx="710309" cy="979708"/>
          </a:xfrm>
        </p:grpSpPr>
        <p:sp>
          <p:nvSpPr>
            <p:cNvPr id="392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2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3932" name="Rectangle 111"/>
          <p:cNvGrpSpPr/>
          <p:nvPr/>
        </p:nvGrpSpPr>
        <p:grpSpPr>
          <a:xfrm>
            <a:off x="12287632" y="3918862"/>
            <a:ext cx="710311" cy="979706"/>
            <a:chOff x="0" y="0"/>
            <a:chExt cx="710309" cy="979705"/>
          </a:xfrm>
        </p:grpSpPr>
        <p:sp>
          <p:nvSpPr>
            <p:cNvPr id="393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3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3935" name="Rectangle 112"/>
          <p:cNvGrpSpPr/>
          <p:nvPr/>
        </p:nvGrpSpPr>
        <p:grpSpPr>
          <a:xfrm>
            <a:off x="12287631" y="2939171"/>
            <a:ext cx="710311" cy="979707"/>
            <a:chOff x="0" y="0"/>
            <a:chExt cx="710309" cy="979705"/>
          </a:xfrm>
        </p:grpSpPr>
        <p:sp>
          <p:nvSpPr>
            <p:cNvPr id="393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3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3938" name="Rectangle 113"/>
          <p:cNvGrpSpPr/>
          <p:nvPr/>
        </p:nvGrpSpPr>
        <p:grpSpPr>
          <a:xfrm>
            <a:off x="12287632" y="1959431"/>
            <a:ext cx="710311" cy="979707"/>
            <a:chOff x="0" y="0"/>
            <a:chExt cx="710309" cy="979705"/>
          </a:xfrm>
        </p:grpSpPr>
        <p:sp>
          <p:nvSpPr>
            <p:cNvPr id="393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3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3941" name="Rectangle 114"/>
          <p:cNvGrpSpPr/>
          <p:nvPr/>
        </p:nvGrpSpPr>
        <p:grpSpPr>
          <a:xfrm>
            <a:off x="12287631" y="979736"/>
            <a:ext cx="710311" cy="979707"/>
            <a:chOff x="0" y="0"/>
            <a:chExt cx="710309" cy="979705"/>
          </a:xfrm>
        </p:grpSpPr>
        <p:sp>
          <p:nvSpPr>
            <p:cNvPr id="393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4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3944" name="Rectangle 115"/>
          <p:cNvGrpSpPr/>
          <p:nvPr/>
        </p:nvGrpSpPr>
        <p:grpSpPr>
          <a:xfrm>
            <a:off x="12287631" y="-2"/>
            <a:ext cx="710311" cy="979706"/>
            <a:chOff x="0" y="0"/>
            <a:chExt cx="710309" cy="979705"/>
          </a:xfrm>
        </p:grpSpPr>
        <p:sp>
          <p:nvSpPr>
            <p:cNvPr id="394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4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3947" name="Rectangle 118"/>
          <p:cNvGrpSpPr/>
          <p:nvPr/>
        </p:nvGrpSpPr>
        <p:grpSpPr>
          <a:xfrm>
            <a:off x="12997439" y="5715013"/>
            <a:ext cx="710311" cy="1142996"/>
            <a:chOff x="0" y="0"/>
            <a:chExt cx="710309" cy="1142994"/>
          </a:xfrm>
        </p:grpSpPr>
        <p:sp>
          <p:nvSpPr>
            <p:cNvPr id="394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3950" name="Rectangle 119"/>
          <p:cNvGrpSpPr/>
          <p:nvPr/>
        </p:nvGrpSpPr>
        <p:grpSpPr>
          <a:xfrm>
            <a:off x="12997439" y="4572032"/>
            <a:ext cx="710311" cy="1142996"/>
            <a:chOff x="0" y="0"/>
            <a:chExt cx="710309" cy="1142994"/>
          </a:xfrm>
        </p:grpSpPr>
        <p:sp>
          <p:nvSpPr>
            <p:cNvPr id="394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4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953" name="Rectangle 120"/>
          <p:cNvGrpSpPr/>
          <p:nvPr/>
        </p:nvGrpSpPr>
        <p:grpSpPr>
          <a:xfrm>
            <a:off x="12997439" y="3428998"/>
            <a:ext cx="710311" cy="1142996"/>
            <a:chOff x="0" y="0"/>
            <a:chExt cx="710309" cy="1142994"/>
          </a:xfrm>
        </p:grpSpPr>
        <p:sp>
          <p:nvSpPr>
            <p:cNvPr id="395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5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956" name="Rectangle 121"/>
          <p:cNvGrpSpPr/>
          <p:nvPr/>
        </p:nvGrpSpPr>
        <p:grpSpPr>
          <a:xfrm>
            <a:off x="12997439" y="2286017"/>
            <a:ext cx="710311" cy="1142996"/>
            <a:chOff x="0" y="0"/>
            <a:chExt cx="710309" cy="1142994"/>
          </a:xfrm>
        </p:grpSpPr>
        <p:sp>
          <p:nvSpPr>
            <p:cNvPr id="395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5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959" name="Rectangle 122"/>
          <p:cNvGrpSpPr/>
          <p:nvPr/>
        </p:nvGrpSpPr>
        <p:grpSpPr>
          <a:xfrm>
            <a:off x="12997439" y="1142977"/>
            <a:ext cx="710311" cy="1142997"/>
            <a:chOff x="0" y="-1"/>
            <a:chExt cx="710309" cy="1142995"/>
          </a:xfrm>
        </p:grpSpPr>
        <p:sp>
          <p:nvSpPr>
            <p:cNvPr id="395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5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3962" name="Rectangle 123"/>
          <p:cNvGrpSpPr/>
          <p:nvPr/>
        </p:nvGrpSpPr>
        <p:grpSpPr>
          <a:xfrm>
            <a:off x="13706754" y="-2365"/>
            <a:ext cx="710311" cy="1142995"/>
            <a:chOff x="0" y="0"/>
            <a:chExt cx="710309" cy="1142994"/>
          </a:xfrm>
        </p:grpSpPr>
        <p:sp>
          <p:nvSpPr>
            <p:cNvPr id="396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3965" name="Rectangle 126"/>
          <p:cNvGrpSpPr/>
          <p:nvPr/>
        </p:nvGrpSpPr>
        <p:grpSpPr>
          <a:xfrm>
            <a:off x="13706756" y="5715013"/>
            <a:ext cx="710311" cy="1142996"/>
            <a:chOff x="0" y="0"/>
            <a:chExt cx="710309" cy="1142994"/>
          </a:xfrm>
        </p:grpSpPr>
        <p:sp>
          <p:nvSpPr>
            <p:cNvPr id="396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6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3968" name="Rectangle 127"/>
          <p:cNvGrpSpPr/>
          <p:nvPr/>
        </p:nvGrpSpPr>
        <p:grpSpPr>
          <a:xfrm>
            <a:off x="13706754" y="4572032"/>
            <a:ext cx="710311" cy="1142996"/>
            <a:chOff x="0" y="0"/>
            <a:chExt cx="710309" cy="1142994"/>
          </a:xfrm>
        </p:grpSpPr>
        <p:sp>
          <p:nvSpPr>
            <p:cNvPr id="396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6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3971" name="Rectangle 128"/>
          <p:cNvGrpSpPr/>
          <p:nvPr/>
        </p:nvGrpSpPr>
        <p:grpSpPr>
          <a:xfrm>
            <a:off x="12996453" y="-1157"/>
            <a:ext cx="710311" cy="1142995"/>
            <a:chOff x="0" y="0"/>
            <a:chExt cx="710309" cy="1142994"/>
          </a:xfrm>
        </p:grpSpPr>
        <p:sp>
          <p:nvSpPr>
            <p:cNvPr id="396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3974" name="Rectangle 129"/>
          <p:cNvGrpSpPr/>
          <p:nvPr/>
        </p:nvGrpSpPr>
        <p:grpSpPr>
          <a:xfrm>
            <a:off x="13706754" y="2286017"/>
            <a:ext cx="710311" cy="1142996"/>
            <a:chOff x="0" y="0"/>
            <a:chExt cx="710309" cy="1142994"/>
          </a:xfrm>
        </p:grpSpPr>
        <p:sp>
          <p:nvSpPr>
            <p:cNvPr id="397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7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3977" name="Rectangle 130"/>
          <p:cNvGrpSpPr/>
          <p:nvPr/>
        </p:nvGrpSpPr>
        <p:grpSpPr>
          <a:xfrm>
            <a:off x="13706756" y="1142977"/>
            <a:ext cx="710311" cy="1142997"/>
            <a:chOff x="0" y="-1"/>
            <a:chExt cx="710309" cy="1142995"/>
          </a:xfrm>
        </p:grpSpPr>
        <p:sp>
          <p:nvSpPr>
            <p:cNvPr id="397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7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3980" name="Rectangle 131"/>
          <p:cNvGrpSpPr/>
          <p:nvPr/>
        </p:nvGrpSpPr>
        <p:grpSpPr>
          <a:xfrm>
            <a:off x="13706754" y="3427836"/>
            <a:ext cx="710311" cy="1142996"/>
            <a:chOff x="0" y="0"/>
            <a:chExt cx="710309" cy="1142994"/>
          </a:xfrm>
        </p:grpSpPr>
        <p:sp>
          <p:nvSpPr>
            <p:cNvPr id="397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3981" name="Rectangle 1"/>
          <p:cNvSpPr/>
          <p:nvPr/>
        </p:nvSpPr>
        <p:spPr>
          <a:xfrm>
            <a:off x="-66" y="1624745"/>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3982" name="Body Level One…"/>
          <p:cNvSpPr txBox="1"/>
          <p:nvPr>
            <p:ph type="body" sz="quarter" idx="1" hasCustomPrompt="1"/>
          </p:nvPr>
        </p:nvSpPr>
        <p:spPr>
          <a:xfrm>
            <a:off x="401037" y="261001"/>
            <a:ext cx="11416566" cy="44855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Upcoming session</a:t>
            </a:r>
          </a:p>
          <a:p>
            <a:pPr lvl="1"/>
            <a:r>
              <a:t/>
            </a:r>
          </a:p>
          <a:p>
            <a:pPr lvl="2"/>
            <a:r>
              <a:t/>
            </a:r>
          </a:p>
          <a:p>
            <a:pPr lvl="3"/>
            <a:r>
              <a:t/>
            </a:r>
          </a:p>
          <a:p>
            <a:pPr lvl="4"/>
            <a:r>
              <a:t/>
            </a:r>
          </a:p>
        </p:txBody>
      </p:sp>
      <p:sp>
        <p:nvSpPr>
          <p:cNvPr id="3983" name="Text Placeholder 23"/>
          <p:cNvSpPr/>
          <p:nvPr>
            <p:ph type="body" sz="quarter" idx="21" hasCustomPrompt="1"/>
          </p:nvPr>
        </p:nvSpPr>
        <p:spPr>
          <a:xfrm>
            <a:off x="401032" y="789642"/>
            <a:ext cx="11416573" cy="520342"/>
          </a:xfrm>
          <a:prstGeom prst="rect">
            <a:avLst/>
          </a:prstGeom>
        </p:spPr>
        <p:txBody>
          <a:bodyPr anchor="ctr"/>
          <a:lstStyle>
            <a:lvl1pPr defTabSz="786068">
              <a:lnSpc>
                <a:spcPct val="100000"/>
              </a:lnSpc>
              <a:spcBef>
                <a:spcPts val="800"/>
              </a:spcBef>
              <a:defRPr sz="3400"/>
            </a:lvl1pPr>
          </a:lstStyle>
          <a:p>
            <a:pPr/>
            <a:r>
              <a:t>What’s next?</a:t>
            </a:r>
          </a:p>
        </p:txBody>
      </p:sp>
      <p:sp>
        <p:nvSpPr>
          <p:cNvPr id="3984" name="Rectangle 9"/>
          <p:cNvSpPr/>
          <p:nvPr/>
        </p:nvSpPr>
        <p:spPr>
          <a:xfrm rot="16200000">
            <a:off x="1453934" y="4244163"/>
            <a:ext cx="5214969" cy="12704"/>
          </a:xfrm>
          <a:prstGeom prst="rect">
            <a:avLst/>
          </a:prstGeom>
          <a:solidFill>
            <a:srgbClr val="909692"/>
          </a:solidFill>
          <a:ln w="12700">
            <a:miter lim="400000"/>
          </a:ln>
        </p:spPr>
        <p:txBody>
          <a:bodyPr lIns="45718" tIns="45718" rIns="45718" bIns="45718" anchor="ctr"/>
          <a:lstStyle/>
          <a:p>
            <a:pPr algn="ctr">
              <a:defRPr>
                <a:solidFill>
                  <a:srgbClr val="FFFFFF"/>
                </a:solidFill>
              </a:defRPr>
            </a:pPr>
          </a:p>
        </p:txBody>
      </p:sp>
      <p:sp>
        <p:nvSpPr>
          <p:cNvPr id="3985" name="Rectangle 10"/>
          <p:cNvSpPr/>
          <p:nvPr/>
        </p:nvSpPr>
        <p:spPr>
          <a:xfrm rot="16200000">
            <a:off x="5519923" y="4244163"/>
            <a:ext cx="5214971" cy="12704"/>
          </a:xfrm>
          <a:prstGeom prst="rect">
            <a:avLst/>
          </a:prstGeom>
          <a:solidFill>
            <a:srgbClr val="909692"/>
          </a:solidFill>
          <a:ln w="12700">
            <a:miter lim="400000"/>
          </a:ln>
        </p:spPr>
        <p:txBody>
          <a:bodyPr lIns="45718" tIns="45718" rIns="45718" bIns="45718" anchor="ctr"/>
          <a:lstStyle/>
          <a:p>
            <a:pPr algn="ctr">
              <a:defRPr>
                <a:solidFill>
                  <a:srgbClr val="FFFFFF"/>
                </a:solidFill>
              </a:defRPr>
            </a:pPr>
          </a:p>
        </p:txBody>
      </p:sp>
      <p:sp>
        <p:nvSpPr>
          <p:cNvPr id="3986" name="TextBox 28"/>
          <p:cNvSpPr txBox="1"/>
          <p:nvPr/>
        </p:nvSpPr>
        <p:spPr>
          <a:xfrm>
            <a:off x="8545437" y="5081427"/>
            <a:ext cx="3241764"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solidFill>
                  <a:srgbClr val="FFFFFF"/>
                </a:solidFill>
                <a:latin typeface="Mona Sans Display"/>
                <a:ea typeface="Mona Sans Display"/>
                <a:cs typeface="Mona Sans Display"/>
                <a:sym typeface="Mona Sans Display"/>
              </a:defRPr>
            </a:lvl1pPr>
          </a:lstStyle>
          <a:p>
            <a:pPr/>
            <a:r>
              <a:t>Speakers</a:t>
            </a:r>
          </a:p>
        </p:txBody>
      </p:sp>
      <p:sp>
        <p:nvSpPr>
          <p:cNvPr id="3987" name="Text Placeholder 18"/>
          <p:cNvSpPr/>
          <p:nvPr>
            <p:ph type="body" sz="quarter" idx="22" hasCustomPrompt="1"/>
          </p:nvPr>
        </p:nvSpPr>
        <p:spPr>
          <a:xfrm>
            <a:off x="8567059" y="1960222"/>
            <a:ext cx="3242358"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Month XX</a:t>
            </a:r>
          </a:p>
        </p:txBody>
      </p:sp>
      <p:sp>
        <p:nvSpPr>
          <p:cNvPr id="3988" name="Text Placeholder 18"/>
          <p:cNvSpPr/>
          <p:nvPr>
            <p:ph type="body" sz="quarter" idx="23" hasCustomPrompt="1"/>
          </p:nvPr>
        </p:nvSpPr>
        <p:spPr>
          <a:xfrm>
            <a:off x="8575247" y="2282741"/>
            <a:ext cx="3242358"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00:00 pt</a:t>
            </a:r>
          </a:p>
        </p:txBody>
      </p:sp>
      <p:sp>
        <p:nvSpPr>
          <p:cNvPr id="3989" name="Text Placeholder 18"/>
          <p:cNvSpPr/>
          <p:nvPr>
            <p:ph type="body" sz="quarter" idx="24" hasCustomPrompt="1"/>
          </p:nvPr>
        </p:nvSpPr>
        <p:spPr>
          <a:xfrm>
            <a:off x="8567059" y="2620183"/>
            <a:ext cx="3242358" cy="2342993"/>
          </a:xfrm>
          <a:prstGeom prst="rect">
            <a:avLst/>
          </a:prstGeom>
        </p:spPr>
        <p:txBody>
          <a:bodyPr/>
          <a:lstStyle>
            <a:lvl1pPr>
              <a:defRPr sz="2400"/>
            </a:lvl1pPr>
          </a:lstStyle>
          <a:p>
            <a:pPr/>
            <a:r>
              <a:t>Speaking session title</a:t>
            </a:r>
          </a:p>
        </p:txBody>
      </p:sp>
      <p:sp>
        <p:nvSpPr>
          <p:cNvPr id="3990" name="Text Placeholder 18"/>
          <p:cNvSpPr/>
          <p:nvPr>
            <p:ph type="body" sz="quarter" idx="25" hasCustomPrompt="1"/>
          </p:nvPr>
        </p:nvSpPr>
        <p:spPr>
          <a:xfrm>
            <a:off x="8563578" y="5501504"/>
            <a:ext cx="3242358" cy="937400"/>
          </a:xfrm>
          <a:prstGeom prst="rect">
            <a:avLst/>
          </a:prstGeom>
        </p:spPr>
        <p:txBody>
          <a:bodyPr anchor="b"/>
          <a:lstStyle>
            <a:lvl1pPr>
              <a:defRPr sz="1400">
                <a:solidFill>
                  <a:srgbClr val="B0BAC2"/>
                </a:solidFill>
              </a:defRPr>
            </a:lvl1pPr>
          </a:lstStyle>
          <a:p>
            <a:pPr/>
            <a:r>
              <a:t>Mona Lisa, GitHub
Mona Lisa, GitHub
Mona Lisa, GitHub</a:t>
            </a:r>
          </a:p>
        </p:txBody>
      </p:sp>
      <p:sp>
        <p:nvSpPr>
          <p:cNvPr id="3991" name="TextBox 6"/>
          <p:cNvSpPr txBox="1"/>
          <p:nvPr/>
        </p:nvSpPr>
        <p:spPr>
          <a:xfrm>
            <a:off x="4473530" y="5081427"/>
            <a:ext cx="3241765"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solidFill>
                  <a:srgbClr val="FFFFFF"/>
                </a:solidFill>
                <a:latin typeface="Mona Sans Display"/>
                <a:ea typeface="Mona Sans Display"/>
                <a:cs typeface="Mona Sans Display"/>
                <a:sym typeface="Mona Sans Display"/>
              </a:defRPr>
            </a:lvl1pPr>
          </a:lstStyle>
          <a:p>
            <a:pPr/>
            <a:r>
              <a:t>Speakers</a:t>
            </a:r>
          </a:p>
        </p:txBody>
      </p:sp>
      <p:sp>
        <p:nvSpPr>
          <p:cNvPr id="3992" name="Text Placeholder 18"/>
          <p:cNvSpPr/>
          <p:nvPr>
            <p:ph type="body" sz="quarter" idx="26" hasCustomPrompt="1"/>
          </p:nvPr>
        </p:nvSpPr>
        <p:spPr>
          <a:xfrm>
            <a:off x="4473235" y="1960222"/>
            <a:ext cx="3242358"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Month XX</a:t>
            </a:r>
          </a:p>
        </p:txBody>
      </p:sp>
      <p:sp>
        <p:nvSpPr>
          <p:cNvPr id="3993" name="Text Placeholder 18"/>
          <p:cNvSpPr/>
          <p:nvPr>
            <p:ph type="body" sz="quarter" idx="27" hasCustomPrompt="1"/>
          </p:nvPr>
        </p:nvSpPr>
        <p:spPr>
          <a:xfrm>
            <a:off x="4473235" y="2282741"/>
            <a:ext cx="3242358"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00:00 pt</a:t>
            </a:r>
          </a:p>
        </p:txBody>
      </p:sp>
      <p:sp>
        <p:nvSpPr>
          <p:cNvPr id="3994" name="Text Placeholder 18"/>
          <p:cNvSpPr/>
          <p:nvPr>
            <p:ph type="body" sz="quarter" idx="28" hasCustomPrompt="1"/>
          </p:nvPr>
        </p:nvSpPr>
        <p:spPr>
          <a:xfrm>
            <a:off x="4473235" y="2620183"/>
            <a:ext cx="3242358" cy="2342993"/>
          </a:xfrm>
          <a:prstGeom prst="rect">
            <a:avLst/>
          </a:prstGeom>
        </p:spPr>
        <p:txBody>
          <a:bodyPr/>
          <a:lstStyle>
            <a:lvl1pPr>
              <a:defRPr sz="2400"/>
            </a:lvl1pPr>
          </a:lstStyle>
          <a:p>
            <a:pPr/>
            <a:r>
              <a:t>Speaking session title</a:t>
            </a:r>
          </a:p>
        </p:txBody>
      </p:sp>
      <p:sp>
        <p:nvSpPr>
          <p:cNvPr id="3995" name="Text Placeholder 18"/>
          <p:cNvSpPr/>
          <p:nvPr>
            <p:ph type="body" sz="quarter" idx="29" hasCustomPrompt="1"/>
          </p:nvPr>
        </p:nvSpPr>
        <p:spPr>
          <a:xfrm>
            <a:off x="4473235" y="5501504"/>
            <a:ext cx="3242358" cy="937400"/>
          </a:xfrm>
          <a:prstGeom prst="rect">
            <a:avLst/>
          </a:prstGeom>
        </p:spPr>
        <p:txBody>
          <a:bodyPr anchor="b"/>
          <a:lstStyle>
            <a:lvl1pPr>
              <a:defRPr sz="1400">
                <a:solidFill>
                  <a:srgbClr val="B0BAC2"/>
                </a:solidFill>
              </a:defRPr>
            </a:lvl1pPr>
          </a:lstStyle>
          <a:p>
            <a:pPr/>
            <a:r>
              <a:t>Mona Lisa, GitHub
Mona Lisa, GitHub
Mona Lisa, GitHub</a:t>
            </a:r>
          </a:p>
        </p:txBody>
      </p:sp>
      <p:sp>
        <p:nvSpPr>
          <p:cNvPr id="3996" name="TextBox 13"/>
          <p:cNvSpPr txBox="1"/>
          <p:nvPr/>
        </p:nvSpPr>
        <p:spPr>
          <a:xfrm>
            <a:off x="379410" y="5081427"/>
            <a:ext cx="3241764"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solidFill>
                  <a:srgbClr val="FFFFFF"/>
                </a:solidFill>
                <a:latin typeface="Mona Sans Display"/>
                <a:ea typeface="Mona Sans Display"/>
                <a:cs typeface="Mona Sans Display"/>
                <a:sym typeface="Mona Sans Display"/>
              </a:defRPr>
            </a:lvl1pPr>
          </a:lstStyle>
          <a:p>
            <a:pPr/>
            <a:r>
              <a:t>Speakers</a:t>
            </a:r>
          </a:p>
        </p:txBody>
      </p:sp>
      <p:sp>
        <p:nvSpPr>
          <p:cNvPr id="3997" name="Text Placeholder 18"/>
          <p:cNvSpPr/>
          <p:nvPr>
            <p:ph type="body" sz="quarter" idx="30" hasCustomPrompt="1"/>
          </p:nvPr>
        </p:nvSpPr>
        <p:spPr>
          <a:xfrm>
            <a:off x="401034" y="1960222"/>
            <a:ext cx="3242356"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Month XX</a:t>
            </a:r>
          </a:p>
        </p:txBody>
      </p:sp>
      <p:sp>
        <p:nvSpPr>
          <p:cNvPr id="3998" name="Text Placeholder 18"/>
          <p:cNvSpPr/>
          <p:nvPr>
            <p:ph type="body" sz="quarter" idx="31" hasCustomPrompt="1"/>
          </p:nvPr>
        </p:nvSpPr>
        <p:spPr>
          <a:xfrm>
            <a:off x="409220" y="2282741"/>
            <a:ext cx="3242361"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00:00 pt</a:t>
            </a:r>
          </a:p>
        </p:txBody>
      </p:sp>
      <p:sp>
        <p:nvSpPr>
          <p:cNvPr id="3999" name="Text Placeholder 18"/>
          <p:cNvSpPr/>
          <p:nvPr>
            <p:ph type="body" sz="quarter" idx="32" hasCustomPrompt="1"/>
          </p:nvPr>
        </p:nvSpPr>
        <p:spPr>
          <a:xfrm>
            <a:off x="401034" y="2620183"/>
            <a:ext cx="3242356" cy="2342993"/>
          </a:xfrm>
          <a:prstGeom prst="rect">
            <a:avLst/>
          </a:prstGeom>
        </p:spPr>
        <p:txBody>
          <a:bodyPr/>
          <a:lstStyle>
            <a:lvl1pPr>
              <a:defRPr sz="2400"/>
            </a:lvl1pPr>
          </a:lstStyle>
          <a:p>
            <a:pPr/>
            <a:r>
              <a:t>Speaking session title</a:t>
            </a:r>
          </a:p>
        </p:txBody>
      </p:sp>
      <p:sp>
        <p:nvSpPr>
          <p:cNvPr id="4000" name="Text Placeholder 18"/>
          <p:cNvSpPr/>
          <p:nvPr>
            <p:ph type="body" sz="quarter" idx="33" hasCustomPrompt="1"/>
          </p:nvPr>
        </p:nvSpPr>
        <p:spPr>
          <a:xfrm>
            <a:off x="397554" y="5501504"/>
            <a:ext cx="3242356" cy="937400"/>
          </a:xfrm>
          <a:prstGeom prst="rect">
            <a:avLst/>
          </a:prstGeom>
        </p:spPr>
        <p:txBody>
          <a:bodyPr anchor="b"/>
          <a:lstStyle>
            <a:lvl1pPr>
              <a:defRPr sz="1400">
                <a:solidFill>
                  <a:srgbClr val="B0BAC2"/>
                </a:solidFill>
              </a:defRPr>
            </a:lvl1pPr>
          </a:lstStyle>
          <a:p>
            <a:pPr/>
            <a:r>
              <a:t>Mona Lisa, GitHub
Mona Lisa, GitHub
Mona Lisa, GitHub</a:t>
            </a:r>
          </a:p>
        </p:txBody>
      </p:sp>
      <p:sp>
        <p:nvSpPr>
          <p:cNvPr id="40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Upcoming sessions (2)">
    <p:spTree>
      <p:nvGrpSpPr>
        <p:cNvPr id="1" name=""/>
        <p:cNvGrpSpPr/>
        <p:nvPr/>
      </p:nvGrpSpPr>
      <p:grpSpPr>
        <a:xfrm>
          <a:off x="0" y="0"/>
          <a:ext cx="0" cy="0"/>
          <a:chOff x="0" y="0"/>
          <a:chExt cx="0" cy="0"/>
        </a:xfrm>
      </p:grpSpPr>
      <p:grpSp>
        <p:nvGrpSpPr>
          <p:cNvPr id="4010" name="Rectangle 109"/>
          <p:cNvGrpSpPr/>
          <p:nvPr/>
        </p:nvGrpSpPr>
        <p:grpSpPr>
          <a:xfrm>
            <a:off x="12287632" y="5878297"/>
            <a:ext cx="710311" cy="979707"/>
            <a:chOff x="0" y="0"/>
            <a:chExt cx="710309" cy="979705"/>
          </a:xfrm>
        </p:grpSpPr>
        <p:sp>
          <p:nvSpPr>
            <p:cNvPr id="4008"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0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4013" name="Rectangle 110"/>
          <p:cNvGrpSpPr/>
          <p:nvPr/>
        </p:nvGrpSpPr>
        <p:grpSpPr>
          <a:xfrm>
            <a:off x="12287631" y="4898603"/>
            <a:ext cx="710311" cy="979709"/>
            <a:chOff x="0" y="-1"/>
            <a:chExt cx="710309" cy="979708"/>
          </a:xfrm>
        </p:grpSpPr>
        <p:sp>
          <p:nvSpPr>
            <p:cNvPr id="4011"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12"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4016" name="Rectangle 111"/>
          <p:cNvGrpSpPr/>
          <p:nvPr/>
        </p:nvGrpSpPr>
        <p:grpSpPr>
          <a:xfrm>
            <a:off x="12287632" y="3918862"/>
            <a:ext cx="710311" cy="979706"/>
            <a:chOff x="0" y="0"/>
            <a:chExt cx="710309" cy="979705"/>
          </a:xfrm>
        </p:grpSpPr>
        <p:sp>
          <p:nvSpPr>
            <p:cNvPr id="4014"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1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4019" name="Rectangle 112"/>
          <p:cNvGrpSpPr/>
          <p:nvPr/>
        </p:nvGrpSpPr>
        <p:grpSpPr>
          <a:xfrm>
            <a:off x="12287631" y="2939171"/>
            <a:ext cx="710311" cy="979707"/>
            <a:chOff x="0" y="0"/>
            <a:chExt cx="710309" cy="979705"/>
          </a:xfrm>
        </p:grpSpPr>
        <p:sp>
          <p:nvSpPr>
            <p:cNvPr id="4017"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1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4022" name="Rectangle 113"/>
          <p:cNvGrpSpPr/>
          <p:nvPr/>
        </p:nvGrpSpPr>
        <p:grpSpPr>
          <a:xfrm>
            <a:off x="12287632" y="1959431"/>
            <a:ext cx="710311" cy="979707"/>
            <a:chOff x="0" y="0"/>
            <a:chExt cx="710309" cy="979705"/>
          </a:xfrm>
        </p:grpSpPr>
        <p:sp>
          <p:nvSpPr>
            <p:cNvPr id="4020"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2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4025" name="Rectangle 114"/>
          <p:cNvGrpSpPr/>
          <p:nvPr/>
        </p:nvGrpSpPr>
        <p:grpSpPr>
          <a:xfrm>
            <a:off x="12287631" y="979736"/>
            <a:ext cx="710311" cy="979707"/>
            <a:chOff x="0" y="0"/>
            <a:chExt cx="710309" cy="979705"/>
          </a:xfrm>
        </p:grpSpPr>
        <p:sp>
          <p:nvSpPr>
            <p:cNvPr id="4023"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24"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4028" name="Rectangle 115"/>
          <p:cNvGrpSpPr/>
          <p:nvPr/>
        </p:nvGrpSpPr>
        <p:grpSpPr>
          <a:xfrm>
            <a:off x="12287631" y="-2"/>
            <a:ext cx="710311" cy="979706"/>
            <a:chOff x="0" y="0"/>
            <a:chExt cx="710309" cy="979705"/>
          </a:xfrm>
        </p:grpSpPr>
        <p:sp>
          <p:nvSpPr>
            <p:cNvPr id="4026"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2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4031" name="Rectangle 118"/>
          <p:cNvGrpSpPr/>
          <p:nvPr/>
        </p:nvGrpSpPr>
        <p:grpSpPr>
          <a:xfrm>
            <a:off x="12997439" y="5715013"/>
            <a:ext cx="710311" cy="1142996"/>
            <a:chOff x="0" y="0"/>
            <a:chExt cx="710309" cy="1142994"/>
          </a:xfrm>
        </p:grpSpPr>
        <p:sp>
          <p:nvSpPr>
            <p:cNvPr id="4029"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3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4034" name="Rectangle 119"/>
          <p:cNvGrpSpPr/>
          <p:nvPr/>
        </p:nvGrpSpPr>
        <p:grpSpPr>
          <a:xfrm>
            <a:off x="12997439" y="4572032"/>
            <a:ext cx="710311" cy="1142996"/>
            <a:chOff x="0" y="0"/>
            <a:chExt cx="710309" cy="1142994"/>
          </a:xfrm>
        </p:grpSpPr>
        <p:sp>
          <p:nvSpPr>
            <p:cNvPr id="4032"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4037" name="Rectangle 120"/>
          <p:cNvGrpSpPr/>
          <p:nvPr/>
        </p:nvGrpSpPr>
        <p:grpSpPr>
          <a:xfrm>
            <a:off x="12997439" y="3428998"/>
            <a:ext cx="710311" cy="1142996"/>
            <a:chOff x="0" y="0"/>
            <a:chExt cx="710309" cy="1142994"/>
          </a:xfrm>
        </p:grpSpPr>
        <p:sp>
          <p:nvSpPr>
            <p:cNvPr id="4035"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3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4040" name="Rectangle 121"/>
          <p:cNvGrpSpPr/>
          <p:nvPr/>
        </p:nvGrpSpPr>
        <p:grpSpPr>
          <a:xfrm>
            <a:off x="12997439" y="2286017"/>
            <a:ext cx="710311" cy="1142996"/>
            <a:chOff x="0" y="0"/>
            <a:chExt cx="710309" cy="1142994"/>
          </a:xfrm>
        </p:grpSpPr>
        <p:sp>
          <p:nvSpPr>
            <p:cNvPr id="4038"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3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4043" name="Rectangle 122"/>
          <p:cNvGrpSpPr/>
          <p:nvPr/>
        </p:nvGrpSpPr>
        <p:grpSpPr>
          <a:xfrm>
            <a:off x="12997439" y="1142977"/>
            <a:ext cx="710311" cy="1142997"/>
            <a:chOff x="0" y="-1"/>
            <a:chExt cx="710309" cy="1142995"/>
          </a:xfrm>
        </p:grpSpPr>
        <p:sp>
          <p:nvSpPr>
            <p:cNvPr id="4041"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4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046" name="Rectangle 123"/>
          <p:cNvGrpSpPr/>
          <p:nvPr/>
        </p:nvGrpSpPr>
        <p:grpSpPr>
          <a:xfrm>
            <a:off x="13706754" y="-2365"/>
            <a:ext cx="710311" cy="1142995"/>
            <a:chOff x="0" y="0"/>
            <a:chExt cx="710309" cy="1142994"/>
          </a:xfrm>
        </p:grpSpPr>
        <p:sp>
          <p:nvSpPr>
            <p:cNvPr id="4044"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4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049" name="Rectangle 126"/>
          <p:cNvGrpSpPr/>
          <p:nvPr/>
        </p:nvGrpSpPr>
        <p:grpSpPr>
          <a:xfrm>
            <a:off x="13706756" y="5715013"/>
            <a:ext cx="710311" cy="1142996"/>
            <a:chOff x="0" y="0"/>
            <a:chExt cx="710309" cy="1142994"/>
          </a:xfrm>
        </p:grpSpPr>
        <p:sp>
          <p:nvSpPr>
            <p:cNvPr id="4047"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4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052" name="Rectangle 127"/>
          <p:cNvGrpSpPr/>
          <p:nvPr/>
        </p:nvGrpSpPr>
        <p:grpSpPr>
          <a:xfrm>
            <a:off x="13706754" y="4572032"/>
            <a:ext cx="710311" cy="1142996"/>
            <a:chOff x="0" y="0"/>
            <a:chExt cx="710309" cy="1142994"/>
          </a:xfrm>
        </p:grpSpPr>
        <p:sp>
          <p:nvSpPr>
            <p:cNvPr id="4050"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055" name="Rectangle 128"/>
          <p:cNvGrpSpPr/>
          <p:nvPr/>
        </p:nvGrpSpPr>
        <p:grpSpPr>
          <a:xfrm>
            <a:off x="12996453" y="-1157"/>
            <a:ext cx="710311" cy="1142995"/>
            <a:chOff x="0" y="0"/>
            <a:chExt cx="710309" cy="1142994"/>
          </a:xfrm>
        </p:grpSpPr>
        <p:sp>
          <p:nvSpPr>
            <p:cNvPr id="4053"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058" name="Rectangle 129"/>
          <p:cNvGrpSpPr/>
          <p:nvPr/>
        </p:nvGrpSpPr>
        <p:grpSpPr>
          <a:xfrm>
            <a:off x="13706754" y="2286017"/>
            <a:ext cx="710311" cy="1142996"/>
            <a:chOff x="0" y="0"/>
            <a:chExt cx="710309" cy="1142994"/>
          </a:xfrm>
        </p:grpSpPr>
        <p:sp>
          <p:nvSpPr>
            <p:cNvPr id="4056"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061" name="Rectangle 130"/>
          <p:cNvGrpSpPr/>
          <p:nvPr/>
        </p:nvGrpSpPr>
        <p:grpSpPr>
          <a:xfrm>
            <a:off x="13706756" y="1142977"/>
            <a:ext cx="710311" cy="1142997"/>
            <a:chOff x="0" y="-1"/>
            <a:chExt cx="710309" cy="1142995"/>
          </a:xfrm>
        </p:grpSpPr>
        <p:sp>
          <p:nvSpPr>
            <p:cNvPr id="4059"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6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064" name="Rectangle 131"/>
          <p:cNvGrpSpPr/>
          <p:nvPr/>
        </p:nvGrpSpPr>
        <p:grpSpPr>
          <a:xfrm>
            <a:off x="13706754" y="3427836"/>
            <a:ext cx="710311" cy="1142996"/>
            <a:chOff x="0" y="0"/>
            <a:chExt cx="710309" cy="1142994"/>
          </a:xfrm>
        </p:grpSpPr>
        <p:sp>
          <p:nvSpPr>
            <p:cNvPr id="4062"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6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065" name="Rectangle 1"/>
          <p:cNvSpPr/>
          <p:nvPr/>
        </p:nvSpPr>
        <p:spPr>
          <a:xfrm>
            <a:off x="-66" y="1624745"/>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066" name="Body Level One…"/>
          <p:cNvSpPr txBox="1"/>
          <p:nvPr>
            <p:ph type="body" sz="quarter" idx="1" hasCustomPrompt="1"/>
          </p:nvPr>
        </p:nvSpPr>
        <p:spPr>
          <a:xfrm>
            <a:off x="401037" y="261001"/>
            <a:ext cx="11416566" cy="44855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Upcoming session</a:t>
            </a:r>
          </a:p>
          <a:p>
            <a:pPr lvl="1"/>
            <a:r>
              <a:t/>
            </a:r>
          </a:p>
          <a:p>
            <a:pPr lvl="2"/>
            <a:r>
              <a:t/>
            </a:r>
          </a:p>
          <a:p>
            <a:pPr lvl="3"/>
            <a:r>
              <a:t/>
            </a:r>
          </a:p>
          <a:p>
            <a:pPr lvl="4"/>
            <a:r>
              <a:t/>
            </a:r>
          </a:p>
        </p:txBody>
      </p:sp>
      <p:sp>
        <p:nvSpPr>
          <p:cNvPr id="4067" name="Text Placeholder 23"/>
          <p:cNvSpPr/>
          <p:nvPr>
            <p:ph type="body" sz="quarter" idx="21" hasCustomPrompt="1"/>
          </p:nvPr>
        </p:nvSpPr>
        <p:spPr>
          <a:xfrm>
            <a:off x="401032" y="789642"/>
            <a:ext cx="11416573" cy="520342"/>
          </a:xfrm>
          <a:prstGeom prst="rect">
            <a:avLst/>
          </a:prstGeom>
        </p:spPr>
        <p:txBody>
          <a:bodyPr anchor="ctr"/>
          <a:lstStyle>
            <a:lvl1pPr defTabSz="786068">
              <a:lnSpc>
                <a:spcPct val="100000"/>
              </a:lnSpc>
              <a:spcBef>
                <a:spcPts val="800"/>
              </a:spcBef>
              <a:defRPr sz="3400"/>
            </a:lvl1pPr>
          </a:lstStyle>
          <a:p>
            <a:pPr/>
            <a:r>
              <a:t>What’s next?</a:t>
            </a:r>
          </a:p>
        </p:txBody>
      </p:sp>
      <p:sp>
        <p:nvSpPr>
          <p:cNvPr id="4068" name="Rectangle 9"/>
          <p:cNvSpPr/>
          <p:nvPr/>
        </p:nvSpPr>
        <p:spPr>
          <a:xfrm rot="16200000">
            <a:off x="3486927" y="4244163"/>
            <a:ext cx="5214969" cy="12704"/>
          </a:xfrm>
          <a:prstGeom prst="rect">
            <a:avLst/>
          </a:prstGeom>
          <a:solidFill>
            <a:srgbClr val="909692"/>
          </a:solidFill>
          <a:ln w="12700">
            <a:miter lim="400000"/>
          </a:ln>
        </p:spPr>
        <p:txBody>
          <a:bodyPr lIns="45718" tIns="45718" rIns="45718" bIns="45718" anchor="ctr"/>
          <a:lstStyle/>
          <a:p>
            <a:pPr algn="ctr">
              <a:defRPr>
                <a:solidFill>
                  <a:srgbClr val="FFFFFF"/>
                </a:solidFill>
              </a:defRPr>
            </a:pPr>
          </a:p>
        </p:txBody>
      </p:sp>
      <p:sp>
        <p:nvSpPr>
          <p:cNvPr id="4069" name="TextBox 6"/>
          <p:cNvSpPr txBox="1"/>
          <p:nvPr/>
        </p:nvSpPr>
        <p:spPr>
          <a:xfrm>
            <a:off x="6499719" y="5081427"/>
            <a:ext cx="5287403"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solidFill>
                  <a:srgbClr val="FFFFFF"/>
                </a:solidFill>
                <a:latin typeface="Mona Sans Display"/>
                <a:ea typeface="Mona Sans Display"/>
                <a:cs typeface="Mona Sans Display"/>
                <a:sym typeface="Mona Sans Display"/>
              </a:defRPr>
            </a:lvl1pPr>
          </a:lstStyle>
          <a:p>
            <a:pPr/>
            <a:r>
              <a:t>Speakers</a:t>
            </a:r>
          </a:p>
        </p:txBody>
      </p:sp>
      <p:sp>
        <p:nvSpPr>
          <p:cNvPr id="4070" name="Text Placeholder 18"/>
          <p:cNvSpPr/>
          <p:nvPr>
            <p:ph type="body" sz="quarter" idx="22" hasCustomPrompt="1"/>
          </p:nvPr>
        </p:nvSpPr>
        <p:spPr>
          <a:xfrm>
            <a:off x="6499421" y="1960222"/>
            <a:ext cx="5288371"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Month XX</a:t>
            </a:r>
          </a:p>
        </p:txBody>
      </p:sp>
      <p:sp>
        <p:nvSpPr>
          <p:cNvPr id="4071" name="Text Placeholder 18"/>
          <p:cNvSpPr/>
          <p:nvPr>
            <p:ph type="body" sz="quarter" idx="23" hasCustomPrompt="1"/>
          </p:nvPr>
        </p:nvSpPr>
        <p:spPr>
          <a:xfrm>
            <a:off x="6499421" y="2282741"/>
            <a:ext cx="5288371"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00:00 pt</a:t>
            </a:r>
          </a:p>
        </p:txBody>
      </p:sp>
      <p:sp>
        <p:nvSpPr>
          <p:cNvPr id="4072" name="Text Placeholder 18"/>
          <p:cNvSpPr/>
          <p:nvPr>
            <p:ph type="body" sz="quarter" idx="24" hasCustomPrompt="1"/>
          </p:nvPr>
        </p:nvSpPr>
        <p:spPr>
          <a:xfrm>
            <a:off x="6499421" y="2620183"/>
            <a:ext cx="5288371" cy="2342993"/>
          </a:xfrm>
          <a:prstGeom prst="rect">
            <a:avLst/>
          </a:prstGeom>
        </p:spPr>
        <p:txBody>
          <a:bodyPr/>
          <a:lstStyle>
            <a:lvl1pPr>
              <a:defRPr sz="2400"/>
            </a:lvl1pPr>
          </a:lstStyle>
          <a:p>
            <a:pPr/>
            <a:r>
              <a:t>Speaking session title</a:t>
            </a:r>
          </a:p>
        </p:txBody>
      </p:sp>
      <p:sp>
        <p:nvSpPr>
          <p:cNvPr id="4073" name="Text Placeholder 18"/>
          <p:cNvSpPr/>
          <p:nvPr>
            <p:ph type="body" sz="quarter" idx="25" hasCustomPrompt="1"/>
          </p:nvPr>
        </p:nvSpPr>
        <p:spPr>
          <a:xfrm>
            <a:off x="6499421" y="5501504"/>
            <a:ext cx="5288371" cy="937400"/>
          </a:xfrm>
          <a:prstGeom prst="rect">
            <a:avLst/>
          </a:prstGeom>
        </p:spPr>
        <p:txBody>
          <a:bodyPr anchor="b"/>
          <a:lstStyle>
            <a:lvl1pPr>
              <a:defRPr sz="1400">
                <a:solidFill>
                  <a:srgbClr val="B0BAC2"/>
                </a:solidFill>
              </a:defRPr>
            </a:lvl1pPr>
          </a:lstStyle>
          <a:p>
            <a:pPr/>
            <a:r>
              <a:t>Mona Lisa, GitHub
Mona Lisa, GitHub
Mona Lisa, GitHub</a:t>
            </a:r>
          </a:p>
        </p:txBody>
      </p:sp>
      <p:sp>
        <p:nvSpPr>
          <p:cNvPr id="4074" name="TextBox 13"/>
          <p:cNvSpPr txBox="1"/>
          <p:nvPr/>
        </p:nvSpPr>
        <p:spPr>
          <a:xfrm>
            <a:off x="379408" y="5081427"/>
            <a:ext cx="5287106"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solidFill>
                  <a:srgbClr val="FFFFFF"/>
                </a:solidFill>
                <a:latin typeface="Mona Sans Display"/>
                <a:ea typeface="Mona Sans Display"/>
                <a:cs typeface="Mona Sans Display"/>
                <a:sym typeface="Mona Sans Display"/>
              </a:defRPr>
            </a:lvl1pPr>
          </a:lstStyle>
          <a:p>
            <a:pPr/>
            <a:r>
              <a:t>Speakers</a:t>
            </a:r>
          </a:p>
        </p:txBody>
      </p:sp>
      <p:sp>
        <p:nvSpPr>
          <p:cNvPr id="4075" name="Text Placeholder 18"/>
          <p:cNvSpPr/>
          <p:nvPr>
            <p:ph type="body" sz="quarter" idx="26" hasCustomPrompt="1"/>
          </p:nvPr>
        </p:nvSpPr>
        <p:spPr>
          <a:xfrm>
            <a:off x="401035" y="1960222"/>
            <a:ext cx="5288068"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Month XX</a:t>
            </a:r>
          </a:p>
        </p:txBody>
      </p:sp>
      <p:sp>
        <p:nvSpPr>
          <p:cNvPr id="4076" name="Text Placeholder 18"/>
          <p:cNvSpPr/>
          <p:nvPr>
            <p:ph type="body" sz="quarter" idx="27" hasCustomPrompt="1"/>
          </p:nvPr>
        </p:nvSpPr>
        <p:spPr>
          <a:xfrm>
            <a:off x="409223" y="2282741"/>
            <a:ext cx="5288068"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00:00 pt</a:t>
            </a:r>
          </a:p>
        </p:txBody>
      </p:sp>
      <p:sp>
        <p:nvSpPr>
          <p:cNvPr id="4077" name="Text Placeholder 18"/>
          <p:cNvSpPr/>
          <p:nvPr>
            <p:ph type="body" sz="quarter" idx="28" hasCustomPrompt="1"/>
          </p:nvPr>
        </p:nvSpPr>
        <p:spPr>
          <a:xfrm>
            <a:off x="401035" y="2620183"/>
            <a:ext cx="5288068" cy="2342993"/>
          </a:xfrm>
          <a:prstGeom prst="rect">
            <a:avLst/>
          </a:prstGeom>
        </p:spPr>
        <p:txBody>
          <a:bodyPr/>
          <a:lstStyle>
            <a:lvl1pPr>
              <a:defRPr sz="2400"/>
            </a:lvl1pPr>
          </a:lstStyle>
          <a:p>
            <a:pPr/>
            <a:r>
              <a:t>Speaking session title</a:t>
            </a:r>
          </a:p>
        </p:txBody>
      </p:sp>
      <p:sp>
        <p:nvSpPr>
          <p:cNvPr id="4078" name="Text Placeholder 18"/>
          <p:cNvSpPr/>
          <p:nvPr>
            <p:ph type="body" sz="quarter" idx="29" hasCustomPrompt="1"/>
          </p:nvPr>
        </p:nvSpPr>
        <p:spPr>
          <a:xfrm>
            <a:off x="397555" y="5501504"/>
            <a:ext cx="5288068" cy="937400"/>
          </a:xfrm>
          <a:prstGeom prst="rect">
            <a:avLst/>
          </a:prstGeom>
        </p:spPr>
        <p:txBody>
          <a:bodyPr anchor="b"/>
          <a:lstStyle>
            <a:lvl1pPr>
              <a:defRPr sz="1400">
                <a:solidFill>
                  <a:srgbClr val="B0BAC2"/>
                </a:solidFill>
              </a:defRPr>
            </a:lvl1pPr>
          </a:lstStyle>
          <a:p>
            <a:pPr/>
            <a:r>
              <a:t>Mona Lisa, GitHub
Mona Lisa, GitHub
Mona Lisa, GitHub</a:t>
            </a:r>
          </a:p>
        </p:txBody>
      </p:sp>
      <p:sp>
        <p:nvSpPr>
          <p:cNvPr id="407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Upcoming sessions (1)">
    <p:spTree>
      <p:nvGrpSpPr>
        <p:cNvPr id="1" name=""/>
        <p:cNvGrpSpPr/>
        <p:nvPr/>
      </p:nvGrpSpPr>
      <p:grpSpPr>
        <a:xfrm>
          <a:off x="0" y="0"/>
          <a:ext cx="0" cy="0"/>
          <a:chOff x="0" y="0"/>
          <a:chExt cx="0" cy="0"/>
        </a:xfrm>
      </p:grpSpPr>
      <p:grpSp>
        <p:nvGrpSpPr>
          <p:cNvPr id="4088" name="Rectangle 109"/>
          <p:cNvGrpSpPr/>
          <p:nvPr/>
        </p:nvGrpSpPr>
        <p:grpSpPr>
          <a:xfrm>
            <a:off x="12287632" y="5878297"/>
            <a:ext cx="710311" cy="979707"/>
            <a:chOff x="0" y="0"/>
            <a:chExt cx="710309" cy="979705"/>
          </a:xfrm>
        </p:grpSpPr>
        <p:sp>
          <p:nvSpPr>
            <p:cNvPr id="4086"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8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4091" name="Rectangle 110"/>
          <p:cNvGrpSpPr/>
          <p:nvPr/>
        </p:nvGrpSpPr>
        <p:grpSpPr>
          <a:xfrm>
            <a:off x="12287631" y="4898603"/>
            <a:ext cx="710311" cy="979709"/>
            <a:chOff x="0" y="-1"/>
            <a:chExt cx="710309" cy="979708"/>
          </a:xfrm>
        </p:grpSpPr>
        <p:sp>
          <p:nvSpPr>
            <p:cNvPr id="4089"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90"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4094" name="Rectangle 111"/>
          <p:cNvGrpSpPr/>
          <p:nvPr/>
        </p:nvGrpSpPr>
        <p:grpSpPr>
          <a:xfrm>
            <a:off x="12287632" y="3918862"/>
            <a:ext cx="710311" cy="979706"/>
            <a:chOff x="0" y="0"/>
            <a:chExt cx="710309" cy="979705"/>
          </a:xfrm>
        </p:grpSpPr>
        <p:sp>
          <p:nvSpPr>
            <p:cNvPr id="4092"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9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4097" name="Rectangle 112"/>
          <p:cNvGrpSpPr/>
          <p:nvPr/>
        </p:nvGrpSpPr>
        <p:grpSpPr>
          <a:xfrm>
            <a:off x="12287631" y="2939171"/>
            <a:ext cx="710311" cy="979707"/>
            <a:chOff x="0" y="0"/>
            <a:chExt cx="710309" cy="979705"/>
          </a:xfrm>
        </p:grpSpPr>
        <p:sp>
          <p:nvSpPr>
            <p:cNvPr id="4095"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9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4100" name="Rectangle 113"/>
          <p:cNvGrpSpPr/>
          <p:nvPr/>
        </p:nvGrpSpPr>
        <p:grpSpPr>
          <a:xfrm>
            <a:off x="12287632" y="1959431"/>
            <a:ext cx="710311" cy="979707"/>
            <a:chOff x="0" y="0"/>
            <a:chExt cx="710309" cy="979705"/>
          </a:xfrm>
        </p:grpSpPr>
        <p:sp>
          <p:nvSpPr>
            <p:cNvPr id="4098"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09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4103" name="Rectangle 114"/>
          <p:cNvGrpSpPr/>
          <p:nvPr/>
        </p:nvGrpSpPr>
        <p:grpSpPr>
          <a:xfrm>
            <a:off x="12287631" y="979736"/>
            <a:ext cx="710311" cy="979707"/>
            <a:chOff x="0" y="0"/>
            <a:chExt cx="710309" cy="979705"/>
          </a:xfrm>
        </p:grpSpPr>
        <p:sp>
          <p:nvSpPr>
            <p:cNvPr id="4101"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02"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4106" name="Rectangle 115"/>
          <p:cNvGrpSpPr/>
          <p:nvPr/>
        </p:nvGrpSpPr>
        <p:grpSpPr>
          <a:xfrm>
            <a:off x="12287631" y="-2"/>
            <a:ext cx="710311" cy="979706"/>
            <a:chOff x="0" y="0"/>
            <a:chExt cx="710309" cy="979705"/>
          </a:xfrm>
        </p:grpSpPr>
        <p:sp>
          <p:nvSpPr>
            <p:cNvPr id="4104"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0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4109" name="Rectangle 118"/>
          <p:cNvGrpSpPr/>
          <p:nvPr/>
        </p:nvGrpSpPr>
        <p:grpSpPr>
          <a:xfrm>
            <a:off x="12997439" y="5715013"/>
            <a:ext cx="710311" cy="1142996"/>
            <a:chOff x="0" y="0"/>
            <a:chExt cx="710309" cy="1142994"/>
          </a:xfrm>
        </p:grpSpPr>
        <p:sp>
          <p:nvSpPr>
            <p:cNvPr id="4107"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0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4112" name="Rectangle 119"/>
          <p:cNvGrpSpPr/>
          <p:nvPr/>
        </p:nvGrpSpPr>
        <p:grpSpPr>
          <a:xfrm>
            <a:off x="12997439" y="4572032"/>
            <a:ext cx="710311" cy="1142996"/>
            <a:chOff x="0" y="0"/>
            <a:chExt cx="710309" cy="1142994"/>
          </a:xfrm>
        </p:grpSpPr>
        <p:sp>
          <p:nvSpPr>
            <p:cNvPr id="4110"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4115" name="Rectangle 120"/>
          <p:cNvGrpSpPr/>
          <p:nvPr/>
        </p:nvGrpSpPr>
        <p:grpSpPr>
          <a:xfrm>
            <a:off x="12997439" y="3428998"/>
            <a:ext cx="710311" cy="1142996"/>
            <a:chOff x="0" y="0"/>
            <a:chExt cx="710309" cy="1142994"/>
          </a:xfrm>
        </p:grpSpPr>
        <p:sp>
          <p:nvSpPr>
            <p:cNvPr id="4113"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1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4118" name="Rectangle 121"/>
          <p:cNvGrpSpPr/>
          <p:nvPr/>
        </p:nvGrpSpPr>
        <p:grpSpPr>
          <a:xfrm>
            <a:off x="12997439" y="2286017"/>
            <a:ext cx="710311" cy="1142996"/>
            <a:chOff x="0" y="0"/>
            <a:chExt cx="710309" cy="1142994"/>
          </a:xfrm>
        </p:grpSpPr>
        <p:sp>
          <p:nvSpPr>
            <p:cNvPr id="4116"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1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4121" name="Rectangle 122"/>
          <p:cNvGrpSpPr/>
          <p:nvPr/>
        </p:nvGrpSpPr>
        <p:grpSpPr>
          <a:xfrm>
            <a:off x="12997439" y="1142977"/>
            <a:ext cx="710311" cy="1142997"/>
            <a:chOff x="0" y="-1"/>
            <a:chExt cx="710309" cy="1142995"/>
          </a:xfrm>
        </p:grpSpPr>
        <p:sp>
          <p:nvSpPr>
            <p:cNvPr id="4119"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2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124" name="Rectangle 123"/>
          <p:cNvGrpSpPr/>
          <p:nvPr/>
        </p:nvGrpSpPr>
        <p:grpSpPr>
          <a:xfrm>
            <a:off x="13706754" y="-2365"/>
            <a:ext cx="710311" cy="1142995"/>
            <a:chOff x="0" y="0"/>
            <a:chExt cx="710309" cy="1142994"/>
          </a:xfrm>
        </p:grpSpPr>
        <p:sp>
          <p:nvSpPr>
            <p:cNvPr id="4122"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2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127" name="Rectangle 126"/>
          <p:cNvGrpSpPr/>
          <p:nvPr/>
        </p:nvGrpSpPr>
        <p:grpSpPr>
          <a:xfrm>
            <a:off x="13706756" y="5715013"/>
            <a:ext cx="710311" cy="1142996"/>
            <a:chOff x="0" y="0"/>
            <a:chExt cx="710309" cy="1142994"/>
          </a:xfrm>
        </p:grpSpPr>
        <p:sp>
          <p:nvSpPr>
            <p:cNvPr id="4125"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2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130" name="Rectangle 127"/>
          <p:cNvGrpSpPr/>
          <p:nvPr/>
        </p:nvGrpSpPr>
        <p:grpSpPr>
          <a:xfrm>
            <a:off x="13706754" y="4572032"/>
            <a:ext cx="710311" cy="1142996"/>
            <a:chOff x="0" y="0"/>
            <a:chExt cx="710309" cy="1142994"/>
          </a:xfrm>
        </p:grpSpPr>
        <p:sp>
          <p:nvSpPr>
            <p:cNvPr id="4128"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133" name="Rectangle 128"/>
          <p:cNvGrpSpPr/>
          <p:nvPr/>
        </p:nvGrpSpPr>
        <p:grpSpPr>
          <a:xfrm>
            <a:off x="12996453" y="-1157"/>
            <a:ext cx="710311" cy="1142995"/>
            <a:chOff x="0" y="0"/>
            <a:chExt cx="710309" cy="1142994"/>
          </a:xfrm>
        </p:grpSpPr>
        <p:sp>
          <p:nvSpPr>
            <p:cNvPr id="4131"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3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136" name="Rectangle 129"/>
          <p:cNvGrpSpPr/>
          <p:nvPr/>
        </p:nvGrpSpPr>
        <p:grpSpPr>
          <a:xfrm>
            <a:off x="13706754" y="2286017"/>
            <a:ext cx="710311" cy="1142996"/>
            <a:chOff x="0" y="0"/>
            <a:chExt cx="710309" cy="1142994"/>
          </a:xfrm>
        </p:grpSpPr>
        <p:sp>
          <p:nvSpPr>
            <p:cNvPr id="4134"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3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139" name="Rectangle 130"/>
          <p:cNvGrpSpPr/>
          <p:nvPr/>
        </p:nvGrpSpPr>
        <p:grpSpPr>
          <a:xfrm>
            <a:off x="13706756" y="1142977"/>
            <a:ext cx="710311" cy="1142997"/>
            <a:chOff x="0" y="-1"/>
            <a:chExt cx="710309" cy="1142995"/>
          </a:xfrm>
        </p:grpSpPr>
        <p:sp>
          <p:nvSpPr>
            <p:cNvPr id="4137"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3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142" name="Rectangle 131"/>
          <p:cNvGrpSpPr/>
          <p:nvPr/>
        </p:nvGrpSpPr>
        <p:grpSpPr>
          <a:xfrm>
            <a:off x="13706754" y="3427836"/>
            <a:ext cx="710311" cy="1142996"/>
            <a:chOff x="0" y="0"/>
            <a:chExt cx="710309" cy="1142994"/>
          </a:xfrm>
        </p:grpSpPr>
        <p:sp>
          <p:nvSpPr>
            <p:cNvPr id="4140"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4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143" name="Rectangle 1"/>
          <p:cNvSpPr/>
          <p:nvPr/>
        </p:nvSpPr>
        <p:spPr>
          <a:xfrm rot="5400000">
            <a:off x="368617" y="3419854"/>
            <a:ext cx="6858001"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144" name="Body Level One…"/>
          <p:cNvSpPr txBox="1"/>
          <p:nvPr>
            <p:ph type="body" sz="quarter" idx="1" hasCustomPrompt="1"/>
          </p:nvPr>
        </p:nvSpPr>
        <p:spPr>
          <a:xfrm>
            <a:off x="401037" y="261001"/>
            <a:ext cx="2984889" cy="448550"/>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vl2pPr>
              <a:defRPr cap="all" sz="1400">
                <a:solidFill>
                  <a:srgbClr val="B0BAC2"/>
                </a:solidFill>
                <a:latin typeface="Mona Sans Mono"/>
                <a:ea typeface="Mona Sans Mono"/>
                <a:cs typeface="Mona Sans Mono"/>
                <a:sym typeface="Mona Sans Mono"/>
              </a:defRPr>
            </a:lvl2pPr>
            <a:lvl3pPr>
              <a:defRPr cap="all" sz="1400">
                <a:solidFill>
                  <a:srgbClr val="B0BAC2"/>
                </a:solidFill>
                <a:latin typeface="Mona Sans Mono"/>
                <a:ea typeface="Mona Sans Mono"/>
                <a:cs typeface="Mona Sans Mono"/>
                <a:sym typeface="Mona Sans Mono"/>
              </a:defRPr>
            </a:lvl3pPr>
            <a:lvl4pPr>
              <a:defRPr cap="all" sz="1400">
                <a:solidFill>
                  <a:srgbClr val="B0BAC2"/>
                </a:solidFill>
                <a:latin typeface="Mona Sans Mono"/>
                <a:ea typeface="Mona Sans Mono"/>
                <a:cs typeface="Mona Sans Mono"/>
                <a:sym typeface="Mona Sans Mono"/>
              </a:defRPr>
            </a:lvl4pPr>
            <a:lvl5pPr>
              <a:defRPr cap="all" sz="1400">
                <a:solidFill>
                  <a:srgbClr val="B0BAC2"/>
                </a:solidFill>
                <a:latin typeface="Mona Sans Mono"/>
                <a:ea typeface="Mona Sans Mono"/>
                <a:cs typeface="Mona Sans Mono"/>
                <a:sym typeface="Mona Sans Mono"/>
              </a:defRPr>
            </a:lvl5pPr>
          </a:lstStyle>
          <a:p>
            <a:pPr/>
            <a:r>
              <a:t>Upcoming session</a:t>
            </a:r>
          </a:p>
          <a:p>
            <a:pPr lvl="1"/>
            <a:r>
              <a:t/>
            </a:r>
          </a:p>
          <a:p>
            <a:pPr lvl="2"/>
            <a:r>
              <a:t/>
            </a:r>
          </a:p>
          <a:p>
            <a:pPr lvl="3"/>
            <a:r>
              <a:t/>
            </a:r>
          </a:p>
          <a:p>
            <a:pPr lvl="4"/>
            <a:r>
              <a:t/>
            </a:r>
          </a:p>
        </p:txBody>
      </p:sp>
      <p:sp>
        <p:nvSpPr>
          <p:cNvPr id="4145" name="Text Placeholder 23"/>
          <p:cNvSpPr/>
          <p:nvPr>
            <p:ph type="body" sz="quarter" idx="21" hasCustomPrompt="1"/>
          </p:nvPr>
        </p:nvSpPr>
        <p:spPr>
          <a:xfrm>
            <a:off x="401034" y="789642"/>
            <a:ext cx="2984893" cy="520342"/>
          </a:xfrm>
          <a:prstGeom prst="rect">
            <a:avLst/>
          </a:prstGeom>
        </p:spPr>
        <p:txBody>
          <a:bodyPr anchor="ctr"/>
          <a:lstStyle>
            <a:lvl1pPr defTabSz="786068">
              <a:lnSpc>
                <a:spcPct val="100000"/>
              </a:lnSpc>
              <a:spcBef>
                <a:spcPts val="800"/>
              </a:spcBef>
              <a:defRPr sz="3400"/>
            </a:lvl1pPr>
          </a:lstStyle>
          <a:p>
            <a:pPr/>
            <a:r>
              <a:t>What’s next?</a:t>
            </a:r>
          </a:p>
        </p:txBody>
      </p:sp>
      <p:sp>
        <p:nvSpPr>
          <p:cNvPr id="4146" name="TextBox 13"/>
          <p:cNvSpPr txBox="1"/>
          <p:nvPr/>
        </p:nvSpPr>
        <p:spPr>
          <a:xfrm>
            <a:off x="4209096" y="5081427"/>
            <a:ext cx="7577306"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solidFill>
                  <a:srgbClr val="FFFFFF"/>
                </a:solidFill>
                <a:latin typeface="Mona Sans Display"/>
                <a:ea typeface="Mona Sans Display"/>
                <a:cs typeface="Mona Sans Display"/>
                <a:sym typeface="Mona Sans Display"/>
              </a:defRPr>
            </a:lvl1pPr>
          </a:lstStyle>
          <a:p>
            <a:pPr/>
            <a:r>
              <a:t>Speakers</a:t>
            </a:r>
          </a:p>
        </p:txBody>
      </p:sp>
      <p:sp>
        <p:nvSpPr>
          <p:cNvPr id="4147" name="Text Placeholder 18"/>
          <p:cNvSpPr/>
          <p:nvPr>
            <p:ph type="body" sz="quarter" idx="22" hasCustomPrompt="1"/>
          </p:nvPr>
        </p:nvSpPr>
        <p:spPr>
          <a:xfrm>
            <a:off x="4230720" y="419098"/>
            <a:ext cx="7578691" cy="222169"/>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Month XX</a:t>
            </a:r>
          </a:p>
        </p:txBody>
      </p:sp>
      <p:sp>
        <p:nvSpPr>
          <p:cNvPr id="4148" name="Text Placeholder 18"/>
          <p:cNvSpPr/>
          <p:nvPr>
            <p:ph type="body" sz="quarter" idx="23" hasCustomPrompt="1"/>
          </p:nvPr>
        </p:nvSpPr>
        <p:spPr>
          <a:xfrm>
            <a:off x="4230720" y="741618"/>
            <a:ext cx="7578691" cy="222168"/>
          </a:xfrm>
          <a:prstGeom prst="rect">
            <a:avLst/>
          </a:prstGeom>
        </p:spPr>
        <p:txBody>
          <a:bodyPr anchor="ctr"/>
          <a:lstStyle>
            <a:lvl1pPr>
              <a:defRPr cap="all" sz="1400">
                <a:solidFill>
                  <a:srgbClr val="B0BAC2"/>
                </a:solidFill>
                <a:latin typeface="Mona Sans Mono"/>
                <a:ea typeface="Mona Sans Mono"/>
                <a:cs typeface="Mona Sans Mono"/>
                <a:sym typeface="Mona Sans Mono"/>
              </a:defRPr>
            </a:lvl1pPr>
          </a:lstStyle>
          <a:p>
            <a:pPr/>
            <a:r>
              <a:t>00:00 pt</a:t>
            </a:r>
          </a:p>
        </p:txBody>
      </p:sp>
      <p:sp>
        <p:nvSpPr>
          <p:cNvPr id="4149" name="Text Placeholder 18"/>
          <p:cNvSpPr/>
          <p:nvPr>
            <p:ph type="body" sz="half" idx="24" hasCustomPrompt="1"/>
          </p:nvPr>
        </p:nvSpPr>
        <p:spPr>
          <a:xfrm>
            <a:off x="4230720" y="1106209"/>
            <a:ext cx="7578691" cy="3856966"/>
          </a:xfrm>
          <a:prstGeom prst="rect">
            <a:avLst/>
          </a:prstGeom>
        </p:spPr>
        <p:txBody>
          <a:bodyPr/>
          <a:lstStyle>
            <a:lvl1pPr>
              <a:defRPr sz="2400"/>
            </a:lvl1pPr>
          </a:lstStyle>
          <a:p>
            <a:pPr/>
            <a:r>
              <a:t>Speaking session title</a:t>
            </a:r>
          </a:p>
        </p:txBody>
      </p:sp>
      <p:sp>
        <p:nvSpPr>
          <p:cNvPr id="4150" name="Text Placeholder 18"/>
          <p:cNvSpPr/>
          <p:nvPr>
            <p:ph type="body" sz="quarter" idx="25" hasCustomPrompt="1"/>
          </p:nvPr>
        </p:nvSpPr>
        <p:spPr>
          <a:xfrm>
            <a:off x="4227240" y="5501504"/>
            <a:ext cx="7578691" cy="937400"/>
          </a:xfrm>
          <a:prstGeom prst="rect">
            <a:avLst/>
          </a:prstGeom>
        </p:spPr>
        <p:txBody>
          <a:bodyPr anchor="b"/>
          <a:lstStyle>
            <a:lvl1pPr>
              <a:defRPr sz="1400">
                <a:solidFill>
                  <a:srgbClr val="B0BAC2"/>
                </a:solidFill>
              </a:defRPr>
            </a:lvl1pPr>
          </a:lstStyle>
          <a:p>
            <a:pPr/>
            <a:r>
              <a:t>Mona Lisa, GitHub
Mona Lisa, GitHub
Mona Lisa, GitHub</a:t>
            </a:r>
          </a:p>
        </p:txBody>
      </p:sp>
      <p:sp>
        <p:nvSpPr>
          <p:cNvPr id="41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urvey">
    <p:spTree>
      <p:nvGrpSpPr>
        <p:cNvPr id="1" name=""/>
        <p:cNvGrpSpPr/>
        <p:nvPr/>
      </p:nvGrpSpPr>
      <p:grpSpPr>
        <a:xfrm>
          <a:off x="0" y="0"/>
          <a:ext cx="0" cy="0"/>
          <a:chOff x="0" y="0"/>
          <a:chExt cx="0" cy="0"/>
        </a:xfrm>
      </p:grpSpPr>
      <p:grpSp>
        <p:nvGrpSpPr>
          <p:cNvPr id="4160" name="Rectangle 109"/>
          <p:cNvGrpSpPr/>
          <p:nvPr/>
        </p:nvGrpSpPr>
        <p:grpSpPr>
          <a:xfrm>
            <a:off x="12287632" y="5878297"/>
            <a:ext cx="710311" cy="979707"/>
            <a:chOff x="0" y="0"/>
            <a:chExt cx="710309" cy="979705"/>
          </a:xfrm>
        </p:grpSpPr>
        <p:sp>
          <p:nvSpPr>
            <p:cNvPr id="4158"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5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4163" name="Rectangle 110"/>
          <p:cNvGrpSpPr/>
          <p:nvPr/>
        </p:nvGrpSpPr>
        <p:grpSpPr>
          <a:xfrm>
            <a:off x="12287631" y="4898603"/>
            <a:ext cx="710311" cy="979709"/>
            <a:chOff x="0" y="-1"/>
            <a:chExt cx="710309" cy="979708"/>
          </a:xfrm>
        </p:grpSpPr>
        <p:sp>
          <p:nvSpPr>
            <p:cNvPr id="4161"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62"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4166" name="Rectangle 111"/>
          <p:cNvGrpSpPr/>
          <p:nvPr/>
        </p:nvGrpSpPr>
        <p:grpSpPr>
          <a:xfrm>
            <a:off x="12287632" y="3918862"/>
            <a:ext cx="710311" cy="979706"/>
            <a:chOff x="0" y="0"/>
            <a:chExt cx="710309" cy="979705"/>
          </a:xfrm>
        </p:grpSpPr>
        <p:sp>
          <p:nvSpPr>
            <p:cNvPr id="4164"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6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4169" name="Rectangle 112"/>
          <p:cNvGrpSpPr/>
          <p:nvPr/>
        </p:nvGrpSpPr>
        <p:grpSpPr>
          <a:xfrm>
            <a:off x="12287631" y="2939171"/>
            <a:ext cx="710311" cy="979707"/>
            <a:chOff x="0" y="0"/>
            <a:chExt cx="710309" cy="979705"/>
          </a:xfrm>
        </p:grpSpPr>
        <p:sp>
          <p:nvSpPr>
            <p:cNvPr id="4167"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6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4172" name="Rectangle 113"/>
          <p:cNvGrpSpPr/>
          <p:nvPr/>
        </p:nvGrpSpPr>
        <p:grpSpPr>
          <a:xfrm>
            <a:off x="12287632" y="1959431"/>
            <a:ext cx="710311" cy="979707"/>
            <a:chOff x="0" y="0"/>
            <a:chExt cx="710309" cy="979705"/>
          </a:xfrm>
        </p:grpSpPr>
        <p:sp>
          <p:nvSpPr>
            <p:cNvPr id="4170"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7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4175" name="Rectangle 114"/>
          <p:cNvGrpSpPr/>
          <p:nvPr/>
        </p:nvGrpSpPr>
        <p:grpSpPr>
          <a:xfrm>
            <a:off x="12287631" y="979736"/>
            <a:ext cx="710311" cy="979707"/>
            <a:chOff x="0" y="0"/>
            <a:chExt cx="710309" cy="979705"/>
          </a:xfrm>
        </p:grpSpPr>
        <p:sp>
          <p:nvSpPr>
            <p:cNvPr id="4173"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74"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4178" name="Rectangle 115"/>
          <p:cNvGrpSpPr/>
          <p:nvPr/>
        </p:nvGrpSpPr>
        <p:grpSpPr>
          <a:xfrm>
            <a:off x="12287631" y="-2"/>
            <a:ext cx="710311" cy="979706"/>
            <a:chOff x="0" y="0"/>
            <a:chExt cx="710309" cy="979705"/>
          </a:xfrm>
        </p:grpSpPr>
        <p:sp>
          <p:nvSpPr>
            <p:cNvPr id="4176"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7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4181" name="Rectangle 118"/>
          <p:cNvGrpSpPr/>
          <p:nvPr/>
        </p:nvGrpSpPr>
        <p:grpSpPr>
          <a:xfrm>
            <a:off x="12997439" y="5715013"/>
            <a:ext cx="710311" cy="1142996"/>
            <a:chOff x="0" y="0"/>
            <a:chExt cx="710309" cy="1142994"/>
          </a:xfrm>
        </p:grpSpPr>
        <p:sp>
          <p:nvSpPr>
            <p:cNvPr id="4179"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8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4184" name="Rectangle 119"/>
          <p:cNvGrpSpPr/>
          <p:nvPr/>
        </p:nvGrpSpPr>
        <p:grpSpPr>
          <a:xfrm>
            <a:off x="12997439" y="4572032"/>
            <a:ext cx="710311" cy="1142996"/>
            <a:chOff x="0" y="0"/>
            <a:chExt cx="710309" cy="1142994"/>
          </a:xfrm>
        </p:grpSpPr>
        <p:sp>
          <p:nvSpPr>
            <p:cNvPr id="4182"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4187" name="Rectangle 120"/>
          <p:cNvGrpSpPr/>
          <p:nvPr/>
        </p:nvGrpSpPr>
        <p:grpSpPr>
          <a:xfrm>
            <a:off x="12997439" y="3428998"/>
            <a:ext cx="710311" cy="1142996"/>
            <a:chOff x="0" y="0"/>
            <a:chExt cx="710309" cy="1142994"/>
          </a:xfrm>
        </p:grpSpPr>
        <p:sp>
          <p:nvSpPr>
            <p:cNvPr id="4185"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4190" name="Rectangle 121"/>
          <p:cNvGrpSpPr/>
          <p:nvPr/>
        </p:nvGrpSpPr>
        <p:grpSpPr>
          <a:xfrm>
            <a:off x="12997439" y="2286017"/>
            <a:ext cx="710311" cy="1142996"/>
            <a:chOff x="0" y="0"/>
            <a:chExt cx="710309" cy="1142994"/>
          </a:xfrm>
        </p:grpSpPr>
        <p:sp>
          <p:nvSpPr>
            <p:cNvPr id="4188"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8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4193" name="Rectangle 122"/>
          <p:cNvGrpSpPr/>
          <p:nvPr/>
        </p:nvGrpSpPr>
        <p:grpSpPr>
          <a:xfrm>
            <a:off x="12997439" y="1142977"/>
            <a:ext cx="710311" cy="1142997"/>
            <a:chOff x="0" y="-1"/>
            <a:chExt cx="710309" cy="1142995"/>
          </a:xfrm>
        </p:grpSpPr>
        <p:sp>
          <p:nvSpPr>
            <p:cNvPr id="4191"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9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196" name="Rectangle 123"/>
          <p:cNvGrpSpPr/>
          <p:nvPr/>
        </p:nvGrpSpPr>
        <p:grpSpPr>
          <a:xfrm>
            <a:off x="13706754" y="-2365"/>
            <a:ext cx="710311" cy="1142995"/>
            <a:chOff x="0" y="0"/>
            <a:chExt cx="710309" cy="1142994"/>
          </a:xfrm>
        </p:grpSpPr>
        <p:sp>
          <p:nvSpPr>
            <p:cNvPr id="4194"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9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199" name="Rectangle 126"/>
          <p:cNvGrpSpPr/>
          <p:nvPr/>
        </p:nvGrpSpPr>
        <p:grpSpPr>
          <a:xfrm>
            <a:off x="13706756" y="5715013"/>
            <a:ext cx="710311" cy="1142996"/>
            <a:chOff x="0" y="0"/>
            <a:chExt cx="710309" cy="1142994"/>
          </a:xfrm>
        </p:grpSpPr>
        <p:sp>
          <p:nvSpPr>
            <p:cNvPr id="4197"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19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202" name="Rectangle 127"/>
          <p:cNvGrpSpPr/>
          <p:nvPr/>
        </p:nvGrpSpPr>
        <p:grpSpPr>
          <a:xfrm>
            <a:off x="13706754" y="4572032"/>
            <a:ext cx="710311" cy="1142996"/>
            <a:chOff x="0" y="0"/>
            <a:chExt cx="710309" cy="1142994"/>
          </a:xfrm>
        </p:grpSpPr>
        <p:sp>
          <p:nvSpPr>
            <p:cNvPr id="4200"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205" name="Rectangle 128"/>
          <p:cNvGrpSpPr/>
          <p:nvPr/>
        </p:nvGrpSpPr>
        <p:grpSpPr>
          <a:xfrm>
            <a:off x="12996453" y="-1157"/>
            <a:ext cx="710311" cy="1142995"/>
            <a:chOff x="0" y="0"/>
            <a:chExt cx="710309" cy="1142994"/>
          </a:xfrm>
        </p:grpSpPr>
        <p:sp>
          <p:nvSpPr>
            <p:cNvPr id="4203"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208" name="Rectangle 129"/>
          <p:cNvGrpSpPr/>
          <p:nvPr/>
        </p:nvGrpSpPr>
        <p:grpSpPr>
          <a:xfrm>
            <a:off x="13706754" y="2286017"/>
            <a:ext cx="710311" cy="1142996"/>
            <a:chOff x="0" y="0"/>
            <a:chExt cx="710309" cy="1142994"/>
          </a:xfrm>
        </p:grpSpPr>
        <p:sp>
          <p:nvSpPr>
            <p:cNvPr id="4206"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211" name="Rectangle 130"/>
          <p:cNvGrpSpPr/>
          <p:nvPr/>
        </p:nvGrpSpPr>
        <p:grpSpPr>
          <a:xfrm>
            <a:off x="13706756" y="1142977"/>
            <a:ext cx="710311" cy="1142997"/>
            <a:chOff x="0" y="-1"/>
            <a:chExt cx="710309" cy="1142995"/>
          </a:xfrm>
        </p:grpSpPr>
        <p:sp>
          <p:nvSpPr>
            <p:cNvPr id="4209"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1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214" name="Rectangle 131"/>
          <p:cNvGrpSpPr/>
          <p:nvPr/>
        </p:nvGrpSpPr>
        <p:grpSpPr>
          <a:xfrm>
            <a:off x="13706754" y="3427836"/>
            <a:ext cx="710311" cy="1142996"/>
            <a:chOff x="0" y="0"/>
            <a:chExt cx="710309" cy="1142994"/>
          </a:xfrm>
        </p:grpSpPr>
        <p:sp>
          <p:nvSpPr>
            <p:cNvPr id="4212"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1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215" name="Rectangle 15"/>
          <p:cNvSpPr/>
          <p:nvPr/>
        </p:nvSpPr>
        <p:spPr>
          <a:xfrm>
            <a:off x="-1" y="-1"/>
            <a:ext cx="5270402" cy="5270402"/>
          </a:xfrm>
          <a:prstGeom prst="rect">
            <a:avLst/>
          </a:prstGeom>
          <a:solidFill>
            <a:srgbClr val="515E68"/>
          </a:solidFill>
          <a:ln w="12700">
            <a:miter lim="400000"/>
          </a:ln>
        </p:spPr>
        <p:txBody>
          <a:bodyPr lIns="45718" tIns="45718" rIns="45718" bIns="45718" anchor="ctr"/>
          <a:lstStyle/>
          <a:p>
            <a:pPr algn="ctr">
              <a:defRPr>
                <a:solidFill>
                  <a:srgbClr val="FFFFFF"/>
                </a:solidFill>
              </a:defRPr>
            </a:pPr>
          </a:p>
        </p:txBody>
      </p:sp>
      <p:grpSp>
        <p:nvGrpSpPr>
          <p:cNvPr id="4218" name="Group 12"/>
          <p:cNvGrpSpPr/>
          <p:nvPr/>
        </p:nvGrpSpPr>
        <p:grpSpPr>
          <a:xfrm>
            <a:off x="6121323" y="1227661"/>
            <a:ext cx="5602687" cy="2954020"/>
            <a:chOff x="0" y="0"/>
            <a:chExt cx="5602685" cy="2954018"/>
          </a:xfrm>
        </p:grpSpPr>
        <p:sp>
          <p:nvSpPr>
            <p:cNvPr id="4216" name="TextBox 2"/>
            <p:cNvSpPr txBox="1"/>
            <p:nvPr/>
          </p:nvSpPr>
          <p:spPr>
            <a:xfrm>
              <a:off x="-1" y="-1"/>
              <a:ext cx="5602686" cy="18973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lvl1pPr>
                <a:lnSpc>
                  <a:spcPct val="80000"/>
                </a:lnSpc>
                <a:defRPr sz="6600">
                  <a:solidFill>
                    <a:srgbClr val="FFFFFF"/>
                  </a:solidFill>
                  <a:latin typeface="Mona Sans Display"/>
                  <a:ea typeface="Mona Sans Display"/>
                  <a:cs typeface="Mona Sans Display"/>
                  <a:sym typeface="Mona Sans Display"/>
                </a:defRPr>
              </a:lvl1pPr>
            </a:lstStyle>
            <a:p>
              <a:pPr/>
              <a:r>
                <a:t>How was this session? </a:t>
              </a:r>
            </a:p>
          </p:txBody>
        </p:sp>
        <p:sp>
          <p:nvSpPr>
            <p:cNvPr id="4217" name="TextBox 3"/>
            <p:cNvSpPr txBox="1"/>
            <p:nvPr/>
          </p:nvSpPr>
          <p:spPr>
            <a:xfrm>
              <a:off x="-1" y="2009141"/>
              <a:ext cx="5602686" cy="9448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p>
              <a:pPr>
                <a:lnSpc>
                  <a:spcPct val="90000"/>
                </a:lnSpc>
                <a:spcBef>
                  <a:spcPts val="1000"/>
                </a:spcBef>
                <a:defRPr sz="2000">
                  <a:solidFill>
                    <a:srgbClr val="FFFFFF"/>
                  </a:solidFill>
                </a:defRPr>
              </a:pPr>
              <a:r>
                <a:t>We do actually read these. It's how Universe gets better every year.</a:t>
              </a:r>
              <a:br/>
              <a:r>
                <a:rPr>
                  <a:solidFill>
                    <a:srgbClr val="60ED83"/>
                  </a:solidFill>
                </a:rPr>
                <a:t>Scan to review.</a:t>
              </a:r>
            </a:p>
          </p:txBody>
        </p:sp>
      </p:grpSp>
      <p:pic>
        <p:nvPicPr>
          <p:cNvPr id="4219" name="Picture 10" descr="Picture 10"/>
          <p:cNvPicPr>
            <a:picLocks noChangeAspect="1"/>
          </p:cNvPicPr>
          <p:nvPr/>
        </p:nvPicPr>
        <p:blipFill>
          <a:blip r:embed="rId2">
            <a:extLst/>
          </a:blip>
          <a:stretch>
            <a:fillRect/>
          </a:stretch>
        </p:blipFill>
        <p:spPr>
          <a:xfrm>
            <a:off x="-3" y="5288688"/>
            <a:ext cx="12188829" cy="1569312"/>
          </a:xfrm>
          <a:prstGeom prst="rect">
            <a:avLst/>
          </a:prstGeom>
          <a:ln w="12700">
            <a:miter lim="400000"/>
          </a:ln>
        </p:spPr>
      </p:pic>
      <p:sp>
        <p:nvSpPr>
          <p:cNvPr id="4220" name="Picture Placeholder 5"/>
          <p:cNvSpPr/>
          <p:nvPr>
            <p:ph type="pic" sz="half" idx="21"/>
          </p:nvPr>
        </p:nvSpPr>
        <p:spPr>
          <a:xfrm>
            <a:off x="419098" y="419100"/>
            <a:ext cx="4432204" cy="4432202"/>
          </a:xfrm>
          <a:prstGeom prst="rect">
            <a:avLst/>
          </a:prstGeom>
        </p:spPr>
        <p:txBody>
          <a:bodyPr lIns="91439" tIns="45719" rIns="91439" bIns="45719">
            <a:noAutofit/>
          </a:bodyPr>
          <a:lstStyle/>
          <a:p>
            <a:pPr/>
          </a:p>
        </p:txBody>
      </p:sp>
      <p:sp>
        <p:nvSpPr>
          <p:cNvPr id="4221" name="Rectangle 11"/>
          <p:cNvSpPr/>
          <p:nvPr/>
        </p:nvSpPr>
        <p:spPr>
          <a:xfrm flipH="1" rot="5400000">
            <a:off x="6076124" y="-805725"/>
            <a:ext cx="36580" cy="12188829"/>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222" name="Rectangle 14"/>
          <p:cNvSpPr/>
          <p:nvPr/>
        </p:nvSpPr>
        <p:spPr>
          <a:xfrm flipH="1">
            <a:off x="5270400" y="-1"/>
            <a:ext cx="36580" cy="527040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2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grpSp>
        <p:nvGrpSpPr>
          <p:cNvPr id="4232" name="Rectangle 109"/>
          <p:cNvGrpSpPr/>
          <p:nvPr/>
        </p:nvGrpSpPr>
        <p:grpSpPr>
          <a:xfrm>
            <a:off x="12287632" y="5878297"/>
            <a:ext cx="710311" cy="979707"/>
            <a:chOff x="0" y="0"/>
            <a:chExt cx="710309" cy="979705"/>
          </a:xfrm>
        </p:grpSpPr>
        <p:sp>
          <p:nvSpPr>
            <p:cNvPr id="4230"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3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4235" name="Rectangle 110"/>
          <p:cNvGrpSpPr/>
          <p:nvPr/>
        </p:nvGrpSpPr>
        <p:grpSpPr>
          <a:xfrm>
            <a:off x="12287631" y="4898603"/>
            <a:ext cx="710311" cy="979709"/>
            <a:chOff x="0" y="-1"/>
            <a:chExt cx="710309" cy="979708"/>
          </a:xfrm>
        </p:grpSpPr>
        <p:sp>
          <p:nvSpPr>
            <p:cNvPr id="4233"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34"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4238" name="Rectangle 111"/>
          <p:cNvGrpSpPr/>
          <p:nvPr/>
        </p:nvGrpSpPr>
        <p:grpSpPr>
          <a:xfrm>
            <a:off x="12287632" y="3918862"/>
            <a:ext cx="710311" cy="979706"/>
            <a:chOff x="0" y="0"/>
            <a:chExt cx="710309" cy="979705"/>
          </a:xfrm>
        </p:grpSpPr>
        <p:sp>
          <p:nvSpPr>
            <p:cNvPr id="4236"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3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4241" name="Rectangle 112"/>
          <p:cNvGrpSpPr/>
          <p:nvPr/>
        </p:nvGrpSpPr>
        <p:grpSpPr>
          <a:xfrm>
            <a:off x="12287631" y="2939171"/>
            <a:ext cx="710311" cy="979707"/>
            <a:chOff x="0" y="0"/>
            <a:chExt cx="710309" cy="979705"/>
          </a:xfrm>
        </p:grpSpPr>
        <p:sp>
          <p:nvSpPr>
            <p:cNvPr id="4239"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4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4244" name="Rectangle 113"/>
          <p:cNvGrpSpPr/>
          <p:nvPr/>
        </p:nvGrpSpPr>
        <p:grpSpPr>
          <a:xfrm>
            <a:off x="12287632" y="1959431"/>
            <a:ext cx="710311" cy="979707"/>
            <a:chOff x="0" y="0"/>
            <a:chExt cx="710309" cy="979705"/>
          </a:xfrm>
        </p:grpSpPr>
        <p:sp>
          <p:nvSpPr>
            <p:cNvPr id="4242"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4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4247" name="Rectangle 114"/>
          <p:cNvGrpSpPr/>
          <p:nvPr/>
        </p:nvGrpSpPr>
        <p:grpSpPr>
          <a:xfrm>
            <a:off x="12287631" y="979736"/>
            <a:ext cx="710311" cy="979707"/>
            <a:chOff x="0" y="0"/>
            <a:chExt cx="710309" cy="979705"/>
          </a:xfrm>
        </p:grpSpPr>
        <p:sp>
          <p:nvSpPr>
            <p:cNvPr id="4245"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46"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4250" name="Rectangle 115"/>
          <p:cNvGrpSpPr/>
          <p:nvPr/>
        </p:nvGrpSpPr>
        <p:grpSpPr>
          <a:xfrm>
            <a:off x="12287631" y="-2"/>
            <a:ext cx="710311" cy="979706"/>
            <a:chOff x="0" y="0"/>
            <a:chExt cx="710309" cy="979705"/>
          </a:xfrm>
        </p:grpSpPr>
        <p:sp>
          <p:nvSpPr>
            <p:cNvPr id="4248"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4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4253" name="Rectangle 118"/>
          <p:cNvGrpSpPr/>
          <p:nvPr/>
        </p:nvGrpSpPr>
        <p:grpSpPr>
          <a:xfrm>
            <a:off x="12997439" y="5715013"/>
            <a:ext cx="710311" cy="1142996"/>
            <a:chOff x="0" y="0"/>
            <a:chExt cx="710309" cy="1142994"/>
          </a:xfrm>
        </p:grpSpPr>
        <p:sp>
          <p:nvSpPr>
            <p:cNvPr id="4251"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5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4256" name="Rectangle 119"/>
          <p:cNvGrpSpPr/>
          <p:nvPr/>
        </p:nvGrpSpPr>
        <p:grpSpPr>
          <a:xfrm>
            <a:off x="12997439" y="4572032"/>
            <a:ext cx="710311" cy="1142996"/>
            <a:chOff x="0" y="0"/>
            <a:chExt cx="710309" cy="1142994"/>
          </a:xfrm>
        </p:grpSpPr>
        <p:sp>
          <p:nvSpPr>
            <p:cNvPr id="4254"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5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4259" name="Rectangle 120"/>
          <p:cNvGrpSpPr/>
          <p:nvPr/>
        </p:nvGrpSpPr>
        <p:grpSpPr>
          <a:xfrm>
            <a:off x="12997439" y="3428998"/>
            <a:ext cx="710311" cy="1142996"/>
            <a:chOff x="0" y="0"/>
            <a:chExt cx="710309" cy="1142994"/>
          </a:xfrm>
        </p:grpSpPr>
        <p:sp>
          <p:nvSpPr>
            <p:cNvPr id="4257"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5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4262" name="Rectangle 121"/>
          <p:cNvGrpSpPr/>
          <p:nvPr/>
        </p:nvGrpSpPr>
        <p:grpSpPr>
          <a:xfrm>
            <a:off x="12997439" y="2286017"/>
            <a:ext cx="710311" cy="1142996"/>
            <a:chOff x="0" y="0"/>
            <a:chExt cx="710309" cy="1142994"/>
          </a:xfrm>
        </p:grpSpPr>
        <p:sp>
          <p:nvSpPr>
            <p:cNvPr id="4260"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4265" name="Rectangle 122"/>
          <p:cNvGrpSpPr/>
          <p:nvPr/>
        </p:nvGrpSpPr>
        <p:grpSpPr>
          <a:xfrm>
            <a:off x="12997439" y="1142977"/>
            <a:ext cx="710311" cy="1142997"/>
            <a:chOff x="0" y="-1"/>
            <a:chExt cx="710309" cy="1142995"/>
          </a:xfrm>
        </p:grpSpPr>
        <p:sp>
          <p:nvSpPr>
            <p:cNvPr id="4263"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6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268" name="Rectangle 123"/>
          <p:cNvGrpSpPr/>
          <p:nvPr/>
        </p:nvGrpSpPr>
        <p:grpSpPr>
          <a:xfrm>
            <a:off x="13706754" y="-2365"/>
            <a:ext cx="710311" cy="1142995"/>
            <a:chOff x="0" y="0"/>
            <a:chExt cx="710309" cy="1142994"/>
          </a:xfrm>
        </p:grpSpPr>
        <p:sp>
          <p:nvSpPr>
            <p:cNvPr id="4266"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6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271" name="Rectangle 126"/>
          <p:cNvGrpSpPr/>
          <p:nvPr/>
        </p:nvGrpSpPr>
        <p:grpSpPr>
          <a:xfrm>
            <a:off x="13706756" y="5715013"/>
            <a:ext cx="710311" cy="1142996"/>
            <a:chOff x="0" y="0"/>
            <a:chExt cx="710309" cy="1142994"/>
          </a:xfrm>
        </p:grpSpPr>
        <p:sp>
          <p:nvSpPr>
            <p:cNvPr id="4269"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274" name="Rectangle 127"/>
          <p:cNvGrpSpPr/>
          <p:nvPr/>
        </p:nvGrpSpPr>
        <p:grpSpPr>
          <a:xfrm>
            <a:off x="13706754" y="4572032"/>
            <a:ext cx="710311" cy="1142996"/>
            <a:chOff x="0" y="0"/>
            <a:chExt cx="710309" cy="1142994"/>
          </a:xfrm>
        </p:grpSpPr>
        <p:sp>
          <p:nvSpPr>
            <p:cNvPr id="4272"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7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277" name="Rectangle 128"/>
          <p:cNvGrpSpPr/>
          <p:nvPr/>
        </p:nvGrpSpPr>
        <p:grpSpPr>
          <a:xfrm>
            <a:off x="12996453" y="-1157"/>
            <a:ext cx="710311" cy="1142995"/>
            <a:chOff x="0" y="0"/>
            <a:chExt cx="710309" cy="1142994"/>
          </a:xfrm>
        </p:grpSpPr>
        <p:sp>
          <p:nvSpPr>
            <p:cNvPr id="4275"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7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280" name="Rectangle 129"/>
          <p:cNvGrpSpPr/>
          <p:nvPr/>
        </p:nvGrpSpPr>
        <p:grpSpPr>
          <a:xfrm>
            <a:off x="13706754" y="2286017"/>
            <a:ext cx="710311" cy="1142996"/>
            <a:chOff x="0" y="0"/>
            <a:chExt cx="710309" cy="1142994"/>
          </a:xfrm>
        </p:grpSpPr>
        <p:sp>
          <p:nvSpPr>
            <p:cNvPr id="4278"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283" name="Rectangle 130"/>
          <p:cNvGrpSpPr/>
          <p:nvPr/>
        </p:nvGrpSpPr>
        <p:grpSpPr>
          <a:xfrm>
            <a:off x="13706756" y="1142977"/>
            <a:ext cx="710311" cy="1142997"/>
            <a:chOff x="0" y="-1"/>
            <a:chExt cx="710309" cy="1142995"/>
          </a:xfrm>
        </p:grpSpPr>
        <p:sp>
          <p:nvSpPr>
            <p:cNvPr id="4281"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8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286" name="Rectangle 131"/>
          <p:cNvGrpSpPr/>
          <p:nvPr/>
        </p:nvGrpSpPr>
        <p:grpSpPr>
          <a:xfrm>
            <a:off x="13706754" y="3427836"/>
            <a:ext cx="710311" cy="1142996"/>
            <a:chOff x="0" y="0"/>
            <a:chExt cx="710309" cy="1142994"/>
          </a:xfrm>
        </p:grpSpPr>
        <p:sp>
          <p:nvSpPr>
            <p:cNvPr id="4284"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8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287" name="Rectangle 1"/>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288" name="Rectangle 3"/>
          <p:cNvSpPr/>
          <p:nvPr/>
        </p:nvSpPr>
        <p:spPr>
          <a:xfrm>
            <a:off x="11419854" y="6455664"/>
            <a:ext cx="12704" cy="402340"/>
          </a:xfrm>
          <a:prstGeom prst="rect">
            <a:avLst/>
          </a:prstGeom>
          <a:solidFill>
            <a:srgbClr val="F3F6F2"/>
          </a:solidFill>
          <a:ln w="12700">
            <a:miter lim="400000"/>
          </a:ln>
        </p:spPr>
        <p:txBody>
          <a:bodyPr lIns="45718" tIns="45718" rIns="45718" bIns="45718" anchor="ctr"/>
          <a:lstStyle/>
          <a:p>
            <a:pPr algn="ctr">
              <a:defRPr>
                <a:solidFill>
                  <a:srgbClr val="B0C4AA"/>
                </a:solidFill>
              </a:defRPr>
            </a:pPr>
          </a:p>
        </p:txBody>
      </p:sp>
      <p:sp>
        <p:nvSpPr>
          <p:cNvPr id="4289" name="Body Level One…"/>
          <p:cNvSpPr txBox="1"/>
          <p:nvPr>
            <p:ph type="body" sz="quarter" idx="1" hasCustomPrompt="1"/>
          </p:nvPr>
        </p:nvSpPr>
        <p:spPr>
          <a:xfrm>
            <a:off x="419591" y="6595277"/>
            <a:ext cx="10901459" cy="123115"/>
          </a:xfrm>
          <a:prstGeom prst="rect">
            <a:avLst/>
          </a:prstGeom>
        </p:spPr>
        <p:txBody>
          <a:bodyPr anchor="ctr"/>
          <a:lstStyle>
            <a:lvl1pPr algn="r">
              <a:defRPr cap="all" sz="800">
                <a:solidFill>
                  <a:srgbClr val="B8C1C8"/>
                </a:solidFill>
                <a:latin typeface="Mona Sans Mono"/>
                <a:ea typeface="Mona Sans Mono"/>
                <a:cs typeface="Mona Sans Mono"/>
                <a:sym typeface="Mona Sans Mono"/>
              </a:defRPr>
            </a:lvl1pPr>
            <a:lvl2pPr algn="r">
              <a:defRPr cap="all" sz="800">
                <a:solidFill>
                  <a:srgbClr val="B8C1C8"/>
                </a:solidFill>
                <a:latin typeface="Mona Sans Mono"/>
                <a:ea typeface="Mona Sans Mono"/>
                <a:cs typeface="Mona Sans Mono"/>
                <a:sym typeface="Mona Sans Mono"/>
              </a:defRPr>
            </a:lvl2pPr>
            <a:lvl3pPr algn="r">
              <a:defRPr cap="all" sz="800">
                <a:solidFill>
                  <a:srgbClr val="B8C1C8"/>
                </a:solidFill>
                <a:latin typeface="Mona Sans Mono"/>
                <a:ea typeface="Mona Sans Mono"/>
                <a:cs typeface="Mona Sans Mono"/>
                <a:sym typeface="Mona Sans Mono"/>
              </a:defRPr>
            </a:lvl3pPr>
            <a:lvl4pPr algn="r">
              <a:defRPr cap="all" sz="800">
                <a:solidFill>
                  <a:srgbClr val="B8C1C8"/>
                </a:solidFill>
                <a:latin typeface="Mona Sans Mono"/>
                <a:ea typeface="Mona Sans Mono"/>
                <a:cs typeface="Mona Sans Mono"/>
                <a:sym typeface="Mona Sans Mono"/>
              </a:defRPr>
            </a:lvl4pPr>
            <a:lvl5pPr algn="r">
              <a:defRPr cap="all" sz="800">
                <a:solidFill>
                  <a:srgbClr val="B8C1C8"/>
                </a:solidFill>
                <a:latin typeface="Mona Sans Mono"/>
                <a:ea typeface="Mona Sans Mono"/>
                <a:cs typeface="Mona Sans Mono"/>
                <a:sym typeface="Mona Sans Mono"/>
              </a:defRPr>
            </a:lvl5pPr>
          </a:lstStyle>
          <a:p>
            <a:pPr/>
            <a:r>
              <a:t>OPTIONAL</a:t>
            </a:r>
          </a:p>
          <a:p>
            <a:pPr lvl="1"/>
            <a:r>
              <a:t/>
            </a:r>
          </a:p>
          <a:p>
            <a:pPr lvl="2"/>
            <a:r>
              <a:t/>
            </a:r>
          </a:p>
          <a:p>
            <a:pPr lvl="3"/>
            <a:r>
              <a:t/>
            </a:r>
          </a:p>
          <a:p>
            <a:pPr lvl="4"/>
            <a:r>
              <a:t/>
            </a:r>
          </a:p>
        </p:txBody>
      </p:sp>
      <p:sp>
        <p:nvSpPr>
          <p:cNvPr id="429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entirely">
    <p:spTree>
      <p:nvGrpSpPr>
        <p:cNvPr id="1" name=""/>
        <p:cNvGrpSpPr/>
        <p:nvPr/>
      </p:nvGrpSpPr>
      <p:grpSpPr>
        <a:xfrm>
          <a:off x="0" y="0"/>
          <a:ext cx="0" cy="0"/>
          <a:chOff x="0" y="0"/>
          <a:chExt cx="0" cy="0"/>
        </a:xfrm>
      </p:grpSpPr>
      <p:grpSp>
        <p:nvGrpSpPr>
          <p:cNvPr id="4299" name="Rectangle 109"/>
          <p:cNvGrpSpPr/>
          <p:nvPr/>
        </p:nvGrpSpPr>
        <p:grpSpPr>
          <a:xfrm>
            <a:off x="12287632" y="5878297"/>
            <a:ext cx="710311" cy="979707"/>
            <a:chOff x="0" y="0"/>
            <a:chExt cx="710309" cy="979705"/>
          </a:xfrm>
        </p:grpSpPr>
        <p:sp>
          <p:nvSpPr>
            <p:cNvPr id="4297"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9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4302" name="Rectangle 110"/>
          <p:cNvGrpSpPr/>
          <p:nvPr/>
        </p:nvGrpSpPr>
        <p:grpSpPr>
          <a:xfrm>
            <a:off x="12287631" y="4898603"/>
            <a:ext cx="710311" cy="979709"/>
            <a:chOff x="0" y="-1"/>
            <a:chExt cx="710309" cy="979708"/>
          </a:xfrm>
        </p:grpSpPr>
        <p:sp>
          <p:nvSpPr>
            <p:cNvPr id="4300"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01"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4305" name="Rectangle 111"/>
          <p:cNvGrpSpPr/>
          <p:nvPr/>
        </p:nvGrpSpPr>
        <p:grpSpPr>
          <a:xfrm>
            <a:off x="12287632" y="3918862"/>
            <a:ext cx="710311" cy="979706"/>
            <a:chOff x="0" y="0"/>
            <a:chExt cx="710309" cy="979705"/>
          </a:xfrm>
        </p:grpSpPr>
        <p:sp>
          <p:nvSpPr>
            <p:cNvPr id="4303"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0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4308" name="Rectangle 112"/>
          <p:cNvGrpSpPr/>
          <p:nvPr/>
        </p:nvGrpSpPr>
        <p:grpSpPr>
          <a:xfrm>
            <a:off x="12287631" y="2939171"/>
            <a:ext cx="710311" cy="979707"/>
            <a:chOff x="0" y="0"/>
            <a:chExt cx="710309" cy="979705"/>
          </a:xfrm>
        </p:grpSpPr>
        <p:sp>
          <p:nvSpPr>
            <p:cNvPr id="4306"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0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4311" name="Rectangle 113"/>
          <p:cNvGrpSpPr/>
          <p:nvPr/>
        </p:nvGrpSpPr>
        <p:grpSpPr>
          <a:xfrm>
            <a:off x="12287632" y="1959431"/>
            <a:ext cx="710311" cy="979707"/>
            <a:chOff x="0" y="0"/>
            <a:chExt cx="710309" cy="979705"/>
          </a:xfrm>
        </p:grpSpPr>
        <p:sp>
          <p:nvSpPr>
            <p:cNvPr id="4309"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1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4314" name="Rectangle 114"/>
          <p:cNvGrpSpPr/>
          <p:nvPr/>
        </p:nvGrpSpPr>
        <p:grpSpPr>
          <a:xfrm>
            <a:off x="12287631" y="979736"/>
            <a:ext cx="710311" cy="979707"/>
            <a:chOff x="0" y="0"/>
            <a:chExt cx="710309" cy="979705"/>
          </a:xfrm>
        </p:grpSpPr>
        <p:sp>
          <p:nvSpPr>
            <p:cNvPr id="4312"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13"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4317" name="Rectangle 115"/>
          <p:cNvGrpSpPr/>
          <p:nvPr/>
        </p:nvGrpSpPr>
        <p:grpSpPr>
          <a:xfrm>
            <a:off x="12287631" y="-2"/>
            <a:ext cx="710311" cy="979706"/>
            <a:chOff x="0" y="0"/>
            <a:chExt cx="710309" cy="979705"/>
          </a:xfrm>
        </p:grpSpPr>
        <p:sp>
          <p:nvSpPr>
            <p:cNvPr id="4315"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1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4320" name="Rectangle 118"/>
          <p:cNvGrpSpPr/>
          <p:nvPr/>
        </p:nvGrpSpPr>
        <p:grpSpPr>
          <a:xfrm>
            <a:off x="12997439" y="5715013"/>
            <a:ext cx="710311" cy="1142996"/>
            <a:chOff x="0" y="0"/>
            <a:chExt cx="710309" cy="1142994"/>
          </a:xfrm>
        </p:grpSpPr>
        <p:sp>
          <p:nvSpPr>
            <p:cNvPr id="4318"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4323" name="Rectangle 119"/>
          <p:cNvGrpSpPr/>
          <p:nvPr/>
        </p:nvGrpSpPr>
        <p:grpSpPr>
          <a:xfrm>
            <a:off x="12997439" y="4572032"/>
            <a:ext cx="710311" cy="1142996"/>
            <a:chOff x="0" y="0"/>
            <a:chExt cx="710309" cy="1142994"/>
          </a:xfrm>
        </p:grpSpPr>
        <p:sp>
          <p:nvSpPr>
            <p:cNvPr id="4321"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4326" name="Rectangle 120"/>
          <p:cNvGrpSpPr/>
          <p:nvPr/>
        </p:nvGrpSpPr>
        <p:grpSpPr>
          <a:xfrm>
            <a:off x="12997439" y="3428998"/>
            <a:ext cx="710311" cy="1142996"/>
            <a:chOff x="0" y="0"/>
            <a:chExt cx="710309" cy="1142994"/>
          </a:xfrm>
        </p:grpSpPr>
        <p:sp>
          <p:nvSpPr>
            <p:cNvPr id="4324"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2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4329" name="Rectangle 121"/>
          <p:cNvGrpSpPr/>
          <p:nvPr/>
        </p:nvGrpSpPr>
        <p:grpSpPr>
          <a:xfrm>
            <a:off x="12997439" y="2286017"/>
            <a:ext cx="710311" cy="1142996"/>
            <a:chOff x="0" y="0"/>
            <a:chExt cx="710309" cy="1142994"/>
          </a:xfrm>
        </p:grpSpPr>
        <p:sp>
          <p:nvSpPr>
            <p:cNvPr id="4327"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4332" name="Rectangle 122"/>
          <p:cNvGrpSpPr/>
          <p:nvPr/>
        </p:nvGrpSpPr>
        <p:grpSpPr>
          <a:xfrm>
            <a:off x="12997439" y="1142977"/>
            <a:ext cx="710311" cy="1142997"/>
            <a:chOff x="0" y="-1"/>
            <a:chExt cx="710309" cy="1142995"/>
          </a:xfrm>
        </p:grpSpPr>
        <p:sp>
          <p:nvSpPr>
            <p:cNvPr id="4330"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3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335" name="Rectangle 123"/>
          <p:cNvGrpSpPr/>
          <p:nvPr/>
        </p:nvGrpSpPr>
        <p:grpSpPr>
          <a:xfrm>
            <a:off x="13706754" y="-2365"/>
            <a:ext cx="710311" cy="1142995"/>
            <a:chOff x="0" y="0"/>
            <a:chExt cx="710309" cy="1142994"/>
          </a:xfrm>
        </p:grpSpPr>
        <p:sp>
          <p:nvSpPr>
            <p:cNvPr id="4333"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3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338" name="Rectangle 126"/>
          <p:cNvGrpSpPr/>
          <p:nvPr/>
        </p:nvGrpSpPr>
        <p:grpSpPr>
          <a:xfrm>
            <a:off x="13706756" y="5715013"/>
            <a:ext cx="710311" cy="1142996"/>
            <a:chOff x="0" y="0"/>
            <a:chExt cx="710309" cy="1142994"/>
          </a:xfrm>
        </p:grpSpPr>
        <p:sp>
          <p:nvSpPr>
            <p:cNvPr id="4336"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3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341" name="Rectangle 127"/>
          <p:cNvGrpSpPr/>
          <p:nvPr/>
        </p:nvGrpSpPr>
        <p:grpSpPr>
          <a:xfrm>
            <a:off x="13706754" y="4572032"/>
            <a:ext cx="710311" cy="1142996"/>
            <a:chOff x="0" y="0"/>
            <a:chExt cx="710309" cy="1142994"/>
          </a:xfrm>
        </p:grpSpPr>
        <p:sp>
          <p:nvSpPr>
            <p:cNvPr id="4339"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4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344" name="Rectangle 128"/>
          <p:cNvGrpSpPr/>
          <p:nvPr/>
        </p:nvGrpSpPr>
        <p:grpSpPr>
          <a:xfrm>
            <a:off x="12996453" y="-1157"/>
            <a:ext cx="710311" cy="1142995"/>
            <a:chOff x="0" y="0"/>
            <a:chExt cx="710309" cy="1142994"/>
          </a:xfrm>
        </p:grpSpPr>
        <p:sp>
          <p:nvSpPr>
            <p:cNvPr id="4342"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4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347" name="Rectangle 129"/>
          <p:cNvGrpSpPr/>
          <p:nvPr/>
        </p:nvGrpSpPr>
        <p:grpSpPr>
          <a:xfrm>
            <a:off x="13706754" y="2286017"/>
            <a:ext cx="710311" cy="1142996"/>
            <a:chOff x="0" y="0"/>
            <a:chExt cx="710309" cy="1142994"/>
          </a:xfrm>
        </p:grpSpPr>
        <p:sp>
          <p:nvSpPr>
            <p:cNvPr id="4345"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350" name="Rectangle 130"/>
          <p:cNvGrpSpPr/>
          <p:nvPr/>
        </p:nvGrpSpPr>
        <p:grpSpPr>
          <a:xfrm>
            <a:off x="13706756" y="1142977"/>
            <a:ext cx="710311" cy="1142997"/>
            <a:chOff x="0" y="-1"/>
            <a:chExt cx="710309" cy="1142995"/>
          </a:xfrm>
        </p:grpSpPr>
        <p:sp>
          <p:nvSpPr>
            <p:cNvPr id="4348"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4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353" name="Rectangle 131"/>
          <p:cNvGrpSpPr/>
          <p:nvPr/>
        </p:nvGrpSpPr>
        <p:grpSpPr>
          <a:xfrm>
            <a:off x="13706754" y="3427836"/>
            <a:ext cx="710311" cy="1142996"/>
            <a:chOff x="0" y="0"/>
            <a:chExt cx="710309" cy="1142994"/>
          </a:xfrm>
        </p:grpSpPr>
        <p:sp>
          <p:nvSpPr>
            <p:cNvPr id="4351"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5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35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Card (6)">
    <p:bg>
      <p:bgPr>
        <a:solidFill>
          <a:srgbClr val="FFFFFF"/>
        </a:solidFill>
      </p:bgPr>
    </p:bg>
    <p:spTree>
      <p:nvGrpSpPr>
        <p:cNvPr id="1" name=""/>
        <p:cNvGrpSpPr/>
        <p:nvPr/>
      </p:nvGrpSpPr>
      <p:grpSpPr>
        <a:xfrm>
          <a:off x="0" y="0"/>
          <a:ext cx="0" cy="0"/>
          <a:chOff x="0" y="0"/>
          <a:chExt cx="0" cy="0"/>
        </a:xfrm>
      </p:grpSpPr>
      <p:grpSp>
        <p:nvGrpSpPr>
          <p:cNvPr id="4363" name="Rectangle 1"/>
          <p:cNvGrpSpPr/>
          <p:nvPr/>
        </p:nvGrpSpPr>
        <p:grpSpPr>
          <a:xfrm>
            <a:off x="12287632" y="5878297"/>
            <a:ext cx="710311" cy="979707"/>
            <a:chOff x="0" y="0"/>
            <a:chExt cx="710309" cy="979705"/>
          </a:xfrm>
        </p:grpSpPr>
        <p:sp>
          <p:nvSpPr>
            <p:cNvPr id="436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6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4366" name="Rectangle 2"/>
          <p:cNvGrpSpPr/>
          <p:nvPr/>
        </p:nvGrpSpPr>
        <p:grpSpPr>
          <a:xfrm>
            <a:off x="12287631" y="4898603"/>
            <a:ext cx="710311" cy="979709"/>
            <a:chOff x="0" y="-1"/>
            <a:chExt cx="710309" cy="979708"/>
          </a:xfrm>
        </p:grpSpPr>
        <p:sp>
          <p:nvSpPr>
            <p:cNvPr id="436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6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4369" name="Rectangle 3"/>
          <p:cNvGrpSpPr/>
          <p:nvPr/>
        </p:nvGrpSpPr>
        <p:grpSpPr>
          <a:xfrm>
            <a:off x="12287632" y="3918862"/>
            <a:ext cx="710311" cy="979706"/>
            <a:chOff x="0" y="0"/>
            <a:chExt cx="710309" cy="979705"/>
          </a:xfrm>
        </p:grpSpPr>
        <p:sp>
          <p:nvSpPr>
            <p:cNvPr id="436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6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4372" name="Rectangle 4"/>
          <p:cNvGrpSpPr/>
          <p:nvPr/>
        </p:nvGrpSpPr>
        <p:grpSpPr>
          <a:xfrm>
            <a:off x="12287631" y="2939171"/>
            <a:ext cx="710311" cy="979707"/>
            <a:chOff x="0" y="0"/>
            <a:chExt cx="710309" cy="979705"/>
          </a:xfrm>
        </p:grpSpPr>
        <p:sp>
          <p:nvSpPr>
            <p:cNvPr id="437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7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4375" name="Rectangle 5"/>
          <p:cNvGrpSpPr/>
          <p:nvPr/>
        </p:nvGrpSpPr>
        <p:grpSpPr>
          <a:xfrm>
            <a:off x="12287632" y="1959431"/>
            <a:ext cx="710311" cy="979707"/>
            <a:chOff x="0" y="0"/>
            <a:chExt cx="710309" cy="979705"/>
          </a:xfrm>
        </p:grpSpPr>
        <p:sp>
          <p:nvSpPr>
            <p:cNvPr id="437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7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4378" name="Rectangle 6"/>
          <p:cNvGrpSpPr/>
          <p:nvPr/>
        </p:nvGrpSpPr>
        <p:grpSpPr>
          <a:xfrm>
            <a:off x="12287631" y="979736"/>
            <a:ext cx="710311" cy="979707"/>
            <a:chOff x="0" y="0"/>
            <a:chExt cx="710309" cy="979705"/>
          </a:xfrm>
        </p:grpSpPr>
        <p:sp>
          <p:nvSpPr>
            <p:cNvPr id="437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7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4381" name="Rectangle 7"/>
          <p:cNvGrpSpPr/>
          <p:nvPr/>
        </p:nvGrpSpPr>
        <p:grpSpPr>
          <a:xfrm>
            <a:off x="12287631" y="-2"/>
            <a:ext cx="710311" cy="979706"/>
            <a:chOff x="0" y="0"/>
            <a:chExt cx="710309" cy="979705"/>
          </a:xfrm>
        </p:grpSpPr>
        <p:sp>
          <p:nvSpPr>
            <p:cNvPr id="437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8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4384" name="Rectangle 8"/>
          <p:cNvGrpSpPr/>
          <p:nvPr/>
        </p:nvGrpSpPr>
        <p:grpSpPr>
          <a:xfrm>
            <a:off x="12997439" y="5715013"/>
            <a:ext cx="710311" cy="1142996"/>
            <a:chOff x="0" y="0"/>
            <a:chExt cx="710309" cy="1142994"/>
          </a:xfrm>
        </p:grpSpPr>
        <p:sp>
          <p:nvSpPr>
            <p:cNvPr id="438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4387" name="Rectangle 9"/>
          <p:cNvGrpSpPr/>
          <p:nvPr/>
        </p:nvGrpSpPr>
        <p:grpSpPr>
          <a:xfrm>
            <a:off x="12997439" y="4572032"/>
            <a:ext cx="710311" cy="1142996"/>
            <a:chOff x="0" y="0"/>
            <a:chExt cx="710309" cy="1142994"/>
          </a:xfrm>
        </p:grpSpPr>
        <p:sp>
          <p:nvSpPr>
            <p:cNvPr id="438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4390" name="Rectangle 10"/>
          <p:cNvGrpSpPr/>
          <p:nvPr/>
        </p:nvGrpSpPr>
        <p:grpSpPr>
          <a:xfrm>
            <a:off x="12997439" y="3428998"/>
            <a:ext cx="710311" cy="1142996"/>
            <a:chOff x="0" y="0"/>
            <a:chExt cx="710309" cy="1142994"/>
          </a:xfrm>
        </p:grpSpPr>
        <p:sp>
          <p:nvSpPr>
            <p:cNvPr id="438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8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4393" name="Rectangle 11"/>
          <p:cNvGrpSpPr/>
          <p:nvPr/>
        </p:nvGrpSpPr>
        <p:grpSpPr>
          <a:xfrm>
            <a:off x="12997439" y="2286017"/>
            <a:ext cx="710311" cy="1142996"/>
            <a:chOff x="0" y="0"/>
            <a:chExt cx="710309" cy="1142994"/>
          </a:xfrm>
        </p:grpSpPr>
        <p:sp>
          <p:nvSpPr>
            <p:cNvPr id="439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9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4396" name="Rectangle 12"/>
          <p:cNvGrpSpPr/>
          <p:nvPr/>
        </p:nvGrpSpPr>
        <p:grpSpPr>
          <a:xfrm>
            <a:off x="12997439" y="1142977"/>
            <a:ext cx="710311" cy="1142997"/>
            <a:chOff x="0" y="-1"/>
            <a:chExt cx="710309" cy="1142995"/>
          </a:xfrm>
        </p:grpSpPr>
        <p:sp>
          <p:nvSpPr>
            <p:cNvPr id="439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9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399" name="Rectangle 13"/>
          <p:cNvGrpSpPr/>
          <p:nvPr/>
        </p:nvGrpSpPr>
        <p:grpSpPr>
          <a:xfrm>
            <a:off x="13706754" y="-2365"/>
            <a:ext cx="710311" cy="1142995"/>
            <a:chOff x="0" y="0"/>
            <a:chExt cx="710309" cy="1142994"/>
          </a:xfrm>
        </p:grpSpPr>
        <p:sp>
          <p:nvSpPr>
            <p:cNvPr id="439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39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402" name="Rectangle 14"/>
          <p:cNvGrpSpPr/>
          <p:nvPr/>
        </p:nvGrpSpPr>
        <p:grpSpPr>
          <a:xfrm>
            <a:off x="13706756" y="5715013"/>
            <a:ext cx="710311" cy="1142996"/>
            <a:chOff x="0" y="0"/>
            <a:chExt cx="710309" cy="1142994"/>
          </a:xfrm>
        </p:grpSpPr>
        <p:sp>
          <p:nvSpPr>
            <p:cNvPr id="440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405" name="Rectangle 15"/>
          <p:cNvGrpSpPr/>
          <p:nvPr/>
        </p:nvGrpSpPr>
        <p:grpSpPr>
          <a:xfrm>
            <a:off x="13706754" y="4572032"/>
            <a:ext cx="710311" cy="1142996"/>
            <a:chOff x="0" y="0"/>
            <a:chExt cx="710309" cy="1142994"/>
          </a:xfrm>
        </p:grpSpPr>
        <p:sp>
          <p:nvSpPr>
            <p:cNvPr id="440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408" name="Rectangle 16"/>
          <p:cNvGrpSpPr/>
          <p:nvPr/>
        </p:nvGrpSpPr>
        <p:grpSpPr>
          <a:xfrm>
            <a:off x="12996453" y="-1157"/>
            <a:ext cx="710311" cy="1142995"/>
            <a:chOff x="0" y="0"/>
            <a:chExt cx="710309" cy="1142994"/>
          </a:xfrm>
        </p:grpSpPr>
        <p:sp>
          <p:nvSpPr>
            <p:cNvPr id="440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411" name="Rectangle 17"/>
          <p:cNvGrpSpPr/>
          <p:nvPr/>
        </p:nvGrpSpPr>
        <p:grpSpPr>
          <a:xfrm>
            <a:off x="13706754" y="2286017"/>
            <a:ext cx="710311" cy="1142996"/>
            <a:chOff x="0" y="0"/>
            <a:chExt cx="710309" cy="1142994"/>
          </a:xfrm>
        </p:grpSpPr>
        <p:sp>
          <p:nvSpPr>
            <p:cNvPr id="440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414" name="Rectangle 18"/>
          <p:cNvGrpSpPr/>
          <p:nvPr/>
        </p:nvGrpSpPr>
        <p:grpSpPr>
          <a:xfrm>
            <a:off x="13706756" y="1142977"/>
            <a:ext cx="710311" cy="1142997"/>
            <a:chOff x="0" y="-1"/>
            <a:chExt cx="710309" cy="1142995"/>
          </a:xfrm>
        </p:grpSpPr>
        <p:sp>
          <p:nvSpPr>
            <p:cNvPr id="441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1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417" name="Rectangle 19"/>
          <p:cNvGrpSpPr/>
          <p:nvPr/>
        </p:nvGrpSpPr>
        <p:grpSpPr>
          <a:xfrm>
            <a:off x="13706754" y="3427836"/>
            <a:ext cx="710311" cy="1142996"/>
            <a:chOff x="0" y="0"/>
            <a:chExt cx="710309" cy="1142994"/>
          </a:xfrm>
        </p:grpSpPr>
        <p:sp>
          <p:nvSpPr>
            <p:cNvPr id="441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418" name="Body Level One…"/>
          <p:cNvSpPr txBox="1"/>
          <p:nvPr>
            <p:ph type="body" idx="1" hasCustomPrompt="1"/>
          </p:nvPr>
        </p:nvSpPr>
        <p:spPr>
          <a:prstGeom prst="rect">
            <a:avLst/>
          </a:prstGeo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a:r>
              <a:t>Presentation title</a:t>
            </a:r>
          </a:p>
          <a:p>
            <a:pPr lvl="1"/>
            <a:r>
              <a:t/>
            </a:r>
          </a:p>
          <a:p>
            <a:pPr lvl="2"/>
            <a:r>
              <a:t/>
            </a:r>
          </a:p>
          <a:p>
            <a:pPr lvl="3"/>
            <a:r>
              <a:t/>
            </a:r>
          </a:p>
          <a:p>
            <a:pPr lvl="4"/>
            <a:r>
              <a:t/>
            </a:r>
          </a:p>
        </p:txBody>
      </p:sp>
      <p:sp>
        <p:nvSpPr>
          <p:cNvPr id="4419" name="Text Placeholder 23"/>
          <p:cNvSpPr/>
          <p:nvPr>
            <p:ph type="body" sz="quarter" idx="21" hasCustomPrompt="1"/>
          </p:nvPr>
        </p:nvSpPr>
        <p:spPr>
          <a:xfrm>
            <a:off x="2729699" y="4981649"/>
            <a:ext cx="2182700" cy="152605"/>
          </a:xfrm>
          <a:prstGeom prst="rect">
            <a:avLst/>
          </a:prstGeom>
        </p:spPr>
        <p:txBody>
          <a:bodyPr/>
          <a:lstStyle>
            <a:lvl1pPr defTabSz="703806">
              <a:spcBef>
                <a:spcPts val="700"/>
              </a:spcBef>
              <a:defRPr sz="1000">
                <a:solidFill>
                  <a:srgbClr val="000000"/>
                </a:solidFill>
              </a:defRPr>
            </a:lvl1pPr>
          </a:lstStyle>
          <a:p>
            <a:pPr/>
            <a:r>
              <a:t>First &amp; last name</a:t>
            </a:r>
          </a:p>
        </p:txBody>
      </p:sp>
      <p:sp>
        <p:nvSpPr>
          <p:cNvPr id="4420" name="Text Placeholder 23"/>
          <p:cNvSpPr/>
          <p:nvPr>
            <p:ph type="body" sz="quarter" idx="22" hasCustomPrompt="1"/>
          </p:nvPr>
        </p:nvSpPr>
        <p:spPr>
          <a:xfrm>
            <a:off x="2729699" y="5256567"/>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421" name="Text Placeholder 23"/>
          <p:cNvSpPr/>
          <p:nvPr>
            <p:ph type="body" sz="quarter" idx="23" hasCustomPrompt="1"/>
          </p:nvPr>
        </p:nvSpPr>
        <p:spPr>
          <a:xfrm>
            <a:off x="2729699" y="5531487"/>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422" name="Text Placeholder 23"/>
          <p:cNvSpPr/>
          <p:nvPr>
            <p:ph type="body" sz="quarter" idx="24" hasCustomPrompt="1"/>
          </p:nvPr>
        </p:nvSpPr>
        <p:spPr>
          <a:xfrm>
            <a:off x="2729699" y="5992307"/>
            <a:ext cx="2180977" cy="152605"/>
          </a:xfrm>
          <a:prstGeom prst="rect">
            <a:avLst/>
          </a:prstGeom>
        </p:spPr>
        <p:txBody>
          <a:bodyPr/>
          <a:lstStyle>
            <a:lvl1pPr defTabSz="703806">
              <a:spcBef>
                <a:spcPts val="700"/>
              </a:spcBef>
              <a:defRPr sz="1000">
                <a:solidFill>
                  <a:srgbClr val="000000"/>
                </a:solidFill>
              </a:defRPr>
            </a:lvl1pPr>
          </a:lstStyle>
          <a:p>
            <a:pPr/>
            <a:r>
              <a:t>First &amp; last name</a:t>
            </a:r>
          </a:p>
        </p:txBody>
      </p:sp>
      <p:sp>
        <p:nvSpPr>
          <p:cNvPr id="4423" name="Text Placeholder 23"/>
          <p:cNvSpPr/>
          <p:nvPr>
            <p:ph type="body" sz="quarter" idx="25" hasCustomPrompt="1"/>
          </p:nvPr>
        </p:nvSpPr>
        <p:spPr>
          <a:xfrm>
            <a:off x="2729699" y="6268075"/>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424" name="Text Placeholder 23"/>
          <p:cNvSpPr/>
          <p:nvPr>
            <p:ph type="body" sz="quarter" idx="26" hasCustomPrompt="1"/>
          </p:nvPr>
        </p:nvSpPr>
        <p:spPr>
          <a:xfrm>
            <a:off x="2729699" y="6542992"/>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425" name="Text Placeholder 23"/>
          <p:cNvSpPr/>
          <p:nvPr>
            <p:ph type="body" sz="quarter" idx="27" hasCustomPrompt="1"/>
          </p:nvPr>
        </p:nvSpPr>
        <p:spPr>
          <a:xfrm>
            <a:off x="6276997" y="4981649"/>
            <a:ext cx="2182701" cy="152605"/>
          </a:xfrm>
          <a:prstGeom prst="rect">
            <a:avLst/>
          </a:prstGeom>
        </p:spPr>
        <p:txBody>
          <a:bodyPr/>
          <a:lstStyle>
            <a:lvl1pPr defTabSz="703806">
              <a:spcBef>
                <a:spcPts val="700"/>
              </a:spcBef>
              <a:defRPr sz="1000">
                <a:solidFill>
                  <a:srgbClr val="000000"/>
                </a:solidFill>
              </a:defRPr>
            </a:lvl1pPr>
          </a:lstStyle>
          <a:p>
            <a:pPr/>
            <a:r>
              <a:t>First &amp; last name</a:t>
            </a:r>
          </a:p>
        </p:txBody>
      </p:sp>
      <p:sp>
        <p:nvSpPr>
          <p:cNvPr id="4426" name="Text Placeholder 23"/>
          <p:cNvSpPr/>
          <p:nvPr>
            <p:ph type="body" sz="quarter" idx="28" hasCustomPrompt="1"/>
          </p:nvPr>
        </p:nvSpPr>
        <p:spPr>
          <a:xfrm>
            <a:off x="6276997" y="5256567"/>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427" name="Text Placeholder 23"/>
          <p:cNvSpPr/>
          <p:nvPr>
            <p:ph type="body" sz="quarter" idx="29" hasCustomPrompt="1"/>
          </p:nvPr>
        </p:nvSpPr>
        <p:spPr>
          <a:xfrm>
            <a:off x="6276997" y="5531487"/>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428" name="Text Placeholder 23"/>
          <p:cNvSpPr/>
          <p:nvPr>
            <p:ph type="body" sz="quarter" idx="30" hasCustomPrompt="1"/>
          </p:nvPr>
        </p:nvSpPr>
        <p:spPr>
          <a:xfrm>
            <a:off x="6276997" y="5992307"/>
            <a:ext cx="2180977" cy="152605"/>
          </a:xfrm>
          <a:prstGeom prst="rect">
            <a:avLst/>
          </a:prstGeom>
        </p:spPr>
        <p:txBody>
          <a:bodyPr/>
          <a:lstStyle>
            <a:lvl1pPr defTabSz="703806">
              <a:spcBef>
                <a:spcPts val="700"/>
              </a:spcBef>
              <a:defRPr sz="1000">
                <a:solidFill>
                  <a:srgbClr val="000000"/>
                </a:solidFill>
              </a:defRPr>
            </a:lvl1pPr>
          </a:lstStyle>
          <a:p>
            <a:pPr/>
            <a:r>
              <a:t>First &amp; last name</a:t>
            </a:r>
          </a:p>
        </p:txBody>
      </p:sp>
      <p:sp>
        <p:nvSpPr>
          <p:cNvPr id="4429" name="Text Placeholder 23"/>
          <p:cNvSpPr/>
          <p:nvPr>
            <p:ph type="body" sz="quarter" idx="31" hasCustomPrompt="1"/>
          </p:nvPr>
        </p:nvSpPr>
        <p:spPr>
          <a:xfrm>
            <a:off x="6276997" y="6268075"/>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430" name="Text Placeholder 23"/>
          <p:cNvSpPr/>
          <p:nvPr>
            <p:ph type="body" sz="quarter" idx="32" hasCustomPrompt="1"/>
          </p:nvPr>
        </p:nvSpPr>
        <p:spPr>
          <a:xfrm>
            <a:off x="6276997" y="6542992"/>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431" name="Text Placeholder 23"/>
          <p:cNvSpPr/>
          <p:nvPr>
            <p:ph type="body" sz="quarter" idx="33" hasCustomPrompt="1"/>
          </p:nvPr>
        </p:nvSpPr>
        <p:spPr>
          <a:xfrm>
            <a:off x="9818306" y="4981649"/>
            <a:ext cx="2182701" cy="152605"/>
          </a:xfrm>
          <a:prstGeom prst="rect">
            <a:avLst/>
          </a:prstGeom>
        </p:spPr>
        <p:txBody>
          <a:bodyPr/>
          <a:lstStyle>
            <a:lvl1pPr defTabSz="703806">
              <a:spcBef>
                <a:spcPts val="700"/>
              </a:spcBef>
              <a:defRPr sz="1000">
                <a:solidFill>
                  <a:srgbClr val="000000"/>
                </a:solidFill>
              </a:defRPr>
            </a:lvl1pPr>
          </a:lstStyle>
          <a:p>
            <a:pPr/>
            <a:r>
              <a:t>First &amp; last name</a:t>
            </a:r>
          </a:p>
        </p:txBody>
      </p:sp>
      <p:sp>
        <p:nvSpPr>
          <p:cNvPr id="4432" name="Text Placeholder 23"/>
          <p:cNvSpPr/>
          <p:nvPr>
            <p:ph type="body" sz="quarter" idx="34" hasCustomPrompt="1"/>
          </p:nvPr>
        </p:nvSpPr>
        <p:spPr>
          <a:xfrm>
            <a:off x="9818306" y="5256567"/>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433" name="Text Placeholder 23"/>
          <p:cNvSpPr/>
          <p:nvPr>
            <p:ph type="body" sz="quarter" idx="35" hasCustomPrompt="1"/>
          </p:nvPr>
        </p:nvSpPr>
        <p:spPr>
          <a:xfrm>
            <a:off x="9818306" y="5531487"/>
            <a:ext cx="2188962"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434" name="Text Placeholder 23"/>
          <p:cNvSpPr/>
          <p:nvPr>
            <p:ph type="body" sz="quarter" idx="36" hasCustomPrompt="1"/>
          </p:nvPr>
        </p:nvSpPr>
        <p:spPr>
          <a:xfrm>
            <a:off x="9818306" y="5992307"/>
            <a:ext cx="2180977" cy="152605"/>
          </a:xfrm>
          <a:prstGeom prst="rect">
            <a:avLst/>
          </a:prstGeom>
        </p:spPr>
        <p:txBody>
          <a:bodyPr/>
          <a:lstStyle>
            <a:lvl1pPr defTabSz="703806">
              <a:spcBef>
                <a:spcPts val="700"/>
              </a:spcBef>
              <a:defRPr sz="1000">
                <a:solidFill>
                  <a:srgbClr val="000000"/>
                </a:solidFill>
              </a:defRPr>
            </a:lvl1pPr>
          </a:lstStyle>
          <a:p>
            <a:pPr/>
            <a:r>
              <a:t>First &amp; last name</a:t>
            </a:r>
          </a:p>
        </p:txBody>
      </p:sp>
      <p:sp>
        <p:nvSpPr>
          <p:cNvPr id="4435" name="Text Placeholder 23"/>
          <p:cNvSpPr/>
          <p:nvPr>
            <p:ph type="body" sz="quarter" idx="37" hasCustomPrompt="1"/>
          </p:nvPr>
        </p:nvSpPr>
        <p:spPr>
          <a:xfrm>
            <a:off x="9818306" y="6268075"/>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436" name="Text Placeholder 23"/>
          <p:cNvSpPr/>
          <p:nvPr>
            <p:ph type="body" sz="quarter" idx="38" hasCustomPrompt="1"/>
          </p:nvPr>
        </p:nvSpPr>
        <p:spPr>
          <a:xfrm>
            <a:off x="9818306" y="6542992"/>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pic>
        <p:nvPicPr>
          <p:cNvPr id="4437" name="Picture 46" descr="Picture 46"/>
          <p:cNvPicPr>
            <a:picLocks noChangeAspect="1"/>
          </p:cNvPicPr>
          <p:nvPr/>
        </p:nvPicPr>
        <p:blipFill>
          <a:blip r:embed="rId2">
            <a:extLst/>
          </a:blip>
          <a:stretch>
            <a:fillRect/>
          </a:stretch>
        </p:blipFill>
        <p:spPr>
          <a:xfrm>
            <a:off x="0" y="0"/>
            <a:ext cx="1574800" cy="6858000"/>
          </a:xfrm>
          <a:prstGeom prst="rect">
            <a:avLst/>
          </a:prstGeom>
          <a:ln w="12700">
            <a:miter lim="400000"/>
          </a:ln>
        </p:spPr>
      </p:pic>
      <p:sp>
        <p:nvSpPr>
          <p:cNvPr id="4438" name="Rectangle 47"/>
          <p:cNvSpPr/>
          <p:nvPr/>
        </p:nvSpPr>
        <p:spPr>
          <a:xfrm rot="5400000">
            <a:off x="6863525" y="-492267"/>
            <a:ext cx="36580" cy="10614026"/>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439" name="Rectangle 48"/>
          <p:cNvSpPr/>
          <p:nvPr/>
        </p:nvSpPr>
        <p:spPr>
          <a:xfrm rot="5400000">
            <a:off x="6863525" y="539756"/>
            <a:ext cx="36580" cy="10614029"/>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440" name="Rectangle 49"/>
          <p:cNvSpPr/>
          <p:nvPr/>
        </p:nvSpPr>
        <p:spPr>
          <a:xfrm>
            <a:off x="5093680" y="4796456"/>
            <a:ext cx="36580" cy="2061544"/>
          </a:xfrm>
          <a:prstGeom prst="rect">
            <a:avLst/>
          </a:prstGeom>
          <a:solidFill>
            <a:schemeClr val="accent4"/>
          </a:solidFill>
          <a:ln w="12700">
            <a:miter lim="400000"/>
          </a:ln>
        </p:spPr>
        <p:txBody>
          <a:bodyPr lIns="45718" tIns="45718" rIns="45718" bIns="45718" anchor="ctr"/>
          <a:lstStyle/>
          <a:p>
            <a:pPr algn="ctr">
              <a:defRPr>
                <a:solidFill>
                  <a:srgbClr val="FFFFFF"/>
                </a:solidFill>
              </a:defRPr>
            </a:pPr>
          </a:p>
        </p:txBody>
      </p:sp>
      <p:sp>
        <p:nvSpPr>
          <p:cNvPr id="4441" name="Rectangle 50"/>
          <p:cNvSpPr/>
          <p:nvPr/>
        </p:nvSpPr>
        <p:spPr>
          <a:xfrm>
            <a:off x="8641250" y="4796456"/>
            <a:ext cx="36580" cy="2061544"/>
          </a:xfrm>
          <a:prstGeom prst="rect">
            <a:avLst/>
          </a:prstGeom>
          <a:solidFill>
            <a:schemeClr val="accent4"/>
          </a:solidFill>
          <a:ln w="12700">
            <a:miter lim="400000"/>
          </a:ln>
        </p:spPr>
        <p:txBody>
          <a:bodyPr lIns="45718" tIns="45718" rIns="45718" bIns="45718" anchor="ctr"/>
          <a:lstStyle/>
          <a:p>
            <a:pPr algn="ctr">
              <a:defRPr>
                <a:solidFill>
                  <a:srgbClr val="FFFFFF"/>
                </a:solidFill>
              </a:defRPr>
            </a:pPr>
          </a:p>
        </p:txBody>
      </p:sp>
      <p:sp>
        <p:nvSpPr>
          <p:cNvPr id="4442" name="Google Shape;179;p20"/>
          <p:cNvSpPr/>
          <p:nvPr>
            <p:ph type="pic" sz="quarter" idx="39"/>
          </p:nvPr>
        </p:nvSpPr>
        <p:spPr>
          <a:xfrm>
            <a:off x="1585952" y="4833032"/>
            <a:ext cx="980110" cy="994557"/>
          </a:xfrm>
          <a:prstGeom prst="rect">
            <a:avLst/>
          </a:prstGeom>
        </p:spPr>
        <p:txBody>
          <a:bodyPr lIns="91439" tIns="45719" rIns="91439" bIns="45719">
            <a:noAutofit/>
          </a:bodyPr>
          <a:lstStyle/>
          <a:p>
            <a:pPr/>
          </a:p>
        </p:txBody>
      </p:sp>
      <p:sp>
        <p:nvSpPr>
          <p:cNvPr id="4443" name="Google Shape;179;p20"/>
          <p:cNvSpPr/>
          <p:nvPr>
            <p:ph type="pic" sz="quarter" idx="40"/>
          </p:nvPr>
        </p:nvSpPr>
        <p:spPr>
          <a:xfrm>
            <a:off x="1585952" y="5865057"/>
            <a:ext cx="980110" cy="994557"/>
          </a:xfrm>
          <a:prstGeom prst="rect">
            <a:avLst/>
          </a:prstGeom>
        </p:spPr>
        <p:txBody>
          <a:bodyPr lIns="91439" tIns="45719" rIns="91439" bIns="45719">
            <a:noAutofit/>
          </a:bodyPr>
          <a:lstStyle/>
          <a:p>
            <a:pPr/>
          </a:p>
        </p:txBody>
      </p:sp>
      <p:sp>
        <p:nvSpPr>
          <p:cNvPr id="4444" name="Google Shape;179;p20"/>
          <p:cNvSpPr/>
          <p:nvPr>
            <p:ph type="pic" sz="quarter" idx="41"/>
          </p:nvPr>
        </p:nvSpPr>
        <p:spPr>
          <a:xfrm>
            <a:off x="5125465" y="4833032"/>
            <a:ext cx="980110" cy="994557"/>
          </a:xfrm>
          <a:prstGeom prst="rect">
            <a:avLst/>
          </a:prstGeom>
        </p:spPr>
        <p:txBody>
          <a:bodyPr lIns="91439" tIns="45719" rIns="91439" bIns="45719">
            <a:noAutofit/>
          </a:bodyPr>
          <a:lstStyle/>
          <a:p>
            <a:pPr/>
          </a:p>
        </p:txBody>
      </p:sp>
      <p:sp>
        <p:nvSpPr>
          <p:cNvPr id="4445" name="Google Shape;179;p20"/>
          <p:cNvSpPr/>
          <p:nvPr>
            <p:ph type="pic" sz="quarter" idx="42"/>
          </p:nvPr>
        </p:nvSpPr>
        <p:spPr>
          <a:xfrm>
            <a:off x="5125465" y="5865057"/>
            <a:ext cx="980110" cy="994557"/>
          </a:xfrm>
          <a:prstGeom prst="rect">
            <a:avLst/>
          </a:prstGeom>
        </p:spPr>
        <p:txBody>
          <a:bodyPr lIns="91439" tIns="45719" rIns="91439" bIns="45719">
            <a:noAutofit/>
          </a:bodyPr>
          <a:lstStyle/>
          <a:p>
            <a:pPr/>
          </a:p>
        </p:txBody>
      </p:sp>
      <p:sp>
        <p:nvSpPr>
          <p:cNvPr id="4446" name="Google Shape;179;p20"/>
          <p:cNvSpPr/>
          <p:nvPr>
            <p:ph type="pic" sz="quarter" idx="43"/>
          </p:nvPr>
        </p:nvSpPr>
        <p:spPr>
          <a:xfrm>
            <a:off x="8677826" y="4833032"/>
            <a:ext cx="980110" cy="994557"/>
          </a:xfrm>
          <a:prstGeom prst="rect">
            <a:avLst/>
          </a:prstGeom>
        </p:spPr>
        <p:txBody>
          <a:bodyPr lIns="91439" tIns="45719" rIns="91439" bIns="45719">
            <a:noAutofit/>
          </a:bodyPr>
          <a:lstStyle/>
          <a:p>
            <a:pPr/>
          </a:p>
        </p:txBody>
      </p:sp>
      <p:sp>
        <p:nvSpPr>
          <p:cNvPr id="4447" name="Google Shape;179;p20"/>
          <p:cNvSpPr/>
          <p:nvPr>
            <p:ph type="pic" sz="quarter" idx="44"/>
          </p:nvPr>
        </p:nvSpPr>
        <p:spPr>
          <a:xfrm>
            <a:off x="8677826" y="5865057"/>
            <a:ext cx="980110" cy="994557"/>
          </a:xfrm>
          <a:prstGeom prst="rect">
            <a:avLst/>
          </a:prstGeom>
        </p:spPr>
        <p:txBody>
          <a:bodyPr lIns="91439" tIns="45719" rIns="91439" bIns="45719">
            <a:noAutofit/>
          </a:bodyPr>
          <a:lstStyle/>
          <a:p>
            <a:pPr/>
          </a:p>
        </p:txBody>
      </p:sp>
      <p:sp>
        <p:nvSpPr>
          <p:cNvPr id="44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Card (5)">
    <p:bg>
      <p:bgPr>
        <a:solidFill>
          <a:srgbClr val="FFFFFF"/>
        </a:solidFill>
      </p:bgPr>
    </p:bg>
    <p:spTree>
      <p:nvGrpSpPr>
        <p:cNvPr id="1" name=""/>
        <p:cNvGrpSpPr/>
        <p:nvPr/>
      </p:nvGrpSpPr>
      <p:grpSpPr>
        <a:xfrm>
          <a:off x="0" y="0"/>
          <a:ext cx="0" cy="0"/>
          <a:chOff x="0" y="0"/>
          <a:chExt cx="0" cy="0"/>
        </a:xfrm>
      </p:grpSpPr>
      <p:grpSp>
        <p:nvGrpSpPr>
          <p:cNvPr id="4457" name="Rectangle 1"/>
          <p:cNvGrpSpPr/>
          <p:nvPr/>
        </p:nvGrpSpPr>
        <p:grpSpPr>
          <a:xfrm>
            <a:off x="12287632" y="5878297"/>
            <a:ext cx="710311" cy="979707"/>
            <a:chOff x="0" y="0"/>
            <a:chExt cx="710309" cy="979705"/>
          </a:xfrm>
        </p:grpSpPr>
        <p:sp>
          <p:nvSpPr>
            <p:cNvPr id="445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5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4460" name="Rectangle 2"/>
          <p:cNvGrpSpPr/>
          <p:nvPr/>
        </p:nvGrpSpPr>
        <p:grpSpPr>
          <a:xfrm>
            <a:off x="12287631" y="4898603"/>
            <a:ext cx="710311" cy="979709"/>
            <a:chOff x="0" y="-1"/>
            <a:chExt cx="710309" cy="979708"/>
          </a:xfrm>
        </p:grpSpPr>
        <p:sp>
          <p:nvSpPr>
            <p:cNvPr id="445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5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4463" name="Rectangle 3"/>
          <p:cNvGrpSpPr/>
          <p:nvPr/>
        </p:nvGrpSpPr>
        <p:grpSpPr>
          <a:xfrm>
            <a:off x="12287632" y="3918862"/>
            <a:ext cx="710311" cy="979706"/>
            <a:chOff x="0" y="0"/>
            <a:chExt cx="710309" cy="979705"/>
          </a:xfrm>
        </p:grpSpPr>
        <p:sp>
          <p:nvSpPr>
            <p:cNvPr id="446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6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4466" name="Rectangle 4"/>
          <p:cNvGrpSpPr/>
          <p:nvPr/>
        </p:nvGrpSpPr>
        <p:grpSpPr>
          <a:xfrm>
            <a:off x="12287631" y="2939171"/>
            <a:ext cx="710311" cy="979707"/>
            <a:chOff x="0" y="0"/>
            <a:chExt cx="710309" cy="979705"/>
          </a:xfrm>
        </p:grpSpPr>
        <p:sp>
          <p:nvSpPr>
            <p:cNvPr id="446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6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4469" name="Rectangle 5"/>
          <p:cNvGrpSpPr/>
          <p:nvPr/>
        </p:nvGrpSpPr>
        <p:grpSpPr>
          <a:xfrm>
            <a:off x="12287632" y="1959431"/>
            <a:ext cx="710311" cy="979707"/>
            <a:chOff x="0" y="0"/>
            <a:chExt cx="710309" cy="979705"/>
          </a:xfrm>
        </p:grpSpPr>
        <p:sp>
          <p:nvSpPr>
            <p:cNvPr id="446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6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4472" name="Rectangle 6"/>
          <p:cNvGrpSpPr/>
          <p:nvPr/>
        </p:nvGrpSpPr>
        <p:grpSpPr>
          <a:xfrm>
            <a:off x="12287631" y="979736"/>
            <a:ext cx="710311" cy="979707"/>
            <a:chOff x="0" y="0"/>
            <a:chExt cx="710309" cy="979705"/>
          </a:xfrm>
        </p:grpSpPr>
        <p:sp>
          <p:nvSpPr>
            <p:cNvPr id="447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7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4475" name="Rectangle 7"/>
          <p:cNvGrpSpPr/>
          <p:nvPr/>
        </p:nvGrpSpPr>
        <p:grpSpPr>
          <a:xfrm>
            <a:off x="12287631" y="-2"/>
            <a:ext cx="710311" cy="979706"/>
            <a:chOff x="0" y="0"/>
            <a:chExt cx="710309" cy="979705"/>
          </a:xfrm>
        </p:grpSpPr>
        <p:sp>
          <p:nvSpPr>
            <p:cNvPr id="447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7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4478" name="Rectangle 8"/>
          <p:cNvGrpSpPr/>
          <p:nvPr/>
        </p:nvGrpSpPr>
        <p:grpSpPr>
          <a:xfrm>
            <a:off x="12997439" y="5715013"/>
            <a:ext cx="710311" cy="1142996"/>
            <a:chOff x="0" y="0"/>
            <a:chExt cx="710309" cy="1142994"/>
          </a:xfrm>
        </p:grpSpPr>
        <p:sp>
          <p:nvSpPr>
            <p:cNvPr id="447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7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4481" name="Rectangle 9"/>
          <p:cNvGrpSpPr/>
          <p:nvPr/>
        </p:nvGrpSpPr>
        <p:grpSpPr>
          <a:xfrm>
            <a:off x="12997439" y="4572032"/>
            <a:ext cx="710311" cy="1142996"/>
            <a:chOff x="0" y="0"/>
            <a:chExt cx="710309" cy="1142994"/>
          </a:xfrm>
        </p:grpSpPr>
        <p:sp>
          <p:nvSpPr>
            <p:cNvPr id="447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8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4484" name="Rectangle 10"/>
          <p:cNvGrpSpPr/>
          <p:nvPr/>
        </p:nvGrpSpPr>
        <p:grpSpPr>
          <a:xfrm>
            <a:off x="12997439" y="3428998"/>
            <a:ext cx="710311" cy="1142996"/>
            <a:chOff x="0" y="0"/>
            <a:chExt cx="710309" cy="1142994"/>
          </a:xfrm>
        </p:grpSpPr>
        <p:sp>
          <p:nvSpPr>
            <p:cNvPr id="448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4487" name="Rectangle 11"/>
          <p:cNvGrpSpPr/>
          <p:nvPr/>
        </p:nvGrpSpPr>
        <p:grpSpPr>
          <a:xfrm>
            <a:off x="12997439" y="2286017"/>
            <a:ext cx="710311" cy="1142996"/>
            <a:chOff x="0" y="0"/>
            <a:chExt cx="710309" cy="1142994"/>
          </a:xfrm>
        </p:grpSpPr>
        <p:sp>
          <p:nvSpPr>
            <p:cNvPr id="448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4490" name="Rectangle 12"/>
          <p:cNvGrpSpPr/>
          <p:nvPr/>
        </p:nvGrpSpPr>
        <p:grpSpPr>
          <a:xfrm>
            <a:off x="12997439" y="1142977"/>
            <a:ext cx="710311" cy="1142997"/>
            <a:chOff x="0" y="-1"/>
            <a:chExt cx="710309" cy="1142995"/>
          </a:xfrm>
        </p:grpSpPr>
        <p:sp>
          <p:nvSpPr>
            <p:cNvPr id="448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8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493" name="Rectangle 13"/>
          <p:cNvGrpSpPr/>
          <p:nvPr/>
        </p:nvGrpSpPr>
        <p:grpSpPr>
          <a:xfrm>
            <a:off x="13706754" y="-2365"/>
            <a:ext cx="710311" cy="1142995"/>
            <a:chOff x="0" y="0"/>
            <a:chExt cx="710309" cy="1142994"/>
          </a:xfrm>
        </p:grpSpPr>
        <p:sp>
          <p:nvSpPr>
            <p:cNvPr id="449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9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496" name="Rectangle 14"/>
          <p:cNvGrpSpPr/>
          <p:nvPr/>
        </p:nvGrpSpPr>
        <p:grpSpPr>
          <a:xfrm>
            <a:off x="13706756" y="5715013"/>
            <a:ext cx="710311" cy="1142996"/>
            <a:chOff x="0" y="0"/>
            <a:chExt cx="710309" cy="1142994"/>
          </a:xfrm>
        </p:grpSpPr>
        <p:sp>
          <p:nvSpPr>
            <p:cNvPr id="449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9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499" name="Rectangle 15"/>
          <p:cNvGrpSpPr/>
          <p:nvPr/>
        </p:nvGrpSpPr>
        <p:grpSpPr>
          <a:xfrm>
            <a:off x="13706754" y="4572032"/>
            <a:ext cx="710311" cy="1142996"/>
            <a:chOff x="0" y="0"/>
            <a:chExt cx="710309" cy="1142994"/>
          </a:xfrm>
        </p:grpSpPr>
        <p:sp>
          <p:nvSpPr>
            <p:cNvPr id="449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49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502" name="Rectangle 16"/>
          <p:cNvGrpSpPr/>
          <p:nvPr/>
        </p:nvGrpSpPr>
        <p:grpSpPr>
          <a:xfrm>
            <a:off x="12996453" y="-1157"/>
            <a:ext cx="710311" cy="1142995"/>
            <a:chOff x="0" y="0"/>
            <a:chExt cx="710309" cy="1142994"/>
          </a:xfrm>
        </p:grpSpPr>
        <p:sp>
          <p:nvSpPr>
            <p:cNvPr id="450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505" name="Rectangle 17"/>
          <p:cNvGrpSpPr/>
          <p:nvPr/>
        </p:nvGrpSpPr>
        <p:grpSpPr>
          <a:xfrm>
            <a:off x="13706754" y="2286017"/>
            <a:ext cx="710311" cy="1142996"/>
            <a:chOff x="0" y="0"/>
            <a:chExt cx="710309" cy="1142994"/>
          </a:xfrm>
        </p:grpSpPr>
        <p:sp>
          <p:nvSpPr>
            <p:cNvPr id="450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508" name="Rectangle 18"/>
          <p:cNvGrpSpPr/>
          <p:nvPr/>
        </p:nvGrpSpPr>
        <p:grpSpPr>
          <a:xfrm>
            <a:off x="13706756" y="1142977"/>
            <a:ext cx="710311" cy="1142997"/>
            <a:chOff x="0" y="-1"/>
            <a:chExt cx="710309" cy="1142995"/>
          </a:xfrm>
        </p:grpSpPr>
        <p:sp>
          <p:nvSpPr>
            <p:cNvPr id="450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0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511" name="Rectangle 19"/>
          <p:cNvGrpSpPr/>
          <p:nvPr/>
        </p:nvGrpSpPr>
        <p:grpSpPr>
          <a:xfrm>
            <a:off x="13706754" y="3427836"/>
            <a:ext cx="710311" cy="1142996"/>
            <a:chOff x="0" y="0"/>
            <a:chExt cx="710309" cy="1142994"/>
          </a:xfrm>
        </p:grpSpPr>
        <p:sp>
          <p:nvSpPr>
            <p:cNvPr id="450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512" name="Body Level One…"/>
          <p:cNvSpPr txBox="1"/>
          <p:nvPr>
            <p:ph type="body" idx="1" hasCustomPrompt="1"/>
          </p:nvPr>
        </p:nvSpPr>
        <p:spPr>
          <a:prstGeom prst="rect">
            <a:avLst/>
          </a:prstGeo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a:r>
              <a:t>Presentation title</a:t>
            </a:r>
          </a:p>
          <a:p>
            <a:pPr lvl="1"/>
            <a:r>
              <a:t/>
            </a:r>
          </a:p>
          <a:p>
            <a:pPr lvl="2"/>
            <a:r>
              <a:t/>
            </a:r>
          </a:p>
          <a:p>
            <a:pPr lvl="3"/>
            <a:r>
              <a:t/>
            </a:r>
          </a:p>
          <a:p>
            <a:pPr lvl="4"/>
            <a:r>
              <a:t/>
            </a:r>
          </a:p>
        </p:txBody>
      </p:sp>
      <p:sp>
        <p:nvSpPr>
          <p:cNvPr id="4513" name="Text Placeholder 23"/>
          <p:cNvSpPr/>
          <p:nvPr>
            <p:ph type="body" sz="quarter" idx="21" hasCustomPrompt="1"/>
          </p:nvPr>
        </p:nvSpPr>
        <p:spPr>
          <a:xfrm>
            <a:off x="2729699" y="4981649"/>
            <a:ext cx="2182700"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514" name="Text Placeholder 23"/>
          <p:cNvSpPr/>
          <p:nvPr>
            <p:ph type="body" sz="quarter" idx="22" hasCustomPrompt="1"/>
          </p:nvPr>
        </p:nvSpPr>
        <p:spPr>
          <a:xfrm>
            <a:off x="2729699" y="5256567"/>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515" name="Text Placeholder 23"/>
          <p:cNvSpPr/>
          <p:nvPr>
            <p:ph type="body" sz="quarter" idx="23" hasCustomPrompt="1"/>
          </p:nvPr>
        </p:nvSpPr>
        <p:spPr>
          <a:xfrm>
            <a:off x="2729699" y="5531487"/>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516" name="Text Placeholder 23"/>
          <p:cNvSpPr/>
          <p:nvPr>
            <p:ph type="body" sz="quarter" idx="24" hasCustomPrompt="1"/>
          </p:nvPr>
        </p:nvSpPr>
        <p:spPr>
          <a:xfrm>
            <a:off x="2729699" y="5992307"/>
            <a:ext cx="2180977"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517" name="Text Placeholder 23"/>
          <p:cNvSpPr/>
          <p:nvPr>
            <p:ph type="body" sz="quarter" idx="25" hasCustomPrompt="1"/>
          </p:nvPr>
        </p:nvSpPr>
        <p:spPr>
          <a:xfrm>
            <a:off x="2729699" y="6268075"/>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518" name="Text Placeholder 23"/>
          <p:cNvSpPr/>
          <p:nvPr>
            <p:ph type="body" sz="quarter" idx="26" hasCustomPrompt="1"/>
          </p:nvPr>
        </p:nvSpPr>
        <p:spPr>
          <a:xfrm>
            <a:off x="2729699" y="6542992"/>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519" name="Text Placeholder 23"/>
          <p:cNvSpPr/>
          <p:nvPr>
            <p:ph type="body" sz="quarter" idx="27" hasCustomPrompt="1"/>
          </p:nvPr>
        </p:nvSpPr>
        <p:spPr>
          <a:xfrm>
            <a:off x="6276997" y="4981649"/>
            <a:ext cx="2182701"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520" name="Text Placeholder 23"/>
          <p:cNvSpPr/>
          <p:nvPr>
            <p:ph type="body" sz="quarter" idx="28" hasCustomPrompt="1"/>
          </p:nvPr>
        </p:nvSpPr>
        <p:spPr>
          <a:xfrm>
            <a:off x="6276997" y="5256567"/>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521" name="Text Placeholder 23"/>
          <p:cNvSpPr/>
          <p:nvPr>
            <p:ph type="body" sz="quarter" idx="29" hasCustomPrompt="1"/>
          </p:nvPr>
        </p:nvSpPr>
        <p:spPr>
          <a:xfrm>
            <a:off x="6276997" y="5531487"/>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522" name="Text Placeholder 23"/>
          <p:cNvSpPr/>
          <p:nvPr>
            <p:ph type="body" sz="quarter" idx="30" hasCustomPrompt="1"/>
          </p:nvPr>
        </p:nvSpPr>
        <p:spPr>
          <a:xfrm>
            <a:off x="6276997" y="5992307"/>
            <a:ext cx="2180977"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523" name="Text Placeholder 23"/>
          <p:cNvSpPr/>
          <p:nvPr>
            <p:ph type="body" sz="quarter" idx="31" hasCustomPrompt="1"/>
          </p:nvPr>
        </p:nvSpPr>
        <p:spPr>
          <a:xfrm>
            <a:off x="6276997" y="6268075"/>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524" name="Text Placeholder 23"/>
          <p:cNvSpPr/>
          <p:nvPr>
            <p:ph type="body" sz="quarter" idx="32" hasCustomPrompt="1"/>
          </p:nvPr>
        </p:nvSpPr>
        <p:spPr>
          <a:xfrm>
            <a:off x="6276997" y="6542992"/>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525" name="Text Placeholder 23"/>
          <p:cNvSpPr/>
          <p:nvPr>
            <p:ph type="body" sz="quarter" idx="33" hasCustomPrompt="1"/>
          </p:nvPr>
        </p:nvSpPr>
        <p:spPr>
          <a:xfrm>
            <a:off x="9818306" y="4981649"/>
            <a:ext cx="2182701"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526" name="Text Placeholder 23"/>
          <p:cNvSpPr/>
          <p:nvPr>
            <p:ph type="body" sz="quarter" idx="34" hasCustomPrompt="1"/>
          </p:nvPr>
        </p:nvSpPr>
        <p:spPr>
          <a:xfrm>
            <a:off x="9818306" y="5256567"/>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527" name="Text Placeholder 23"/>
          <p:cNvSpPr/>
          <p:nvPr>
            <p:ph type="body" sz="quarter" idx="35" hasCustomPrompt="1"/>
          </p:nvPr>
        </p:nvSpPr>
        <p:spPr>
          <a:xfrm>
            <a:off x="9818306" y="5531487"/>
            <a:ext cx="2188962"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pic>
        <p:nvPicPr>
          <p:cNvPr id="4528" name="Picture 35" descr="Picture 35"/>
          <p:cNvPicPr>
            <a:picLocks noChangeAspect="1"/>
          </p:cNvPicPr>
          <p:nvPr/>
        </p:nvPicPr>
        <p:blipFill>
          <a:blip r:embed="rId2">
            <a:extLst/>
          </a:blip>
          <a:stretch>
            <a:fillRect/>
          </a:stretch>
        </p:blipFill>
        <p:spPr>
          <a:xfrm>
            <a:off x="0" y="0"/>
            <a:ext cx="1574800" cy="6858000"/>
          </a:xfrm>
          <a:prstGeom prst="rect">
            <a:avLst/>
          </a:prstGeom>
          <a:ln w="12700">
            <a:miter lim="400000"/>
          </a:ln>
        </p:spPr>
      </p:pic>
      <p:sp>
        <p:nvSpPr>
          <p:cNvPr id="4529" name="Rectangle 36"/>
          <p:cNvSpPr/>
          <p:nvPr/>
        </p:nvSpPr>
        <p:spPr>
          <a:xfrm rot="5400000">
            <a:off x="6863525" y="-492267"/>
            <a:ext cx="36580" cy="10614026"/>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530" name="Rectangle 37"/>
          <p:cNvSpPr/>
          <p:nvPr/>
        </p:nvSpPr>
        <p:spPr>
          <a:xfrm rot="5400000">
            <a:off x="6863525" y="539756"/>
            <a:ext cx="36580" cy="10614029"/>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531" name="Rectangle 38"/>
          <p:cNvSpPr/>
          <p:nvPr/>
        </p:nvSpPr>
        <p:spPr>
          <a:xfrm>
            <a:off x="5093680" y="4796456"/>
            <a:ext cx="36580" cy="2061544"/>
          </a:xfrm>
          <a:prstGeom prst="rect">
            <a:avLst/>
          </a:prstGeom>
          <a:solidFill>
            <a:srgbClr val="08872B"/>
          </a:solidFill>
          <a:ln w="12700">
            <a:miter lim="400000"/>
          </a:ln>
        </p:spPr>
        <p:txBody>
          <a:bodyPr lIns="45718" tIns="45718" rIns="45718" bIns="45718" anchor="ctr"/>
          <a:lstStyle/>
          <a:p>
            <a:pPr algn="ctr">
              <a:defRPr>
                <a:solidFill>
                  <a:srgbClr val="FFFFFF"/>
                </a:solidFill>
              </a:defRPr>
            </a:pPr>
          </a:p>
        </p:txBody>
      </p:sp>
      <p:sp>
        <p:nvSpPr>
          <p:cNvPr id="4532" name="Rectangle 39"/>
          <p:cNvSpPr/>
          <p:nvPr/>
        </p:nvSpPr>
        <p:spPr>
          <a:xfrm>
            <a:off x="8641250" y="4796456"/>
            <a:ext cx="36580" cy="2061544"/>
          </a:xfrm>
          <a:prstGeom prst="rect">
            <a:avLst/>
          </a:prstGeom>
          <a:solidFill>
            <a:srgbClr val="08872B"/>
          </a:solidFill>
          <a:ln w="12700">
            <a:miter lim="400000"/>
          </a:ln>
        </p:spPr>
        <p:txBody>
          <a:bodyPr lIns="45718" tIns="45718" rIns="45718" bIns="45718" anchor="ctr"/>
          <a:lstStyle/>
          <a:p>
            <a:pPr algn="ctr">
              <a:defRPr>
                <a:solidFill>
                  <a:srgbClr val="FFFFFF"/>
                </a:solidFill>
              </a:defRPr>
            </a:pPr>
          </a:p>
        </p:txBody>
      </p:sp>
      <p:sp>
        <p:nvSpPr>
          <p:cNvPr id="4533" name="Google Shape;179;p20"/>
          <p:cNvSpPr/>
          <p:nvPr>
            <p:ph type="pic" sz="quarter" idx="36"/>
          </p:nvPr>
        </p:nvSpPr>
        <p:spPr>
          <a:xfrm>
            <a:off x="1585952" y="4833032"/>
            <a:ext cx="980110" cy="994557"/>
          </a:xfrm>
          <a:prstGeom prst="rect">
            <a:avLst/>
          </a:prstGeom>
        </p:spPr>
        <p:txBody>
          <a:bodyPr lIns="91439" tIns="45719" rIns="91439" bIns="45719">
            <a:noAutofit/>
          </a:bodyPr>
          <a:lstStyle/>
          <a:p>
            <a:pPr/>
          </a:p>
        </p:txBody>
      </p:sp>
      <p:sp>
        <p:nvSpPr>
          <p:cNvPr id="4534" name="Google Shape;179;p20"/>
          <p:cNvSpPr/>
          <p:nvPr>
            <p:ph type="pic" sz="quarter" idx="37"/>
          </p:nvPr>
        </p:nvSpPr>
        <p:spPr>
          <a:xfrm>
            <a:off x="1585952" y="5865057"/>
            <a:ext cx="980110" cy="994557"/>
          </a:xfrm>
          <a:prstGeom prst="rect">
            <a:avLst/>
          </a:prstGeom>
        </p:spPr>
        <p:txBody>
          <a:bodyPr lIns="91439" tIns="45719" rIns="91439" bIns="45719">
            <a:noAutofit/>
          </a:bodyPr>
          <a:lstStyle/>
          <a:p>
            <a:pPr/>
          </a:p>
        </p:txBody>
      </p:sp>
      <p:sp>
        <p:nvSpPr>
          <p:cNvPr id="4535" name="Google Shape;179;p20"/>
          <p:cNvSpPr/>
          <p:nvPr>
            <p:ph type="pic" sz="quarter" idx="38"/>
          </p:nvPr>
        </p:nvSpPr>
        <p:spPr>
          <a:xfrm>
            <a:off x="5125465" y="4833032"/>
            <a:ext cx="980110" cy="994557"/>
          </a:xfrm>
          <a:prstGeom prst="rect">
            <a:avLst/>
          </a:prstGeom>
        </p:spPr>
        <p:txBody>
          <a:bodyPr lIns="91439" tIns="45719" rIns="91439" bIns="45719">
            <a:noAutofit/>
          </a:bodyPr>
          <a:lstStyle/>
          <a:p>
            <a:pPr/>
          </a:p>
        </p:txBody>
      </p:sp>
      <p:sp>
        <p:nvSpPr>
          <p:cNvPr id="4536" name="Google Shape;179;p20"/>
          <p:cNvSpPr/>
          <p:nvPr>
            <p:ph type="pic" sz="quarter" idx="39"/>
          </p:nvPr>
        </p:nvSpPr>
        <p:spPr>
          <a:xfrm>
            <a:off x="5125465" y="5865057"/>
            <a:ext cx="980110" cy="994557"/>
          </a:xfrm>
          <a:prstGeom prst="rect">
            <a:avLst/>
          </a:prstGeom>
        </p:spPr>
        <p:txBody>
          <a:bodyPr lIns="91439" tIns="45719" rIns="91439" bIns="45719">
            <a:noAutofit/>
          </a:bodyPr>
          <a:lstStyle/>
          <a:p>
            <a:pPr/>
          </a:p>
        </p:txBody>
      </p:sp>
      <p:sp>
        <p:nvSpPr>
          <p:cNvPr id="4537" name="Google Shape;179;p20"/>
          <p:cNvSpPr/>
          <p:nvPr>
            <p:ph type="pic" sz="quarter" idx="40"/>
          </p:nvPr>
        </p:nvSpPr>
        <p:spPr>
          <a:xfrm>
            <a:off x="8677826" y="4833032"/>
            <a:ext cx="980110" cy="994557"/>
          </a:xfrm>
          <a:prstGeom prst="rect">
            <a:avLst/>
          </a:prstGeom>
        </p:spPr>
        <p:txBody>
          <a:bodyPr lIns="91439" tIns="45719" rIns="91439" bIns="45719">
            <a:noAutofit/>
          </a:bodyPr>
          <a:lstStyle/>
          <a:p>
            <a:pPr/>
          </a:p>
        </p:txBody>
      </p:sp>
      <p:sp>
        <p:nvSpPr>
          <p:cNvPr id="45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Card (4)">
    <p:bg>
      <p:bgPr>
        <a:solidFill>
          <a:srgbClr val="FFFFFF"/>
        </a:solidFill>
      </p:bgPr>
    </p:bg>
    <p:spTree>
      <p:nvGrpSpPr>
        <p:cNvPr id="1" name=""/>
        <p:cNvGrpSpPr/>
        <p:nvPr/>
      </p:nvGrpSpPr>
      <p:grpSpPr>
        <a:xfrm>
          <a:off x="0" y="0"/>
          <a:ext cx="0" cy="0"/>
          <a:chOff x="0" y="0"/>
          <a:chExt cx="0" cy="0"/>
        </a:xfrm>
      </p:grpSpPr>
      <p:grpSp>
        <p:nvGrpSpPr>
          <p:cNvPr id="4547" name="Rectangle 1"/>
          <p:cNvGrpSpPr/>
          <p:nvPr/>
        </p:nvGrpSpPr>
        <p:grpSpPr>
          <a:xfrm>
            <a:off x="12287632" y="5878297"/>
            <a:ext cx="710311" cy="979707"/>
            <a:chOff x="0" y="0"/>
            <a:chExt cx="710309" cy="979705"/>
          </a:xfrm>
        </p:grpSpPr>
        <p:sp>
          <p:nvSpPr>
            <p:cNvPr id="454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4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4550" name="Rectangle 2"/>
          <p:cNvGrpSpPr/>
          <p:nvPr/>
        </p:nvGrpSpPr>
        <p:grpSpPr>
          <a:xfrm>
            <a:off x="12287631" y="4898603"/>
            <a:ext cx="710311" cy="979709"/>
            <a:chOff x="0" y="-1"/>
            <a:chExt cx="710309" cy="979708"/>
          </a:xfrm>
        </p:grpSpPr>
        <p:sp>
          <p:nvSpPr>
            <p:cNvPr id="454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4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4553" name="Rectangle 3"/>
          <p:cNvGrpSpPr/>
          <p:nvPr/>
        </p:nvGrpSpPr>
        <p:grpSpPr>
          <a:xfrm>
            <a:off x="12287632" y="3918862"/>
            <a:ext cx="710311" cy="979706"/>
            <a:chOff x="0" y="0"/>
            <a:chExt cx="710309" cy="979705"/>
          </a:xfrm>
        </p:grpSpPr>
        <p:sp>
          <p:nvSpPr>
            <p:cNvPr id="455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5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4556" name="Rectangle 4"/>
          <p:cNvGrpSpPr/>
          <p:nvPr/>
        </p:nvGrpSpPr>
        <p:grpSpPr>
          <a:xfrm>
            <a:off x="12287631" y="2939171"/>
            <a:ext cx="710311" cy="979707"/>
            <a:chOff x="0" y="0"/>
            <a:chExt cx="710309" cy="979705"/>
          </a:xfrm>
        </p:grpSpPr>
        <p:sp>
          <p:nvSpPr>
            <p:cNvPr id="455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5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4559" name="Rectangle 5"/>
          <p:cNvGrpSpPr/>
          <p:nvPr/>
        </p:nvGrpSpPr>
        <p:grpSpPr>
          <a:xfrm>
            <a:off x="12287632" y="1959431"/>
            <a:ext cx="710311" cy="979707"/>
            <a:chOff x="0" y="0"/>
            <a:chExt cx="710309" cy="979705"/>
          </a:xfrm>
        </p:grpSpPr>
        <p:sp>
          <p:nvSpPr>
            <p:cNvPr id="455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5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4562" name="Rectangle 6"/>
          <p:cNvGrpSpPr/>
          <p:nvPr/>
        </p:nvGrpSpPr>
        <p:grpSpPr>
          <a:xfrm>
            <a:off x="12287631" y="979736"/>
            <a:ext cx="710311" cy="979707"/>
            <a:chOff x="0" y="0"/>
            <a:chExt cx="710309" cy="979705"/>
          </a:xfrm>
        </p:grpSpPr>
        <p:sp>
          <p:nvSpPr>
            <p:cNvPr id="456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6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4565" name="Rectangle 7"/>
          <p:cNvGrpSpPr/>
          <p:nvPr/>
        </p:nvGrpSpPr>
        <p:grpSpPr>
          <a:xfrm>
            <a:off x="12287631" y="-2"/>
            <a:ext cx="710311" cy="979706"/>
            <a:chOff x="0" y="0"/>
            <a:chExt cx="710309" cy="979705"/>
          </a:xfrm>
        </p:grpSpPr>
        <p:sp>
          <p:nvSpPr>
            <p:cNvPr id="456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6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4568" name="Rectangle 8"/>
          <p:cNvGrpSpPr/>
          <p:nvPr/>
        </p:nvGrpSpPr>
        <p:grpSpPr>
          <a:xfrm>
            <a:off x="12997439" y="5715013"/>
            <a:ext cx="710311" cy="1142996"/>
            <a:chOff x="0" y="0"/>
            <a:chExt cx="710309" cy="1142994"/>
          </a:xfrm>
        </p:grpSpPr>
        <p:sp>
          <p:nvSpPr>
            <p:cNvPr id="456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6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4571" name="Rectangle 9"/>
          <p:cNvGrpSpPr/>
          <p:nvPr/>
        </p:nvGrpSpPr>
        <p:grpSpPr>
          <a:xfrm>
            <a:off x="12997439" y="4572032"/>
            <a:ext cx="710311" cy="1142996"/>
            <a:chOff x="0" y="0"/>
            <a:chExt cx="710309" cy="1142994"/>
          </a:xfrm>
        </p:grpSpPr>
        <p:sp>
          <p:nvSpPr>
            <p:cNvPr id="456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4574" name="Rectangle 10"/>
          <p:cNvGrpSpPr/>
          <p:nvPr/>
        </p:nvGrpSpPr>
        <p:grpSpPr>
          <a:xfrm>
            <a:off x="12997439" y="3428998"/>
            <a:ext cx="710311" cy="1142996"/>
            <a:chOff x="0" y="0"/>
            <a:chExt cx="710309" cy="1142994"/>
          </a:xfrm>
        </p:grpSpPr>
        <p:sp>
          <p:nvSpPr>
            <p:cNvPr id="457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7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4577" name="Rectangle 11"/>
          <p:cNvGrpSpPr/>
          <p:nvPr/>
        </p:nvGrpSpPr>
        <p:grpSpPr>
          <a:xfrm>
            <a:off x="12997439" y="2286017"/>
            <a:ext cx="710311" cy="1142996"/>
            <a:chOff x="0" y="0"/>
            <a:chExt cx="710309" cy="1142994"/>
          </a:xfrm>
        </p:grpSpPr>
        <p:sp>
          <p:nvSpPr>
            <p:cNvPr id="457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7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4580" name="Rectangle 12"/>
          <p:cNvGrpSpPr/>
          <p:nvPr/>
        </p:nvGrpSpPr>
        <p:grpSpPr>
          <a:xfrm>
            <a:off x="12997439" y="1142977"/>
            <a:ext cx="710311" cy="1142997"/>
            <a:chOff x="0" y="-1"/>
            <a:chExt cx="710309" cy="1142995"/>
          </a:xfrm>
        </p:grpSpPr>
        <p:sp>
          <p:nvSpPr>
            <p:cNvPr id="457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7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583" name="Rectangle 13"/>
          <p:cNvGrpSpPr/>
          <p:nvPr/>
        </p:nvGrpSpPr>
        <p:grpSpPr>
          <a:xfrm>
            <a:off x="13706754" y="-2365"/>
            <a:ext cx="710311" cy="1142995"/>
            <a:chOff x="0" y="0"/>
            <a:chExt cx="710309" cy="1142994"/>
          </a:xfrm>
        </p:grpSpPr>
        <p:sp>
          <p:nvSpPr>
            <p:cNvPr id="458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8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586" name="Rectangle 14"/>
          <p:cNvGrpSpPr/>
          <p:nvPr/>
        </p:nvGrpSpPr>
        <p:grpSpPr>
          <a:xfrm>
            <a:off x="13706756" y="5715013"/>
            <a:ext cx="710311" cy="1142996"/>
            <a:chOff x="0" y="0"/>
            <a:chExt cx="710309" cy="1142994"/>
          </a:xfrm>
        </p:grpSpPr>
        <p:sp>
          <p:nvSpPr>
            <p:cNvPr id="458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8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589" name="Rectangle 15"/>
          <p:cNvGrpSpPr/>
          <p:nvPr/>
        </p:nvGrpSpPr>
        <p:grpSpPr>
          <a:xfrm>
            <a:off x="13706754" y="4572032"/>
            <a:ext cx="710311" cy="1142996"/>
            <a:chOff x="0" y="0"/>
            <a:chExt cx="710309" cy="1142994"/>
          </a:xfrm>
        </p:grpSpPr>
        <p:sp>
          <p:nvSpPr>
            <p:cNvPr id="458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8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592" name="Rectangle 16"/>
          <p:cNvGrpSpPr/>
          <p:nvPr/>
        </p:nvGrpSpPr>
        <p:grpSpPr>
          <a:xfrm>
            <a:off x="12996453" y="-1157"/>
            <a:ext cx="710311" cy="1142995"/>
            <a:chOff x="0" y="0"/>
            <a:chExt cx="710309" cy="1142994"/>
          </a:xfrm>
        </p:grpSpPr>
        <p:sp>
          <p:nvSpPr>
            <p:cNvPr id="459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9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595" name="Rectangle 17"/>
          <p:cNvGrpSpPr/>
          <p:nvPr/>
        </p:nvGrpSpPr>
        <p:grpSpPr>
          <a:xfrm>
            <a:off x="13706754" y="2286017"/>
            <a:ext cx="710311" cy="1142996"/>
            <a:chOff x="0" y="0"/>
            <a:chExt cx="710309" cy="1142994"/>
          </a:xfrm>
        </p:grpSpPr>
        <p:sp>
          <p:nvSpPr>
            <p:cNvPr id="459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9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598" name="Rectangle 18"/>
          <p:cNvGrpSpPr/>
          <p:nvPr/>
        </p:nvGrpSpPr>
        <p:grpSpPr>
          <a:xfrm>
            <a:off x="13706756" y="1142977"/>
            <a:ext cx="710311" cy="1142997"/>
            <a:chOff x="0" y="-1"/>
            <a:chExt cx="710309" cy="1142995"/>
          </a:xfrm>
        </p:grpSpPr>
        <p:sp>
          <p:nvSpPr>
            <p:cNvPr id="459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9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601" name="Rectangle 19"/>
          <p:cNvGrpSpPr/>
          <p:nvPr/>
        </p:nvGrpSpPr>
        <p:grpSpPr>
          <a:xfrm>
            <a:off x="13706754" y="3427836"/>
            <a:ext cx="710311" cy="1142996"/>
            <a:chOff x="0" y="0"/>
            <a:chExt cx="710309" cy="1142994"/>
          </a:xfrm>
        </p:grpSpPr>
        <p:sp>
          <p:nvSpPr>
            <p:cNvPr id="459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0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602" name="Body Level One…"/>
          <p:cNvSpPr txBox="1"/>
          <p:nvPr>
            <p:ph type="body" idx="1" hasCustomPrompt="1"/>
          </p:nvPr>
        </p:nvSpPr>
        <p:spPr>
          <a:prstGeom prst="rect">
            <a:avLst/>
          </a:prstGeo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a:r>
              <a:t>Presentation title</a:t>
            </a:r>
          </a:p>
          <a:p>
            <a:pPr lvl="1"/>
            <a:r>
              <a:t/>
            </a:r>
          </a:p>
          <a:p>
            <a:pPr lvl="2"/>
            <a:r>
              <a:t/>
            </a:r>
          </a:p>
          <a:p>
            <a:pPr lvl="3"/>
            <a:r>
              <a:t/>
            </a:r>
          </a:p>
          <a:p>
            <a:pPr lvl="4"/>
            <a:r>
              <a:t/>
            </a:r>
          </a:p>
        </p:txBody>
      </p:sp>
      <p:sp>
        <p:nvSpPr>
          <p:cNvPr id="4603" name="Text Placeholder 23"/>
          <p:cNvSpPr/>
          <p:nvPr>
            <p:ph type="body" sz="quarter" idx="21" hasCustomPrompt="1"/>
          </p:nvPr>
        </p:nvSpPr>
        <p:spPr>
          <a:xfrm>
            <a:off x="2729699" y="4981649"/>
            <a:ext cx="3951945"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604" name="Text Placeholder 23"/>
          <p:cNvSpPr/>
          <p:nvPr>
            <p:ph type="body" sz="quarter" idx="22" hasCustomPrompt="1"/>
          </p:nvPr>
        </p:nvSpPr>
        <p:spPr>
          <a:xfrm>
            <a:off x="2729699" y="5256567"/>
            <a:ext cx="3948825"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605" name="Text Placeholder 23"/>
          <p:cNvSpPr/>
          <p:nvPr>
            <p:ph type="body" sz="quarter" idx="23" hasCustomPrompt="1"/>
          </p:nvPr>
        </p:nvSpPr>
        <p:spPr>
          <a:xfrm>
            <a:off x="2729699" y="5531487"/>
            <a:ext cx="3948825"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606" name="Text Placeholder 23"/>
          <p:cNvSpPr/>
          <p:nvPr>
            <p:ph type="body" sz="quarter" idx="24" hasCustomPrompt="1"/>
          </p:nvPr>
        </p:nvSpPr>
        <p:spPr>
          <a:xfrm>
            <a:off x="2729699" y="5992307"/>
            <a:ext cx="3948825"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607" name="Text Placeholder 23"/>
          <p:cNvSpPr/>
          <p:nvPr>
            <p:ph type="body" sz="quarter" idx="25" hasCustomPrompt="1"/>
          </p:nvPr>
        </p:nvSpPr>
        <p:spPr>
          <a:xfrm>
            <a:off x="2729699" y="6268075"/>
            <a:ext cx="3948825"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608" name="Text Placeholder 23"/>
          <p:cNvSpPr/>
          <p:nvPr>
            <p:ph type="body" sz="quarter" idx="26" hasCustomPrompt="1"/>
          </p:nvPr>
        </p:nvSpPr>
        <p:spPr>
          <a:xfrm>
            <a:off x="2729699" y="6542992"/>
            <a:ext cx="3948825"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609" name="Text Placeholder 23"/>
          <p:cNvSpPr/>
          <p:nvPr>
            <p:ph type="body" sz="quarter" idx="27" hasCustomPrompt="1"/>
          </p:nvPr>
        </p:nvSpPr>
        <p:spPr>
          <a:xfrm>
            <a:off x="8052182" y="4981649"/>
            <a:ext cx="3951945"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610" name="Text Placeholder 23"/>
          <p:cNvSpPr/>
          <p:nvPr>
            <p:ph type="body" sz="quarter" idx="28" hasCustomPrompt="1"/>
          </p:nvPr>
        </p:nvSpPr>
        <p:spPr>
          <a:xfrm>
            <a:off x="8052182" y="5256567"/>
            <a:ext cx="3948825"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611" name="Text Placeholder 23"/>
          <p:cNvSpPr/>
          <p:nvPr>
            <p:ph type="body" sz="quarter" idx="29" hasCustomPrompt="1"/>
          </p:nvPr>
        </p:nvSpPr>
        <p:spPr>
          <a:xfrm>
            <a:off x="8052182" y="5531487"/>
            <a:ext cx="3948825"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612" name="Text Placeholder 23"/>
          <p:cNvSpPr/>
          <p:nvPr>
            <p:ph type="body" sz="quarter" idx="30" hasCustomPrompt="1"/>
          </p:nvPr>
        </p:nvSpPr>
        <p:spPr>
          <a:xfrm>
            <a:off x="8052182" y="5992307"/>
            <a:ext cx="3948825"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613" name="Text Placeholder 23"/>
          <p:cNvSpPr/>
          <p:nvPr>
            <p:ph type="body" sz="quarter" idx="31" hasCustomPrompt="1"/>
          </p:nvPr>
        </p:nvSpPr>
        <p:spPr>
          <a:xfrm>
            <a:off x="8052182" y="6268075"/>
            <a:ext cx="3948825"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614" name="Text Placeholder 23"/>
          <p:cNvSpPr/>
          <p:nvPr>
            <p:ph type="body" sz="quarter" idx="32" hasCustomPrompt="1"/>
          </p:nvPr>
        </p:nvSpPr>
        <p:spPr>
          <a:xfrm>
            <a:off x="8052182" y="6542992"/>
            <a:ext cx="3948825"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pic>
        <p:nvPicPr>
          <p:cNvPr id="4615" name="Picture 33" descr="Picture 33"/>
          <p:cNvPicPr>
            <a:picLocks noChangeAspect="1"/>
          </p:cNvPicPr>
          <p:nvPr/>
        </p:nvPicPr>
        <p:blipFill>
          <a:blip r:embed="rId2">
            <a:extLst/>
          </a:blip>
          <a:stretch>
            <a:fillRect/>
          </a:stretch>
        </p:blipFill>
        <p:spPr>
          <a:xfrm>
            <a:off x="0" y="0"/>
            <a:ext cx="1574800" cy="6858000"/>
          </a:xfrm>
          <a:prstGeom prst="rect">
            <a:avLst/>
          </a:prstGeom>
          <a:ln w="12700">
            <a:miter lim="400000"/>
          </a:ln>
        </p:spPr>
      </p:pic>
      <p:sp>
        <p:nvSpPr>
          <p:cNvPr id="4616" name="Rectangle 34"/>
          <p:cNvSpPr/>
          <p:nvPr/>
        </p:nvSpPr>
        <p:spPr>
          <a:xfrm rot="5400000">
            <a:off x="6863525" y="-492267"/>
            <a:ext cx="36580" cy="10614026"/>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617" name="Rectangle 35"/>
          <p:cNvSpPr/>
          <p:nvPr/>
        </p:nvSpPr>
        <p:spPr>
          <a:xfrm rot="5400000">
            <a:off x="6863525" y="539756"/>
            <a:ext cx="36580" cy="10614029"/>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618" name="Rectangle 36"/>
          <p:cNvSpPr/>
          <p:nvPr/>
        </p:nvSpPr>
        <p:spPr>
          <a:xfrm>
            <a:off x="6867466" y="4796456"/>
            <a:ext cx="36580" cy="2061544"/>
          </a:xfrm>
          <a:prstGeom prst="rect">
            <a:avLst/>
          </a:prstGeom>
          <a:solidFill>
            <a:srgbClr val="08872B"/>
          </a:solidFill>
          <a:ln w="12700">
            <a:miter lim="400000"/>
          </a:ln>
        </p:spPr>
        <p:txBody>
          <a:bodyPr lIns="45718" tIns="45718" rIns="45718" bIns="45718" anchor="ctr"/>
          <a:lstStyle/>
          <a:p>
            <a:pPr algn="ctr">
              <a:defRPr>
                <a:solidFill>
                  <a:srgbClr val="FFFFFF"/>
                </a:solidFill>
              </a:defRPr>
            </a:pPr>
          </a:p>
        </p:txBody>
      </p:sp>
      <p:sp>
        <p:nvSpPr>
          <p:cNvPr id="4619" name="Google Shape;179;p20"/>
          <p:cNvSpPr/>
          <p:nvPr>
            <p:ph type="pic" sz="quarter" idx="33"/>
          </p:nvPr>
        </p:nvSpPr>
        <p:spPr>
          <a:xfrm>
            <a:off x="1585952" y="4833032"/>
            <a:ext cx="980110" cy="994557"/>
          </a:xfrm>
          <a:prstGeom prst="rect">
            <a:avLst/>
          </a:prstGeom>
        </p:spPr>
        <p:txBody>
          <a:bodyPr lIns="91439" tIns="45719" rIns="91439" bIns="45719">
            <a:noAutofit/>
          </a:bodyPr>
          <a:lstStyle/>
          <a:p>
            <a:pPr/>
          </a:p>
        </p:txBody>
      </p:sp>
      <p:sp>
        <p:nvSpPr>
          <p:cNvPr id="4620" name="Google Shape;179;p20"/>
          <p:cNvSpPr/>
          <p:nvPr>
            <p:ph type="pic" sz="quarter" idx="34"/>
          </p:nvPr>
        </p:nvSpPr>
        <p:spPr>
          <a:xfrm>
            <a:off x="1585952" y="5865057"/>
            <a:ext cx="980110" cy="994557"/>
          </a:xfrm>
          <a:prstGeom prst="rect">
            <a:avLst/>
          </a:prstGeom>
        </p:spPr>
        <p:txBody>
          <a:bodyPr lIns="91439" tIns="45719" rIns="91439" bIns="45719">
            <a:noAutofit/>
          </a:bodyPr>
          <a:lstStyle/>
          <a:p>
            <a:pPr/>
          </a:p>
        </p:txBody>
      </p:sp>
      <p:sp>
        <p:nvSpPr>
          <p:cNvPr id="4621" name="Google Shape;179;p20"/>
          <p:cNvSpPr/>
          <p:nvPr>
            <p:ph type="pic" sz="quarter" idx="35"/>
          </p:nvPr>
        </p:nvSpPr>
        <p:spPr>
          <a:xfrm>
            <a:off x="6904042" y="4833032"/>
            <a:ext cx="980110" cy="994557"/>
          </a:xfrm>
          <a:prstGeom prst="rect">
            <a:avLst/>
          </a:prstGeom>
        </p:spPr>
        <p:txBody>
          <a:bodyPr lIns="91439" tIns="45719" rIns="91439" bIns="45719">
            <a:noAutofit/>
          </a:bodyPr>
          <a:lstStyle/>
          <a:p>
            <a:pPr/>
          </a:p>
        </p:txBody>
      </p:sp>
      <p:sp>
        <p:nvSpPr>
          <p:cNvPr id="4622" name="Google Shape;179;p20"/>
          <p:cNvSpPr/>
          <p:nvPr>
            <p:ph type="pic" sz="quarter" idx="36"/>
          </p:nvPr>
        </p:nvSpPr>
        <p:spPr>
          <a:xfrm>
            <a:off x="6904042" y="5865057"/>
            <a:ext cx="980110" cy="994557"/>
          </a:xfrm>
          <a:prstGeom prst="rect">
            <a:avLst/>
          </a:prstGeom>
        </p:spPr>
        <p:txBody>
          <a:bodyPr lIns="91439" tIns="45719" rIns="91439" bIns="45719">
            <a:noAutofit/>
          </a:bodyPr>
          <a:lstStyle/>
          <a:p>
            <a:pPr/>
          </a:p>
        </p:txBody>
      </p:sp>
      <p:sp>
        <p:nvSpPr>
          <p:cNvPr id="46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Card (3)">
    <p:bg>
      <p:bgPr>
        <a:solidFill>
          <a:srgbClr val="FFFFFF"/>
        </a:solidFill>
      </p:bgPr>
    </p:bg>
    <p:spTree>
      <p:nvGrpSpPr>
        <p:cNvPr id="1" name=""/>
        <p:cNvGrpSpPr/>
        <p:nvPr/>
      </p:nvGrpSpPr>
      <p:grpSpPr>
        <a:xfrm>
          <a:off x="0" y="0"/>
          <a:ext cx="0" cy="0"/>
          <a:chOff x="0" y="0"/>
          <a:chExt cx="0" cy="0"/>
        </a:xfrm>
      </p:grpSpPr>
      <p:grpSp>
        <p:nvGrpSpPr>
          <p:cNvPr id="4632" name="Rectangle 1"/>
          <p:cNvGrpSpPr/>
          <p:nvPr/>
        </p:nvGrpSpPr>
        <p:grpSpPr>
          <a:xfrm>
            <a:off x="12287632" y="5878297"/>
            <a:ext cx="710311" cy="979707"/>
            <a:chOff x="0" y="0"/>
            <a:chExt cx="710309" cy="979705"/>
          </a:xfrm>
        </p:grpSpPr>
        <p:sp>
          <p:nvSpPr>
            <p:cNvPr id="4630"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3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4635" name="Rectangle 2"/>
          <p:cNvGrpSpPr/>
          <p:nvPr/>
        </p:nvGrpSpPr>
        <p:grpSpPr>
          <a:xfrm>
            <a:off x="12287631" y="4898603"/>
            <a:ext cx="710311" cy="979709"/>
            <a:chOff x="0" y="-1"/>
            <a:chExt cx="710309" cy="979708"/>
          </a:xfrm>
        </p:grpSpPr>
        <p:sp>
          <p:nvSpPr>
            <p:cNvPr id="4633"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34"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4638" name="Rectangle 3"/>
          <p:cNvGrpSpPr/>
          <p:nvPr/>
        </p:nvGrpSpPr>
        <p:grpSpPr>
          <a:xfrm>
            <a:off x="12287632" y="3918862"/>
            <a:ext cx="710311" cy="979706"/>
            <a:chOff x="0" y="0"/>
            <a:chExt cx="710309" cy="979705"/>
          </a:xfrm>
        </p:grpSpPr>
        <p:sp>
          <p:nvSpPr>
            <p:cNvPr id="4636"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3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4641" name="Rectangle 4"/>
          <p:cNvGrpSpPr/>
          <p:nvPr/>
        </p:nvGrpSpPr>
        <p:grpSpPr>
          <a:xfrm>
            <a:off x="12287631" y="2939171"/>
            <a:ext cx="710311" cy="979707"/>
            <a:chOff x="0" y="0"/>
            <a:chExt cx="710309" cy="979705"/>
          </a:xfrm>
        </p:grpSpPr>
        <p:sp>
          <p:nvSpPr>
            <p:cNvPr id="4639"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4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4644" name="Rectangle 5"/>
          <p:cNvGrpSpPr/>
          <p:nvPr/>
        </p:nvGrpSpPr>
        <p:grpSpPr>
          <a:xfrm>
            <a:off x="12287632" y="1959431"/>
            <a:ext cx="710311" cy="979707"/>
            <a:chOff x="0" y="0"/>
            <a:chExt cx="710309" cy="979705"/>
          </a:xfrm>
        </p:grpSpPr>
        <p:sp>
          <p:nvSpPr>
            <p:cNvPr id="4642"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4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4647" name="Rectangle 6"/>
          <p:cNvGrpSpPr/>
          <p:nvPr/>
        </p:nvGrpSpPr>
        <p:grpSpPr>
          <a:xfrm>
            <a:off x="12287631" y="979736"/>
            <a:ext cx="710311" cy="979707"/>
            <a:chOff x="0" y="0"/>
            <a:chExt cx="710309" cy="979705"/>
          </a:xfrm>
        </p:grpSpPr>
        <p:sp>
          <p:nvSpPr>
            <p:cNvPr id="4645"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46"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4650" name="Rectangle 7"/>
          <p:cNvGrpSpPr/>
          <p:nvPr/>
        </p:nvGrpSpPr>
        <p:grpSpPr>
          <a:xfrm>
            <a:off x="12287631" y="-2"/>
            <a:ext cx="710311" cy="979706"/>
            <a:chOff x="0" y="0"/>
            <a:chExt cx="710309" cy="979705"/>
          </a:xfrm>
        </p:grpSpPr>
        <p:sp>
          <p:nvSpPr>
            <p:cNvPr id="4648"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4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4653" name="Rectangle 8"/>
          <p:cNvGrpSpPr/>
          <p:nvPr/>
        </p:nvGrpSpPr>
        <p:grpSpPr>
          <a:xfrm>
            <a:off x="12997439" y="5715013"/>
            <a:ext cx="710311" cy="1142996"/>
            <a:chOff x="0" y="0"/>
            <a:chExt cx="710309" cy="1142994"/>
          </a:xfrm>
        </p:grpSpPr>
        <p:sp>
          <p:nvSpPr>
            <p:cNvPr id="4651"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5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4656" name="Rectangle 9"/>
          <p:cNvGrpSpPr/>
          <p:nvPr/>
        </p:nvGrpSpPr>
        <p:grpSpPr>
          <a:xfrm>
            <a:off x="12997439" y="4572032"/>
            <a:ext cx="710311" cy="1142996"/>
            <a:chOff x="0" y="0"/>
            <a:chExt cx="710309" cy="1142994"/>
          </a:xfrm>
        </p:grpSpPr>
        <p:sp>
          <p:nvSpPr>
            <p:cNvPr id="4654"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5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4659" name="Rectangle 10"/>
          <p:cNvGrpSpPr/>
          <p:nvPr/>
        </p:nvGrpSpPr>
        <p:grpSpPr>
          <a:xfrm>
            <a:off x="12997439" y="3428998"/>
            <a:ext cx="710311" cy="1142996"/>
            <a:chOff x="0" y="0"/>
            <a:chExt cx="710309" cy="1142994"/>
          </a:xfrm>
        </p:grpSpPr>
        <p:sp>
          <p:nvSpPr>
            <p:cNvPr id="4657"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5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4662" name="Rectangle 11"/>
          <p:cNvGrpSpPr/>
          <p:nvPr/>
        </p:nvGrpSpPr>
        <p:grpSpPr>
          <a:xfrm>
            <a:off x="12997439" y="2286017"/>
            <a:ext cx="710311" cy="1142996"/>
            <a:chOff x="0" y="0"/>
            <a:chExt cx="710309" cy="1142994"/>
          </a:xfrm>
        </p:grpSpPr>
        <p:sp>
          <p:nvSpPr>
            <p:cNvPr id="4660"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4665" name="Rectangle 12"/>
          <p:cNvGrpSpPr/>
          <p:nvPr/>
        </p:nvGrpSpPr>
        <p:grpSpPr>
          <a:xfrm>
            <a:off x="12997439" y="1142977"/>
            <a:ext cx="710311" cy="1142997"/>
            <a:chOff x="0" y="-1"/>
            <a:chExt cx="710309" cy="1142995"/>
          </a:xfrm>
        </p:grpSpPr>
        <p:sp>
          <p:nvSpPr>
            <p:cNvPr id="4663"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6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668" name="Rectangle 13"/>
          <p:cNvGrpSpPr/>
          <p:nvPr/>
        </p:nvGrpSpPr>
        <p:grpSpPr>
          <a:xfrm>
            <a:off x="13706754" y="-2365"/>
            <a:ext cx="710311" cy="1142995"/>
            <a:chOff x="0" y="0"/>
            <a:chExt cx="710309" cy="1142994"/>
          </a:xfrm>
        </p:grpSpPr>
        <p:sp>
          <p:nvSpPr>
            <p:cNvPr id="4666"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6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671" name="Rectangle 14"/>
          <p:cNvGrpSpPr/>
          <p:nvPr/>
        </p:nvGrpSpPr>
        <p:grpSpPr>
          <a:xfrm>
            <a:off x="13706756" y="5715013"/>
            <a:ext cx="710311" cy="1142996"/>
            <a:chOff x="0" y="0"/>
            <a:chExt cx="710309" cy="1142994"/>
          </a:xfrm>
        </p:grpSpPr>
        <p:sp>
          <p:nvSpPr>
            <p:cNvPr id="4669"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674" name="Rectangle 15"/>
          <p:cNvGrpSpPr/>
          <p:nvPr/>
        </p:nvGrpSpPr>
        <p:grpSpPr>
          <a:xfrm>
            <a:off x="13706754" y="4572032"/>
            <a:ext cx="710311" cy="1142996"/>
            <a:chOff x="0" y="0"/>
            <a:chExt cx="710309" cy="1142994"/>
          </a:xfrm>
        </p:grpSpPr>
        <p:sp>
          <p:nvSpPr>
            <p:cNvPr id="4672"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7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677" name="Rectangle 16"/>
          <p:cNvGrpSpPr/>
          <p:nvPr/>
        </p:nvGrpSpPr>
        <p:grpSpPr>
          <a:xfrm>
            <a:off x="12996453" y="-1157"/>
            <a:ext cx="710311" cy="1142995"/>
            <a:chOff x="0" y="0"/>
            <a:chExt cx="710309" cy="1142994"/>
          </a:xfrm>
        </p:grpSpPr>
        <p:sp>
          <p:nvSpPr>
            <p:cNvPr id="4675"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7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680" name="Rectangle 17"/>
          <p:cNvGrpSpPr/>
          <p:nvPr/>
        </p:nvGrpSpPr>
        <p:grpSpPr>
          <a:xfrm>
            <a:off x="13706754" y="2286017"/>
            <a:ext cx="710311" cy="1142996"/>
            <a:chOff x="0" y="0"/>
            <a:chExt cx="710309" cy="1142994"/>
          </a:xfrm>
        </p:grpSpPr>
        <p:sp>
          <p:nvSpPr>
            <p:cNvPr id="4678"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683" name="Rectangle 18"/>
          <p:cNvGrpSpPr/>
          <p:nvPr/>
        </p:nvGrpSpPr>
        <p:grpSpPr>
          <a:xfrm>
            <a:off x="13706756" y="1142977"/>
            <a:ext cx="710311" cy="1142997"/>
            <a:chOff x="0" y="-1"/>
            <a:chExt cx="710309" cy="1142995"/>
          </a:xfrm>
        </p:grpSpPr>
        <p:sp>
          <p:nvSpPr>
            <p:cNvPr id="4681"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8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686" name="Rectangle 19"/>
          <p:cNvGrpSpPr/>
          <p:nvPr/>
        </p:nvGrpSpPr>
        <p:grpSpPr>
          <a:xfrm>
            <a:off x="13706754" y="3427836"/>
            <a:ext cx="710311" cy="1142996"/>
            <a:chOff x="0" y="0"/>
            <a:chExt cx="710309" cy="1142994"/>
          </a:xfrm>
        </p:grpSpPr>
        <p:sp>
          <p:nvSpPr>
            <p:cNvPr id="4684"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68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687" name="Body Level One…"/>
          <p:cNvSpPr txBox="1"/>
          <p:nvPr>
            <p:ph type="body" idx="1" hasCustomPrompt="1"/>
          </p:nvPr>
        </p:nvSpPr>
        <p:spPr>
          <a:xfrm>
            <a:off x="1762617" y="190498"/>
            <a:ext cx="10238389" cy="5474157"/>
          </a:xfrm>
          <a:prstGeom prst="rect">
            <a:avLst/>
          </a:prstGeo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a:r>
              <a:t>Presentation title</a:t>
            </a:r>
          </a:p>
          <a:p>
            <a:pPr lvl="1"/>
            <a:r>
              <a:t/>
            </a:r>
          </a:p>
          <a:p>
            <a:pPr lvl="2"/>
            <a:r>
              <a:t/>
            </a:r>
          </a:p>
          <a:p>
            <a:pPr lvl="3"/>
            <a:r>
              <a:t/>
            </a:r>
          </a:p>
          <a:p>
            <a:pPr lvl="4"/>
            <a:r>
              <a:t/>
            </a:r>
          </a:p>
        </p:txBody>
      </p:sp>
      <p:sp>
        <p:nvSpPr>
          <p:cNvPr id="4688" name="Text Placeholder 23"/>
          <p:cNvSpPr/>
          <p:nvPr>
            <p:ph type="body" sz="quarter" idx="21" hasCustomPrompt="1"/>
          </p:nvPr>
        </p:nvSpPr>
        <p:spPr>
          <a:xfrm>
            <a:off x="2729699" y="5992307"/>
            <a:ext cx="2180977"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689" name="Text Placeholder 23"/>
          <p:cNvSpPr/>
          <p:nvPr>
            <p:ph type="body" sz="quarter" idx="22" hasCustomPrompt="1"/>
          </p:nvPr>
        </p:nvSpPr>
        <p:spPr>
          <a:xfrm>
            <a:off x="2729699" y="6268075"/>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690" name="Text Placeholder 23"/>
          <p:cNvSpPr/>
          <p:nvPr>
            <p:ph type="body" sz="quarter" idx="23" hasCustomPrompt="1"/>
          </p:nvPr>
        </p:nvSpPr>
        <p:spPr>
          <a:xfrm>
            <a:off x="2729699" y="6542992"/>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691" name="Text Placeholder 23"/>
          <p:cNvSpPr/>
          <p:nvPr>
            <p:ph type="body" sz="quarter" idx="24" hasCustomPrompt="1"/>
          </p:nvPr>
        </p:nvSpPr>
        <p:spPr>
          <a:xfrm>
            <a:off x="6276997" y="5992307"/>
            <a:ext cx="2180977"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692" name="Text Placeholder 23"/>
          <p:cNvSpPr/>
          <p:nvPr>
            <p:ph type="body" sz="quarter" idx="25" hasCustomPrompt="1"/>
          </p:nvPr>
        </p:nvSpPr>
        <p:spPr>
          <a:xfrm>
            <a:off x="6276997" y="6268075"/>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693" name="Text Placeholder 23"/>
          <p:cNvSpPr/>
          <p:nvPr>
            <p:ph type="body" sz="quarter" idx="26" hasCustomPrompt="1"/>
          </p:nvPr>
        </p:nvSpPr>
        <p:spPr>
          <a:xfrm>
            <a:off x="6276997" y="6542992"/>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694" name="Text Placeholder 23"/>
          <p:cNvSpPr/>
          <p:nvPr>
            <p:ph type="body" sz="quarter" idx="27" hasCustomPrompt="1"/>
          </p:nvPr>
        </p:nvSpPr>
        <p:spPr>
          <a:xfrm>
            <a:off x="9818306" y="5992307"/>
            <a:ext cx="2180977"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695" name="Text Placeholder 23"/>
          <p:cNvSpPr/>
          <p:nvPr>
            <p:ph type="body" sz="quarter" idx="28" hasCustomPrompt="1"/>
          </p:nvPr>
        </p:nvSpPr>
        <p:spPr>
          <a:xfrm>
            <a:off x="9818306" y="6268075"/>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696" name="Text Placeholder 23"/>
          <p:cNvSpPr/>
          <p:nvPr>
            <p:ph type="body" sz="quarter" idx="29" hasCustomPrompt="1"/>
          </p:nvPr>
        </p:nvSpPr>
        <p:spPr>
          <a:xfrm>
            <a:off x="9818306" y="6542992"/>
            <a:ext cx="2180977"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pic>
        <p:nvPicPr>
          <p:cNvPr id="4697" name="Picture 17" descr="Picture 17"/>
          <p:cNvPicPr>
            <a:picLocks noChangeAspect="1"/>
          </p:cNvPicPr>
          <p:nvPr/>
        </p:nvPicPr>
        <p:blipFill>
          <a:blip r:embed="rId2">
            <a:extLst/>
          </a:blip>
          <a:stretch>
            <a:fillRect/>
          </a:stretch>
        </p:blipFill>
        <p:spPr>
          <a:xfrm>
            <a:off x="0" y="0"/>
            <a:ext cx="1574800" cy="6858000"/>
          </a:xfrm>
          <a:prstGeom prst="rect">
            <a:avLst/>
          </a:prstGeom>
          <a:ln w="12700">
            <a:miter lim="400000"/>
          </a:ln>
        </p:spPr>
      </p:pic>
      <p:sp>
        <p:nvSpPr>
          <p:cNvPr id="4698" name="Rectangle 18"/>
          <p:cNvSpPr/>
          <p:nvPr/>
        </p:nvSpPr>
        <p:spPr>
          <a:xfrm rot="5400000">
            <a:off x="6863525" y="539756"/>
            <a:ext cx="36580" cy="10614029"/>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699" name="Rectangle 19"/>
          <p:cNvSpPr/>
          <p:nvPr/>
        </p:nvSpPr>
        <p:spPr>
          <a:xfrm>
            <a:off x="5093680" y="5828481"/>
            <a:ext cx="36580" cy="1029522"/>
          </a:xfrm>
          <a:prstGeom prst="rect">
            <a:avLst/>
          </a:prstGeom>
          <a:solidFill>
            <a:srgbClr val="08872B"/>
          </a:solidFill>
          <a:ln w="12700">
            <a:miter lim="400000"/>
          </a:ln>
        </p:spPr>
        <p:txBody>
          <a:bodyPr lIns="45718" tIns="45718" rIns="45718" bIns="45718" anchor="ctr"/>
          <a:lstStyle/>
          <a:p>
            <a:pPr algn="ctr">
              <a:defRPr>
                <a:solidFill>
                  <a:srgbClr val="FFFFFF"/>
                </a:solidFill>
              </a:defRPr>
            </a:pPr>
          </a:p>
        </p:txBody>
      </p:sp>
      <p:sp>
        <p:nvSpPr>
          <p:cNvPr id="4700" name="Rectangle 20"/>
          <p:cNvSpPr/>
          <p:nvPr/>
        </p:nvSpPr>
        <p:spPr>
          <a:xfrm>
            <a:off x="8641250" y="5828481"/>
            <a:ext cx="36580" cy="1029522"/>
          </a:xfrm>
          <a:prstGeom prst="rect">
            <a:avLst/>
          </a:prstGeom>
          <a:solidFill>
            <a:srgbClr val="08872B"/>
          </a:solidFill>
          <a:ln w="12700">
            <a:miter lim="400000"/>
          </a:ln>
        </p:spPr>
        <p:txBody>
          <a:bodyPr lIns="45718" tIns="45718" rIns="45718" bIns="45718" anchor="ctr"/>
          <a:lstStyle/>
          <a:p>
            <a:pPr algn="ctr">
              <a:defRPr>
                <a:solidFill>
                  <a:srgbClr val="FFFFFF"/>
                </a:solidFill>
              </a:defRPr>
            </a:pPr>
          </a:p>
        </p:txBody>
      </p:sp>
      <p:sp>
        <p:nvSpPr>
          <p:cNvPr id="4701" name="Google Shape;179;p20"/>
          <p:cNvSpPr/>
          <p:nvPr>
            <p:ph type="pic" sz="quarter" idx="30"/>
          </p:nvPr>
        </p:nvSpPr>
        <p:spPr>
          <a:xfrm>
            <a:off x="1585952" y="5865057"/>
            <a:ext cx="980110" cy="994557"/>
          </a:xfrm>
          <a:prstGeom prst="rect">
            <a:avLst/>
          </a:prstGeom>
        </p:spPr>
        <p:txBody>
          <a:bodyPr lIns="91439" tIns="45719" rIns="91439" bIns="45719">
            <a:noAutofit/>
          </a:bodyPr>
          <a:lstStyle/>
          <a:p>
            <a:pPr/>
          </a:p>
        </p:txBody>
      </p:sp>
      <p:sp>
        <p:nvSpPr>
          <p:cNvPr id="4702" name="Google Shape;179;p20"/>
          <p:cNvSpPr/>
          <p:nvPr>
            <p:ph type="pic" sz="quarter" idx="31"/>
          </p:nvPr>
        </p:nvSpPr>
        <p:spPr>
          <a:xfrm>
            <a:off x="5125465" y="5865057"/>
            <a:ext cx="980110" cy="994557"/>
          </a:xfrm>
          <a:prstGeom prst="rect">
            <a:avLst/>
          </a:prstGeom>
        </p:spPr>
        <p:txBody>
          <a:bodyPr lIns="91439" tIns="45719" rIns="91439" bIns="45719">
            <a:noAutofit/>
          </a:bodyPr>
          <a:lstStyle/>
          <a:p>
            <a:pPr/>
          </a:p>
        </p:txBody>
      </p:sp>
      <p:sp>
        <p:nvSpPr>
          <p:cNvPr id="4703" name="Google Shape;179;p20"/>
          <p:cNvSpPr/>
          <p:nvPr>
            <p:ph type="pic" sz="quarter" idx="32"/>
          </p:nvPr>
        </p:nvSpPr>
        <p:spPr>
          <a:xfrm>
            <a:off x="8677826" y="5865057"/>
            <a:ext cx="980110" cy="994557"/>
          </a:xfrm>
          <a:prstGeom prst="rect">
            <a:avLst/>
          </a:prstGeom>
        </p:spPr>
        <p:txBody>
          <a:bodyPr lIns="91439" tIns="45719" rIns="91439" bIns="45719">
            <a:noAutofit/>
          </a:bodyPr>
          <a:lstStyle/>
          <a:p>
            <a:pPr/>
          </a:p>
        </p:txBody>
      </p:sp>
      <p:sp>
        <p:nvSpPr>
          <p:cNvPr id="47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Card (2)">
    <p:bg>
      <p:bgPr>
        <a:solidFill>
          <a:srgbClr val="FFFFFF"/>
        </a:solidFill>
      </p:bgPr>
    </p:bg>
    <p:spTree>
      <p:nvGrpSpPr>
        <p:cNvPr id="1" name=""/>
        <p:cNvGrpSpPr/>
        <p:nvPr/>
      </p:nvGrpSpPr>
      <p:grpSpPr>
        <a:xfrm>
          <a:off x="0" y="0"/>
          <a:ext cx="0" cy="0"/>
          <a:chOff x="0" y="0"/>
          <a:chExt cx="0" cy="0"/>
        </a:xfrm>
      </p:grpSpPr>
      <p:grpSp>
        <p:nvGrpSpPr>
          <p:cNvPr id="4713" name="Rectangle 1"/>
          <p:cNvGrpSpPr/>
          <p:nvPr/>
        </p:nvGrpSpPr>
        <p:grpSpPr>
          <a:xfrm>
            <a:off x="12287632" y="5878297"/>
            <a:ext cx="710311" cy="979707"/>
            <a:chOff x="0" y="0"/>
            <a:chExt cx="710309" cy="979705"/>
          </a:xfrm>
        </p:grpSpPr>
        <p:sp>
          <p:nvSpPr>
            <p:cNvPr id="471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1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4716" name="Rectangle 2"/>
          <p:cNvGrpSpPr/>
          <p:nvPr/>
        </p:nvGrpSpPr>
        <p:grpSpPr>
          <a:xfrm>
            <a:off x="12287631" y="4898603"/>
            <a:ext cx="710311" cy="979709"/>
            <a:chOff x="0" y="-1"/>
            <a:chExt cx="710309" cy="979708"/>
          </a:xfrm>
        </p:grpSpPr>
        <p:sp>
          <p:nvSpPr>
            <p:cNvPr id="471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1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4719" name="Rectangle 3"/>
          <p:cNvGrpSpPr/>
          <p:nvPr/>
        </p:nvGrpSpPr>
        <p:grpSpPr>
          <a:xfrm>
            <a:off x="12287632" y="3918862"/>
            <a:ext cx="710311" cy="979706"/>
            <a:chOff x="0" y="0"/>
            <a:chExt cx="710309" cy="979705"/>
          </a:xfrm>
        </p:grpSpPr>
        <p:sp>
          <p:nvSpPr>
            <p:cNvPr id="471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1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4722" name="Rectangle 4"/>
          <p:cNvGrpSpPr/>
          <p:nvPr/>
        </p:nvGrpSpPr>
        <p:grpSpPr>
          <a:xfrm>
            <a:off x="12287631" y="2939171"/>
            <a:ext cx="710311" cy="979707"/>
            <a:chOff x="0" y="0"/>
            <a:chExt cx="710309" cy="979705"/>
          </a:xfrm>
        </p:grpSpPr>
        <p:sp>
          <p:nvSpPr>
            <p:cNvPr id="472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2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4725" name="Rectangle 5"/>
          <p:cNvGrpSpPr/>
          <p:nvPr/>
        </p:nvGrpSpPr>
        <p:grpSpPr>
          <a:xfrm>
            <a:off x="12287632" y="1959431"/>
            <a:ext cx="710311" cy="979707"/>
            <a:chOff x="0" y="0"/>
            <a:chExt cx="710309" cy="979705"/>
          </a:xfrm>
        </p:grpSpPr>
        <p:sp>
          <p:nvSpPr>
            <p:cNvPr id="472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2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4728" name="Rectangle 6"/>
          <p:cNvGrpSpPr/>
          <p:nvPr/>
        </p:nvGrpSpPr>
        <p:grpSpPr>
          <a:xfrm>
            <a:off x="12287631" y="979736"/>
            <a:ext cx="710311" cy="979707"/>
            <a:chOff x="0" y="0"/>
            <a:chExt cx="710309" cy="979705"/>
          </a:xfrm>
        </p:grpSpPr>
        <p:sp>
          <p:nvSpPr>
            <p:cNvPr id="472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2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4731" name="Rectangle 7"/>
          <p:cNvGrpSpPr/>
          <p:nvPr/>
        </p:nvGrpSpPr>
        <p:grpSpPr>
          <a:xfrm>
            <a:off x="12287631" y="-2"/>
            <a:ext cx="710311" cy="979706"/>
            <a:chOff x="0" y="0"/>
            <a:chExt cx="710309" cy="979705"/>
          </a:xfrm>
        </p:grpSpPr>
        <p:sp>
          <p:nvSpPr>
            <p:cNvPr id="472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3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4734" name="Rectangle 8"/>
          <p:cNvGrpSpPr/>
          <p:nvPr/>
        </p:nvGrpSpPr>
        <p:grpSpPr>
          <a:xfrm>
            <a:off x="12997439" y="5715013"/>
            <a:ext cx="710311" cy="1142996"/>
            <a:chOff x="0" y="0"/>
            <a:chExt cx="710309" cy="1142994"/>
          </a:xfrm>
        </p:grpSpPr>
        <p:sp>
          <p:nvSpPr>
            <p:cNvPr id="473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4737" name="Rectangle 9"/>
          <p:cNvGrpSpPr/>
          <p:nvPr/>
        </p:nvGrpSpPr>
        <p:grpSpPr>
          <a:xfrm>
            <a:off x="12997439" y="4572032"/>
            <a:ext cx="710311" cy="1142996"/>
            <a:chOff x="0" y="0"/>
            <a:chExt cx="710309" cy="1142994"/>
          </a:xfrm>
        </p:grpSpPr>
        <p:sp>
          <p:nvSpPr>
            <p:cNvPr id="473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3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4740" name="Rectangle 10"/>
          <p:cNvGrpSpPr/>
          <p:nvPr/>
        </p:nvGrpSpPr>
        <p:grpSpPr>
          <a:xfrm>
            <a:off x="12997439" y="3428998"/>
            <a:ext cx="710311" cy="1142996"/>
            <a:chOff x="0" y="0"/>
            <a:chExt cx="710309" cy="1142994"/>
          </a:xfrm>
        </p:grpSpPr>
        <p:sp>
          <p:nvSpPr>
            <p:cNvPr id="473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3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4743" name="Rectangle 11"/>
          <p:cNvGrpSpPr/>
          <p:nvPr/>
        </p:nvGrpSpPr>
        <p:grpSpPr>
          <a:xfrm>
            <a:off x="12997439" y="2286017"/>
            <a:ext cx="710311" cy="1142996"/>
            <a:chOff x="0" y="0"/>
            <a:chExt cx="710309" cy="1142994"/>
          </a:xfrm>
        </p:grpSpPr>
        <p:sp>
          <p:nvSpPr>
            <p:cNvPr id="474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4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4746" name="Rectangle 12"/>
          <p:cNvGrpSpPr/>
          <p:nvPr/>
        </p:nvGrpSpPr>
        <p:grpSpPr>
          <a:xfrm>
            <a:off x="12997439" y="1142977"/>
            <a:ext cx="710311" cy="1142997"/>
            <a:chOff x="0" y="-1"/>
            <a:chExt cx="710309" cy="1142995"/>
          </a:xfrm>
        </p:grpSpPr>
        <p:sp>
          <p:nvSpPr>
            <p:cNvPr id="474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4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749" name="Rectangle 13"/>
          <p:cNvGrpSpPr/>
          <p:nvPr/>
        </p:nvGrpSpPr>
        <p:grpSpPr>
          <a:xfrm>
            <a:off x="13706754" y="-2365"/>
            <a:ext cx="710311" cy="1142995"/>
            <a:chOff x="0" y="0"/>
            <a:chExt cx="710309" cy="1142994"/>
          </a:xfrm>
        </p:grpSpPr>
        <p:sp>
          <p:nvSpPr>
            <p:cNvPr id="474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4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752" name="Rectangle 14"/>
          <p:cNvGrpSpPr/>
          <p:nvPr/>
        </p:nvGrpSpPr>
        <p:grpSpPr>
          <a:xfrm>
            <a:off x="13706756" y="5715013"/>
            <a:ext cx="710311" cy="1142996"/>
            <a:chOff x="0" y="0"/>
            <a:chExt cx="710309" cy="1142994"/>
          </a:xfrm>
        </p:grpSpPr>
        <p:sp>
          <p:nvSpPr>
            <p:cNvPr id="475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755" name="Rectangle 15"/>
          <p:cNvGrpSpPr/>
          <p:nvPr/>
        </p:nvGrpSpPr>
        <p:grpSpPr>
          <a:xfrm>
            <a:off x="13706754" y="4572032"/>
            <a:ext cx="710311" cy="1142996"/>
            <a:chOff x="0" y="0"/>
            <a:chExt cx="710309" cy="1142994"/>
          </a:xfrm>
        </p:grpSpPr>
        <p:sp>
          <p:nvSpPr>
            <p:cNvPr id="475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758" name="Rectangle 16"/>
          <p:cNvGrpSpPr/>
          <p:nvPr/>
        </p:nvGrpSpPr>
        <p:grpSpPr>
          <a:xfrm>
            <a:off x="12996453" y="-1157"/>
            <a:ext cx="710311" cy="1142995"/>
            <a:chOff x="0" y="0"/>
            <a:chExt cx="710309" cy="1142994"/>
          </a:xfrm>
        </p:grpSpPr>
        <p:sp>
          <p:nvSpPr>
            <p:cNvPr id="475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761" name="Rectangle 17"/>
          <p:cNvGrpSpPr/>
          <p:nvPr/>
        </p:nvGrpSpPr>
        <p:grpSpPr>
          <a:xfrm>
            <a:off x="13706754" y="2286017"/>
            <a:ext cx="710311" cy="1142996"/>
            <a:chOff x="0" y="0"/>
            <a:chExt cx="710309" cy="1142994"/>
          </a:xfrm>
        </p:grpSpPr>
        <p:sp>
          <p:nvSpPr>
            <p:cNvPr id="475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764" name="Rectangle 18"/>
          <p:cNvGrpSpPr/>
          <p:nvPr/>
        </p:nvGrpSpPr>
        <p:grpSpPr>
          <a:xfrm>
            <a:off x="13706756" y="1142977"/>
            <a:ext cx="710311" cy="1142997"/>
            <a:chOff x="0" y="-1"/>
            <a:chExt cx="710309" cy="1142995"/>
          </a:xfrm>
        </p:grpSpPr>
        <p:sp>
          <p:nvSpPr>
            <p:cNvPr id="476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6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767" name="Rectangle 19"/>
          <p:cNvGrpSpPr/>
          <p:nvPr/>
        </p:nvGrpSpPr>
        <p:grpSpPr>
          <a:xfrm>
            <a:off x="13706754" y="3427836"/>
            <a:ext cx="710311" cy="1142996"/>
            <a:chOff x="0" y="0"/>
            <a:chExt cx="710309" cy="1142994"/>
          </a:xfrm>
        </p:grpSpPr>
        <p:sp>
          <p:nvSpPr>
            <p:cNvPr id="476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768" name="Body Level One…"/>
          <p:cNvSpPr txBox="1"/>
          <p:nvPr>
            <p:ph type="body" idx="1" hasCustomPrompt="1"/>
          </p:nvPr>
        </p:nvSpPr>
        <p:spPr>
          <a:xfrm>
            <a:off x="1762617" y="190500"/>
            <a:ext cx="10238389" cy="5474154"/>
          </a:xfrm>
          <a:prstGeom prst="rect">
            <a:avLst/>
          </a:prstGeo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a:r>
              <a:t>Presentation title</a:t>
            </a:r>
          </a:p>
          <a:p>
            <a:pPr lvl="1"/>
            <a:r>
              <a:t/>
            </a:r>
          </a:p>
          <a:p>
            <a:pPr lvl="2"/>
            <a:r>
              <a:t/>
            </a:r>
          </a:p>
          <a:p>
            <a:pPr lvl="3"/>
            <a:r>
              <a:t/>
            </a:r>
          </a:p>
          <a:p>
            <a:pPr lvl="4"/>
            <a:r>
              <a:t/>
            </a:r>
          </a:p>
        </p:txBody>
      </p:sp>
      <p:pic>
        <p:nvPicPr>
          <p:cNvPr id="4769" name="Picture 8" descr="Picture 8"/>
          <p:cNvPicPr>
            <a:picLocks noChangeAspect="1"/>
          </p:cNvPicPr>
          <p:nvPr/>
        </p:nvPicPr>
        <p:blipFill>
          <a:blip r:embed="rId2">
            <a:extLst/>
          </a:blip>
          <a:stretch>
            <a:fillRect/>
          </a:stretch>
        </p:blipFill>
        <p:spPr>
          <a:xfrm>
            <a:off x="0" y="0"/>
            <a:ext cx="1574800" cy="6858000"/>
          </a:xfrm>
          <a:prstGeom prst="rect">
            <a:avLst/>
          </a:prstGeom>
          <a:ln w="12700">
            <a:miter lim="400000"/>
          </a:ln>
        </p:spPr>
      </p:pic>
      <p:sp>
        <p:nvSpPr>
          <p:cNvPr id="4770" name="Text Placeholder 23"/>
          <p:cNvSpPr/>
          <p:nvPr>
            <p:ph type="body" sz="quarter" idx="21" hasCustomPrompt="1"/>
          </p:nvPr>
        </p:nvSpPr>
        <p:spPr>
          <a:xfrm>
            <a:off x="2729699" y="5992307"/>
            <a:ext cx="3948825"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771" name="Text Placeholder 23"/>
          <p:cNvSpPr/>
          <p:nvPr>
            <p:ph type="body" sz="quarter" idx="22" hasCustomPrompt="1"/>
          </p:nvPr>
        </p:nvSpPr>
        <p:spPr>
          <a:xfrm>
            <a:off x="2729699" y="6268075"/>
            <a:ext cx="3948825"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772" name="Text Placeholder 23"/>
          <p:cNvSpPr/>
          <p:nvPr>
            <p:ph type="body" sz="quarter" idx="23" hasCustomPrompt="1"/>
          </p:nvPr>
        </p:nvSpPr>
        <p:spPr>
          <a:xfrm>
            <a:off x="2729699" y="6542992"/>
            <a:ext cx="3948825"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773" name="Text Placeholder 23"/>
          <p:cNvSpPr/>
          <p:nvPr>
            <p:ph type="body" sz="quarter" idx="24" hasCustomPrompt="1"/>
          </p:nvPr>
        </p:nvSpPr>
        <p:spPr>
          <a:xfrm>
            <a:off x="8052182" y="5992307"/>
            <a:ext cx="3948825"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774" name="Text Placeholder 23"/>
          <p:cNvSpPr/>
          <p:nvPr>
            <p:ph type="body" sz="quarter" idx="25" hasCustomPrompt="1"/>
          </p:nvPr>
        </p:nvSpPr>
        <p:spPr>
          <a:xfrm>
            <a:off x="8052182" y="6268075"/>
            <a:ext cx="3948825"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775" name="Text Placeholder 23"/>
          <p:cNvSpPr/>
          <p:nvPr>
            <p:ph type="body" sz="quarter" idx="26" hasCustomPrompt="1"/>
          </p:nvPr>
        </p:nvSpPr>
        <p:spPr>
          <a:xfrm>
            <a:off x="8052182" y="6542992"/>
            <a:ext cx="3948825"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776" name="Rectangle 19"/>
          <p:cNvSpPr/>
          <p:nvPr/>
        </p:nvSpPr>
        <p:spPr>
          <a:xfrm rot="5400000">
            <a:off x="6863525" y="539756"/>
            <a:ext cx="36580" cy="10614029"/>
          </a:xfrm>
          <a:prstGeom prst="rect">
            <a:avLst/>
          </a:prstGeom>
          <a:solidFill>
            <a:schemeClr val="accent1"/>
          </a:solidFill>
          <a:ln w="12700">
            <a:miter lim="400000"/>
          </a:ln>
        </p:spPr>
        <p:txBody>
          <a:bodyPr lIns="45718" tIns="45718" rIns="45718" bIns="45718" anchor="ctr"/>
          <a:lstStyle/>
          <a:p>
            <a:pPr algn="ctr">
              <a:defRPr>
                <a:solidFill>
                  <a:srgbClr val="08872B"/>
                </a:solidFill>
              </a:defRPr>
            </a:pPr>
          </a:p>
        </p:txBody>
      </p:sp>
      <p:sp>
        <p:nvSpPr>
          <p:cNvPr id="4777" name="Rectangle 20"/>
          <p:cNvSpPr/>
          <p:nvPr/>
        </p:nvSpPr>
        <p:spPr>
          <a:xfrm>
            <a:off x="6867466" y="5828481"/>
            <a:ext cx="36580" cy="1029522"/>
          </a:xfrm>
          <a:prstGeom prst="rect">
            <a:avLst/>
          </a:prstGeom>
          <a:solidFill>
            <a:srgbClr val="08872B"/>
          </a:solidFill>
          <a:ln w="12700">
            <a:miter lim="400000"/>
          </a:ln>
        </p:spPr>
        <p:txBody>
          <a:bodyPr lIns="45718" tIns="45718" rIns="45718" bIns="45718" anchor="ctr"/>
          <a:lstStyle/>
          <a:p>
            <a:pPr algn="ctr">
              <a:defRPr>
                <a:solidFill>
                  <a:srgbClr val="08872B"/>
                </a:solidFill>
              </a:defRPr>
            </a:pPr>
          </a:p>
        </p:txBody>
      </p:sp>
      <p:sp>
        <p:nvSpPr>
          <p:cNvPr id="4778" name="Google Shape;179;p20"/>
          <p:cNvSpPr/>
          <p:nvPr>
            <p:ph type="pic" sz="quarter" idx="27"/>
          </p:nvPr>
        </p:nvSpPr>
        <p:spPr>
          <a:xfrm>
            <a:off x="1585952" y="5865057"/>
            <a:ext cx="980110" cy="994557"/>
          </a:xfrm>
          <a:prstGeom prst="rect">
            <a:avLst/>
          </a:prstGeom>
        </p:spPr>
        <p:txBody>
          <a:bodyPr lIns="91439" tIns="45719" rIns="91439" bIns="45719">
            <a:noAutofit/>
          </a:bodyPr>
          <a:lstStyle/>
          <a:p>
            <a:pPr/>
          </a:p>
        </p:txBody>
      </p:sp>
      <p:sp>
        <p:nvSpPr>
          <p:cNvPr id="4779" name="Google Shape;179;p20"/>
          <p:cNvSpPr/>
          <p:nvPr>
            <p:ph type="pic" sz="quarter" idx="28"/>
          </p:nvPr>
        </p:nvSpPr>
        <p:spPr>
          <a:xfrm>
            <a:off x="6904042" y="5865057"/>
            <a:ext cx="980110" cy="994557"/>
          </a:xfrm>
          <a:prstGeom prst="rect">
            <a:avLst/>
          </a:prstGeom>
        </p:spPr>
        <p:txBody>
          <a:bodyPr lIns="91439" tIns="45719" rIns="91439" bIns="45719">
            <a:noAutofit/>
          </a:bodyPr>
          <a:lstStyle/>
          <a:p>
            <a:pPr/>
          </a:p>
        </p:txBody>
      </p:sp>
      <p:sp>
        <p:nvSpPr>
          <p:cNvPr id="478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Card (1)">
    <p:bg>
      <p:bgPr>
        <a:solidFill>
          <a:srgbClr val="FFFFFF"/>
        </a:solidFill>
      </p:bgPr>
    </p:bg>
    <p:spTree>
      <p:nvGrpSpPr>
        <p:cNvPr id="1" name=""/>
        <p:cNvGrpSpPr/>
        <p:nvPr/>
      </p:nvGrpSpPr>
      <p:grpSpPr>
        <a:xfrm>
          <a:off x="0" y="0"/>
          <a:ext cx="0" cy="0"/>
          <a:chOff x="0" y="0"/>
          <a:chExt cx="0" cy="0"/>
        </a:xfrm>
      </p:grpSpPr>
      <p:grpSp>
        <p:nvGrpSpPr>
          <p:cNvPr id="4789" name="Rectangle 1"/>
          <p:cNvGrpSpPr/>
          <p:nvPr/>
        </p:nvGrpSpPr>
        <p:grpSpPr>
          <a:xfrm>
            <a:off x="12287632" y="5878297"/>
            <a:ext cx="710311" cy="979707"/>
            <a:chOff x="0" y="0"/>
            <a:chExt cx="710309" cy="979705"/>
          </a:xfrm>
        </p:grpSpPr>
        <p:sp>
          <p:nvSpPr>
            <p:cNvPr id="4787"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8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4792" name="Rectangle 2"/>
          <p:cNvGrpSpPr/>
          <p:nvPr/>
        </p:nvGrpSpPr>
        <p:grpSpPr>
          <a:xfrm>
            <a:off x="12287631" y="4898603"/>
            <a:ext cx="710311" cy="979709"/>
            <a:chOff x="0" y="-1"/>
            <a:chExt cx="710309" cy="979708"/>
          </a:xfrm>
        </p:grpSpPr>
        <p:sp>
          <p:nvSpPr>
            <p:cNvPr id="4790"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91"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4795" name="Rectangle 3"/>
          <p:cNvGrpSpPr/>
          <p:nvPr/>
        </p:nvGrpSpPr>
        <p:grpSpPr>
          <a:xfrm>
            <a:off x="12287632" y="3918862"/>
            <a:ext cx="710311" cy="979706"/>
            <a:chOff x="0" y="0"/>
            <a:chExt cx="710309" cy="979705"/>
          </a:xfrm>
        </p:grpSpPr>
        <p:sp>
          <p:nvSpPr>
            <p:cNvPr id="4793"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9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4798" name="Rectangle 4"/>
          <p:cNvGrpSpPr/>
          <p:nvPr/>
        </p:nvGrpSpPr>
        <p:grpSpPr>
          <a:xfrm>
            <a:off x="12287631" y="2939171"/>
            <a:ext cx="710311" cy="979707"/>
            <a:chOff x="0" y="0"/>
            <a:chExt cx="710309" cy="979705"/>
          </a:xfrm>
        </p:grpSpPr>
        <p:sp>
          <p:nvSpPr>
            <p:cNvPr id="4796"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79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4801" name="Rectangle 5"/>
          <p:cNvGrpSpPr/>
          <p:nvPr/>
        </p:nvGrpSpPr>
        <p:grpSpPr>
          <a:xfrm>
            <a:off x="12287632" y="1959431"/>
            <a:ext cx="710311" cy="979707"/>
            <a:chOff x="0" y="0"/>
            <a:chExt cx="710309" cy="979705"/>
          </a:xfrm>
        </p:grpSpPr>
        <p:sp>
          <p:nvSpPr>
            <p:cNvPr id="4799"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0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4804" name="Rectangle 6"/>
          <p:cNvGrpSpPr/>
          <p:nvPr/>
        </p:nvGrpSpPr>
        <p:grpSpPr>
          <a:xfrm>
            <a:off x="12287631" y="979736"/>
            <a:ext cx="710311" cy="979707"/>
            <a:chOff x="0" y="0"/>
            <a:chExt cx="710309" cy="979705"/>
          </a:xfrm>
        </p:grpSpPr>
        <p:sp>
          <p:nvSpPr>
            <p:cNvPr id="4802"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03"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4807" name="Rectangle 7"/>
          <p:cNvGrpSpPr/>
          <p:nvPr/>
        </p:nvGrpSpPr>
        <p:grpSpPr>
          <a:xfrm>
            <a:off x="12287631" y="-2"/>
            <a:ext cx="710311" cy="979706"/>
            <a:chOff x="0" y="0"/>
            <a:chExt cx="710309" cy="979705"/>
          </a:xfrm>
        </p:grpSpPr>
        <p:sp>
          <p:nvSpPr>
            <p:cNvPr id="4805"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0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4810" name="Rectangle 8"/>
          <p:cNvGrpSpPr/>
          <p:nvPr/>
        </p:nvGrpSpPr>
        <p:grpSpPr>
          <a:xfrm>
            <a:off x="12997439" y="5715013"/>
            <a:ext cx="710311" cy="1142996"/>
            <a:chOff x="0" y="0"/>
            <a:chExt cx="710309" cy="1142994"/>
          </a:xfrm>
        </p:grpSpPr>
        <p:sp>
          <p:nvSpPr>
            <p:cNvPr id="4808"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0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4813" name="Rectangle 9"/>
          <p:cNvGrpSpPr/>
          <p:nvPr/>
        </p:nvGrpSpPr>
        <p:grpSpPr>
          <a:xfrm>
            <a:off x="12997439" y="4572032"/>
            <a:ext cx="710311" cy="1142996"/>
            <a:chOff x="0" y="0"/>
            <a:chExt cx="710309" cy="1142994"/>
          </a:xfrm>
        </p:grpSpPr>
        <p:sp>
          <p:nvSpPr>
            <p:cNvPr id="4811"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1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4816" name="Rectangle 10"/>
          <p:cNvGrpSpPr/>
          <p:nvPr/>
        </p:nvGrpSpPr>
        <p:grpSpPr>
          <a:xfrm>
            <a:off x="12997439" y="3428998"/>
            <a:ext cx="710311" cy="1142996"/>
            <a:chOff x="0" y="0"/>
            <a:chExt cx="710309" cy="1142994"/>
          </a:xfrm>
        </p:grpSpPr>
        <p:sp>
          <p:nvSpPr>
            <p:cNvPr id="4814"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1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4819" name="Rectangle 11"/>
          <p:cNvGrpSpPr/>
          <p:nvPr/>
        </p:nvGrpSpPr>
        <p:grpSpPr>
          <a:xfrm>
            <a:off x="12997439" y="2286017"/>
            <a:ext cx="710311" cy="1142996"/>
            <a:chOff x="0" y="0"/>
            <a:chExt cx="710309" cy="1142994"/>
          </a:xfrm>
        </p:grpSpPr>
        <p:sp>
          <p:nvSpPr>
            <p:cNvPr id="4817"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1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4822" name="Rectangle 12"/>
          <p:cNvGrpSpPr/>
          <p:nvPr/>
        </p:nvGrpSpPr>
        <p:grpSpPr>
          <a:xfrm>
            <a:off x="12997439" y="1142977"/>
            <a:ext cx="710311" cy="1142997"/>
            <a:chOff x="0" y="-1"/>
            <a:chExt cx="710309" cy="1142995"/>
          </a:xfrm>
        </p:grpSpPr>
        <p:sp>
          <p:nvSpPr>
            <p:cNvPr id="4820"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2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825" name="Rectangle 13"/>
          <p:cNvGrpSpPr/>
          <p:nvPr/>
        </p:nvGrpSpPr>
        <p:grpSpPr>
          <a:xfrm>
            <a:off x="13706754" y="-2365"/>
            <a:ext cx="710311" cy="1142995"/>
            <a:chOff x="0" y="0"/>
            <a:chExt cx="710309" cy="1142994"/>
          </a:xfrm>
        </p:grpSpPr>
        <p:sp>
          <p:nvSpPr>
            <p:cNvPr id="4823"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2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828" name="Rectangle 14"/>
          <p:cNvGrpSpPr/>
          <p:nvPr/>
        </p:nvGrpSpPr>
        <p:grpSpPr>
          <a:xfrm>
            <a:off x="13706756" y="5715013"/>
            <a:ext cx="710311" cy="1142996"/>
            <a:chOff x="0" y="0"/>
            <a:chExt cx="710309" cy="1142994"/>
          </a:xfrm>
        </p:grpSpPr>
        <p:sp>
          <p:nvSpPr>
            <p:cNvPr id="4826"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2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831" name="Rectangle 15"/>
          <p:cNvGrpSpPr/>
          <p:nvPr/>
        </p:nvGrpSpPr>
        <p:grpSpPr>
          <a:xfrm>
            <a:off x="13706754" y="4572032"/>
            <a:ext cx="710311" cy="1142996"/>
            <a:chOff x="0" y="0"/>
            <a:chExt cx="710309" cy="1142994"/>
          </a:xfrm>
        </p:grpSpPr>
        <p:sp>
          <p:nvSpPr>
            <p:cNvPr id="4829"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3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834" name="Rectangle 16"/>
          <p:cNvGrpSpPr/>
          <p:nvPr/>
        </p:nvGrpSpPr>
        <p:grpSpPr>
          <a:xfrm>
            <a:off x="12996453" y="-1157"/>
            <a:ext cx="710311" cy="1142995"/>
            <a:chOff x="0" y="0"/>
            <a:chExt cx="710309" cy="1142994"/>
          </a:xfrm>
        </p:grpSpPr>
        <p:sp>
          <p:nvSpPr>
            <p:cNvPr id="4832"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837" name="Rectangle 17"/>
          <p:cNvGrpSpPr/>
          <p:nvPr/>
        </p:nvGrpSpPr>
        <p:grpSpPr>
          <a:xfrm>
            <a:off x="13706754" y="2286017"/>
            <a:ext cx="710311" cy="1142996"/>
            <a:chOff x="0" y="0"/>
            <a:chExt cx="710309" cy="1142994"/>
          </a:xfrm>
        </p:grpSpPr>
        <p:sp>
          <p:nvSpPr>
            <p:cNvPr id="4835"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3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840" name="Rectangle 18"/>
          <p:cNvGrpSpPr/>
          <p:nvPr/>
        </p:nvGrpSpPr>
        <p:grpSpPr>
          <a:xfrm>
            <a:off x="13706756" y="1142977"/>
            <a:ext cx="710311" cy="1142997"/>
            <a:chOff x="0" y="-1"/>
            <a:chExt cx="710309" cy="1142995"/>
          </a:xfrm>
        </p:grpSpPr>
        <p:sp>
          <p:nvSpPr>
            <p:cNvPr id="4838"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3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843" name="Rectangle 19"/>
          <p:cNvGrpSpPr/>
          <p:nvPr/>
        </p:nvGrpSpPr>
        <p:grpSpPr>
          <a:xfrm>
            <a:off x="13706754" y="3427836"/>
            <a:ext cx="710311" cy="1142996"/>
            <a:chOff x="0" y="0"/>
            <a:chExt cx="710309" cy="1142994"/>
          </a:xfrm>
        </p:grpSpPr>
        <p:sp>
          <p:nvSpPr>
            <p:cNvPr id="4841"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4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844" name="Body Level One…"/>
          <p:cNvSpPr txBox="1"/>
          <p:nvPr>
            <p:ph type="body" idx="1" hasCustomPrompt="1"/>
          </p:nvPr>
        </p:nvSpPr>
        <p:spPr>
          <a:xfrm>
            <a:off x="1762617" y="190500"/>
            <a:ext cx="10238389" cy="5474154"/>
          </a:xfrm>
          <a:prstGeom prst="rect">
            <a:avLst/>
          </a:prstGeo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a:r>
              <a:t>Presentation title</a:t>
            </a:r>
          </a:p>
          <a:p>
            <a:pPr lvl="1"/>
            <a:r>
              <a:t/>
            </a:r>
          </a:p>
          <a:p>
            <a:pPr lvl="2"/>
            <a:r>
              <a:t/>
            </a:r>
          </a:p>
          <a:p>
            <a:pPr lvl="3"/>
            <a:r>
              <a:t/>
            </a:r>
          </a:p>
          <a:p>
            <a:pPr lvl="4"/>
            <a:r>
              <a:t/>
            </a:r>
          </a:p>
        </p:txBody>
      </p:sp>
      <p:pic>
        <p:nvPicPr>
          <p:cNvPr id="4845" name="Picture 4" descr="Picture 4"/>
          <p:cNvPicPr>
            <a:picLocks noChangeAspect="1"/>
          </p:cNvPicPr>
          <p:nvPr/>
        </p:nvPicPr>
        <p:blipFill>
          <a:blip r:embed="rId2">
            <a:extLst/>
          </a:blip>
          <a:stretch>
            <a:fillRect/>
          </a:stretch>
        </p:blipFill>
        <p:spPr>
          <a:xfrm>
            <a:off x="0" y="0"/>
            <a:ext cx="1574800" cy="6858000"/>
          </a:xfrm>
          <a:prstGeom prst="rect">
            <a:avLst/>
          </a:prstGeom>
          <a:ln w="12700">
            <a:miter lim="400000"/>
          </a:ln>
        </p:spPr>
      </p:pic>
      <p:sp>
        <p:nvSpPr>
          <p:cNvPr id="4846" name="Text Placeholder 23"/>
          <p:cNvSpPr/>
          <p:nvPr>
            <p:ph type="body" sz="quarter" idx="21" hasCustomPrompt="1"/>
          </p:nvPr>
        </p:nvSpPr>
        <p:spPr>
          <a:xfrm>
            <a:off x="2729698" y="5992307"/>
            <a:ext cx="9270215" cy="152605"/>
          </a:xfrm>
          <a:prstGeom prst="rect">
            <a:avLst/>
          </a:prstGeom>
        </p:spPr>
        <p:txBody>
          <a:bodyPr/>
          <a:lstStyle>
            <a:lvl1pPr defTabSz="703806">
              <a:spcBef>
                <a:spcPts val="700"/>
              </a:spcBef>
              <a:defRPr sz="1000">
                <a:solidFill>
                  <a:srgbClr val="000000"/>
                </a:solidFill>
                <a:latin typeface="+mj-lt"/>
                <a:ea typeface="+mj-ea"/>
                <a:cs typeface="+mj-cs"/>
                <a:sym typeface="Mona Sans"/>
              </a:defRPr>
            </a:lvl1pPr>
          </a:lstStyle>
          <a:p>
            <a:pPr/>
            <a:r>
              <a:t>First &amp; Last Name</a:t>
            </a:r>
          </a:p>
        </p:txBody>
      </p:sp>
      <p:sp>
        <p:nvSpPr>
          <p:cNvPr id="4847" name="Text Placeholder 23"/>
          <p:cNvSpPr/>
          <p:nvPr>
            <p:ph type="body" sz="quarter" idx="22" hasCustomPrompt="1"/>
          </p:nvPr>
        </p:nvSpPr>
        <p:spPr>
          <a:xfrm>
            <a:off x="2729698" y="6268075"/>
            <a:ext cx="9270215" cy="152605"/>
          </a:xfrm>
          <a:prstGeom prst="rect">
            <a:avLst/>
          </a:prstGeom>
        </p:spPr>
        <p:txBody>
          <a:bodyPr anchor="b"/>
          <a:lstStyle>
            <a:lvl1pPr defTabSz="703806">
              <a:lnSpc>
                <a:spcPct val="100000"/>
              </a:lnSpc>
              <a:spcBef>
                <a:spcPts val="700"/>
              </a:spcBef>
              <a:defRPr sz="1000">
                <a:solidFill>
                  <a:srgbClr val="7C8C9A"/>
                </a:solidFill>
              </a:defRPr>
            </a:lvl1pPr>
          </a:lstStyle>
          <a:p>
            <a:pPr/>
            <a:r>
              <a:t>Position</a:t>
            </a:r>
          </a:p>
        </p:txBody>
      </p:sp>
      <p:sp>
        <p:nvSpPr>
          <p:cNvPr id="4848" name="Text Placeholder 23"/>
          <p:cNvSpPr/>
          <p:nvPr>
            <p:ph type="body" sz="quarter" idx="23" hasCustomPrompt="1"/>
          </p:nvPr>
        </p:nvSpPr>
        <p:spPr>
          <a:xfrm>
            <a:off x="2729698" y="6542992"/>
            <a:ext cx="9270215" cy="152605"/>
          </a:xfrm>
          <a:prstGeom prst="rect">
            <a:avLst/>
          </a:prstGeom>
        </p:spPr>
        <p:txBody>
          <a:bodyPr anchor="b"/>
          <a:lstStyle>
            <a:lvl1pPr defTabSz="703806">
              <a:lnSpc>
                <a:spcPct val="100000"/>
              </a:lnSpc>
              <a:spcBef>
                <a:spcPts val="700"/>
              </a:spcBef>
              <a:defRPr sz="1000">
                <a:solidFill>
                  <a:srgbClr val="7C8C9A"/>
                </a:solidFill>
              </a:defRPr>
            </a:lvl1pPr>
          </a:lstStyle>
          <a:p>
            <a:pPr/>
            <a:r>
              <a:t>Company</a:t>
            </a:r>
          </a:p>
        </p:txBody>
      </p:sp>
      <p:sp>
        <p:nvSpPr>
          <p:cNvPr id="4849" name="Rectangle 10"/>
          <p:cNvSpPr/>
          <p:nvPr/>
        </p:nvSpPr>
        <p:spPr>
          <a:xfrm rot="5400000">
            <a:off x="6863525" y="539756"/>
            <a:ext cx="36580" cy="10614029"/>
          </a:xfrm>
          <a:prstGeom prst="rect">
            <a:avLst/>
          </a:prstGeom>
          <a:solidFill>
            <a:schemeClr val="accent1"/>
          </a:solidFill>
          <a:ln w="12700">
            <a:miter lim="400000"/>
          </a:ln>
        </p:spPr>
        <p:txBody>
          <a:bodyPr lIns="45718" tIns="45718" rIns="45718" bIns="45718" anchor="ctr"/>
          <a:lstStyle/>
          <a:p>
            <a:pPr algn="ctr">
              <a:defRPr>
                <a:solidFill>
                  <a:srgbClr val="08872B"/>
                </a:solidFill>
              </a:defRPr>
            </a:pPr>
          </a:p>
        </p:txBody>
      </p:sp>
      <p:sp>
        <p:nvSpPr>
          <p:cNvPr id="4850" name="Google Shape;179;p20"/>
          <p:cNvSpPr/>
          <p:nvPr>
            <p:ph type="pic" sz="quarter" idx="24"/>
          </p:nvPr>
        </p:nvSpPr>
        <p:spPr>
          <a:xfrm>
            <a:off x="1585952" y="5865057"/>
            <a:ext cx="980110" cy="994557"/>
          </a:xfrm>
          <a:prstGeom prst="rect">
            <a:avLst/>
          </a:prstGeom>
        </p:spPr>
        <p:txBody>
          <a:bodyPr lIns="91439" tIns="45719" rIns="91439" bIns="45719">
            <a:noAutofit/>
          </a:bodyPr>
          <a:lstStyle/>
          <a:p>
            <a:pPr/>
          </a:p>
        </p:txBody>
      </p:sp>
      <p:sp>
        <p:nvSpPr>
          <p:cNvPr id="48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genda">
    <p:bg>
      <p:bgPr>
        <a:solidFill>
          <a:srgbClr val="FFFFFF"/>
        </a:solidFill>
      </p:bgPr>
    </p:bg>
    <p:spTree>
      <p:nvGrpSpPr>
        <p:cNvPr id="1" name=""/>
        <p:cNvGrpSpPr/>
        <p:nvPr/>
      </p:nvGrpSpPr>
      <p:grpSpPr>
        <a:xfrm>
          <a:off x="0" y="0"/>
          <a:ext cx="0" cy="0"/>
          <a:chOff x="0" y="0"/>
          <a:chExt cx="0" cy="0"/>
        </a:xfrm>
      </p:grpSpPr>
      <p:grpSp>
        <p:nvGrpSpPr>
          <p:cNvPr id="4860" name="Rectangle 1"/>
          <p:cNvGrpSpPr/>
          <p:nvPr/>
        </p:nvGrpSpPr>
        <p:grpSpPr>
          <a:xfrm>
            <a:off x="12287632" y="5878297"/>
            <a:ext cx="710311" cy="979707"/>
            <a:chOff x="0" y="0"/>
            <a:chExt cx="710309" cy="979705"/>
          </a:xfrm>
        </p:grpSpPr>
        <p:sp>
          <p:nvSpPr>
            <p:cNvPr id="4858"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5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4863" name="Rectangle 2"/>
          <p:cNvGrpSpPr/>
          <p:nvPr/>
        </p:nvGrpSpPr>
        <p:grpSpPr>
          <a:xfrm>
            <a:off x="12287631" y="4898603"/>
            <a:ext cx="710311" cy="979709"/>
            <a:chOff x="0" y="-1"/>
            <a:chExt cx="710309" cy="979708"/>
          </a:xfrm>
        </p:grpSpPr>
        <p:sp>
          <p:nvSpPr>
            <p:cNvPr id="4861"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62"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4866" name="Rectangle 3"/>
          <p:cNvGrpSpPr/>
          <p:nvPr/>
        </p:nvGrpSpPr>
        <p:grpSpPr>
          <a:xfrm>
            <a:off x="12287632" y="3918862"/>
            <a:ext cx="710311" cy="979706"/>
            <a:chOff x="0" y="0"/>
            <a:chExt cx="710309" cy="979705"/>
          </a:xfrm>
        </p:grpSpPr>
        <p:sp>
          <p:nvSpPr>
            <p:cNvPr id="4864"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6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4869" name="Rectangle 4"/>
          <p:cNvGrpSpPr/>
          <p:nvPr/>
        </p:nvGrpSpPr>
        <p:grpSpPr>
          <a:xfrm>
            <a:off x="12287631" y="2939171"/>
            <a:ext cx="710311" cy="979707"/>
            <a:chOff x="0" y="0"/>
            <a:chExt cx="710309" cy="979705"/>
          </a:xfrm>
        </p:grpSpPr>
        <p:sp>
          <p:nvSpPr>
            <p:cNvPr id="4867"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6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4872" name="Rectangle 5"/>
          <p:cNvGrpSpPr/>
          <p:nvPr/>
        </p:nvGrpSpPr>
        <p:grpSpPr>
          <a:xfrm>
            <a:off x="12287632" y="1959431"/>
            <a:ext cx="710311" cy="979707"/>
            <a:chOff x="0" y="0"/>
            <a:chExt cx="710309" cy="979705"/>
          </a:xfrm>
        </p:grpSpPr>
        <p:sp>
          <p:nvSpPr>
            <p:cNvPr id="4870"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7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4875" name="Rectangle 6"/>
          <p:cNvGrpSpPr/>
          <p:nvPr/>
        </p:nvGrpSpPr>
        <p:grpSpPr>
          <a:xfrm>
            <a:off x="12287631" y="979736"/>
            <a:ext cx="710311" cy="979707"/>
            <a:chOff x="0" y="0"/>
            <a:chExt cx="710309" cy="979705"/>
          </a:xfrm>
        </p:grpSpPr>
        <p:sp>
          <p:nvSpPr>
            <p:cNvPr id="4873"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74"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4878" name="Rectangle 7"/>
          <p:cNvGrpSpPr/>
          <p:nvPr/>
        </p:nvGrpSpPr>
        <p:grpSpPr>
          <a:xfrm>
            <a:off x="12287631" y="-2"/>
            <a:ext cx="710311" cy="979706"/>
            <a:chOff x="0" y="0"/>
            <a:chExt cx="710309" cy="979705"/>
          </a:xfrm>
        </p:grpSpPr>
        <p:sp>
          <p:nvSpPr>
            <p:cNvPr id="4876"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7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4881" name="Rectangle 8"/>
          <p:cNvGrpSpPr/>
          <p:nvPr/>
        </p:nvGrpSpPr>
        <p:grpSpPr>
          <a:xfrm>
            <a:off x="12997439" y="5715013"/>
            <a:ext cx="710311" cy="1142996"/>
            <a:chOff x="0" y="0"/>
            <a:chExt cx="710309" cy="1142994"/>
          </a:xfrm>
        </p:grpSpPr>
        <p:sp>
          <p:nvSpPr>
            <p:cNvPr id="4879"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8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4884" name="Rectangle 9"/>
          <p:cNvGrpSpPr/>
          <p:nvPr/>
        </p:nvGrpSpPr>
        <p:grpSpPr>
          <a:xfrm>
            <a:off x="12997439" y="4572032"/>
            <a:ext cx="710311" cy="1142996"/>
            <a:chOff x="0" y="0"/>
            <a:chExt cx="710309" cy="1142994"/>
          </a:xfrm>
        </p:grpSpPr>
        <p:sp>
          <p:nvSpPr>
            <p:cNvPr id="4882"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4887" name="Rectangle 10"/>
          <p:cNvGrpSpPr/>
          <p:nvPr/>
        </p:nvGrpSpPr>
        <p:grpSpPr>
          <a:xfrm>
            <a:off x="12997439" y="3428998"/>
            <a:ext cx="710311" cy="1142996"/>
            <a:chOff x="0" y="0"/>
            <a:chExt cx="710309" cy="1142994"/>
          </a:xfrm>
        </p:grpSpPr>
        <p:sp>
          <p:nvSpPr>
            <p:cNvPr id="4885"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4890" name="Rectangle 11"/>
          <p:cNvGrpSpPr/>
          <p:nvPr/>
        </p:nvGrpSpPr>
        <p:grpSpPr>
          <a:xfrm>
            <a:off x="12997439" y="2286017"/>
            <a:ext cx="710311" cy="1142996"/>
            <a:chOff x="0" y="0"/>
            <a:chExt cx="710309" cy="1142994"/>
          </a:xfrm>
        </p:grpSpPr>
        <p:sp>
          <p:nvSpPr>
            <p:cNvPr id="4888"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8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4893" name="Rectangle 12"/>
          <p:cNvGrpSpPr/>
          <p:nvPr/>
        </p:nvGrpSpPr>
        <p:grpSpPr>
          <a:xfrm>
            <a:off x="12997439" y="1142977"/>
            <a:ext cx="710311" cy="1142997"/>
            <a:chOff x="0" y="-1"/>
            <a:chExt cx="710309" cy="1142995"/>
          </a:xfrm>
        </p:grpSpPr>
        <p:sp>
          <p:nvSpPr>
            <p:cNvPr id="4891"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9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896" name="Rectangle 13"/>
          <p:cNvGrpSpPr/>
          <p:nvPr/>
        </p:nvGrpSpPr>
        <p:grpSpPr>
          <a:xfrm>
            <a:off x="13706754" y="-2365"/>
            <a:ext cx="710311" cy="1142995"/>
            <a:chOff x="0" y="0"/>
            <a:chExt cx="710309" cy="1142994"/>
          </a:xfrm>
        </p:grpSpPr>
        <p:sp>
          <p:nvSpPr>
            <p:cNvPr id="4894"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9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899" name="Rectangle 14"/>
          <p:cNvGrpSpPr/>
          <p:nvPr/>
        </p:nvGrpSpPr>
        <p:grpSpPr>
          <a:xfrm>
            <a:off x="13706756" y="5715013"/>
            <a:ext cx="710311" cy="1142996"/>
            <a:chOff x="0" y="0"/>
            <a:chExt cx="710309" cy="1142994"/>
          </a:xfrm>
        </p:grpSpPr>
        <p:sp>
          <p:nvSpPr>
            <p:cNvPr id="4897"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9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902" name="Rectangle 15"/>
          <p:cNvGrpSpPr/>
          <p:nvPr/>
        </p:nvGrpSpPr>
        <p:grpSpPr>
          <a:xfrm>
            <a:off x="13706754" y="4572032"/>
            <a:ext cx="710311" cy="1142996"/>
            <a:chOff x="0" y="0"/>
            <a:chExt cx="710309" cy="1142994"/>
          </a:xfrm>
        </p:grpSpPr>
        <p:sp>
          <p:nvSpPr>
            <p:cNvPr id="4900"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905" name="Rectangle 16"/>
          <p:cNvGrpSpPr/>
          <p:nvPr/>
        </p:nvGrpSpPr>
        <p:grpSpPr>
          <a:xfrm>
            <a:off x="12996453" y="-1157"/>
            <a:ext cx="710311" cy="1142995"/>
            <a:chOff x="0" y="0"/>
            <a:chExt cx="710309" cy="1142994"/>
          </a:xfrm>
        </p:grpSpPr>
        <p:sp>
          <p:nvSpPr>
            <p:cNvPr id="4903"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908" name="Rectangle 17"/>
          <p:cNvGrpSpPr/>
          <p:nvPr/>
        </p:nvGrpSpPr>
        <p:grpSpPr>
          <a:xfrm>
            <a:off x="13706754" y="2286017"/>
            <a:ext cx="710311" cy="1142996"/>
            <a:chOff x="0" y="0"/>
            <a:chExt cx="710309" cy="1142994"/>
          </a:xfrm>
        </p:grpSpPr>
        <p:sp>
          <p:nvSpPr>
            <p:cNvPr id="4906"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911" name="Rectangle 18"/>
          <p:cNvGrpSpPr/>
          <p:nvPr/>
        </p:nvGrpSpPr>
        <p:grpSpPr>
          <a:xfrm>
            <a:off x="13706756" y="1142977"/>
            <a:ext cx="710311" cy="1142997"/>
            <a:chOff x="0" y="-1"/>
            <a:chExt cx="710309" cy="1142995"/>
          </a:xfrm>
        </p:grpSpPr>
        <p:sp>
          <p:nvSpPr>
            <p:cNvPr id="4909"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1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914" name="Rectangle 19"/>
          <p:cNvGrpSpPr/>
          <p:nvPr/>
        </p:nvGrpSpPr>
        <p:grpSpPr>
          <a:xfrm>
            <a:off x="13706754" y="3427836"/>
            <a:ext cx="710311" cy="1142996"/>
            <a:chOff x="0" y="0"/>
            <a:chExt cx="710309" cy="1142994"/>
          </a:xfrm>
        </p:grpSpPr>
        <p:sp>
          <p:nvSpPr>
            <p:cNvPr id="4912"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1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915" name="Rectangle 15"/>
          <p:cNvSpPr/>
          <p:nvPr/>
        </p:nvSpPr>
        <p:spPr>
          <a:xfrm>
            <a:off x="4073606" y="-4"/>
            <a:ext cx="12704" cy="6455444"/>
          </a:xfrm>
          <a:prstGeom prst="rect">
            <a:avLst/>
          </a:prstGeom>
          <a:solidFill>
            <a:srgbClr val="B0C4AA"/>
          </a:solidFill>
          <a:ln w="12700">
            <a:miter lim="400000"/>
          </a:ln>
        </p:spPr>
        <p:txBody>
          <a:bodyPr lIns="45718" tIns="45718" rIns="45718" bIns="45718" anchor="ctr"/>
          <a:lstStyle/>
          <a:p>
            <a:pPr algn="ctr">
              <a:defRPr>
                <a:solidFill>
                  <a:srgbClr val="FFFFFF"/>
                </a:solidFill>
              </a:defRPr>
            </a:pPr>
          </a:p>
        </p:txBody>
      </p:sp>
      <p:sp>
        <p:nvSpPr>
          <p:cNvPr id="4916" name="Rectangle 1"/>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917" name="Rectangle 2"/>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4918" name="Body Level One…"/>
          <p:cNvSpPr txBox="1"/>
          <p:nvPr>
            <p:ph type="body" sz="quarter" idx="1"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vl2pPr algn="r">
              <a:defRPr cap="all" sz="800">
                <a:solidFill>
                  <a:srgbClr val="7C8C9A"/>
                </a:solidFill>
                <a:latin typeface="Mona Sans Mono"/>
                <a:ea typeface="Mona Sans Mono"/>
                <a:cs typeface="Mona Sans Mono"/>
                <a:sym typeface="Mona Sans Mono"/>
              </a:defRPr>
            </a:lvl2pPr>
            <a:lvl3pPr algn="r">
              <a:defRPr cap="all" sz="800">
                <a:solidFill>
                  <a:srgbClr val="7C8C9A"/>
                </a:solidFill>
                <a:latin typeface="Mona Sans Mono"/>
                <a:ea typeface="Mona Sans Mono"/>
                <a:cs typeface="Mona Sans Mono"/>
                <a:sym typeface="Mona Sans Mono"/>
              </a:defRPr>
            </a:lvl3pPr>
            <a:lvl4pPr algn="r">
              <a:defRPr cap="all" sz="800">
                <a:solidFill>
                  <a:srgbClr val="7C8C9A"/>
                </a:solidFill>
                <a:latin typeface="Mona Sans Mono"/>
                <a:ea typeface="Mona Sans Mono"/>
                <a:cs typeface="Mona Sans Mono"/>
                <a:sym typeface="Mona Sans Mono"/>
              </a:defRPr>
            </a:lvl4pPr>
            <a:lvl5pPr algn="r">
              <a:defRPr cap="all" sz="800">
                <a:solidFill>
                  <a:srgbClr val="7C8C9A"/>
                </a:solidFill>
                <a:latin typeface="Mona Sans Mono"/>
                <a:ea typeface="Mona Sans Mono"/>
                <a:cs typeface="Mona Sans Mono"/>
                <a:sym typeface="Mona Sans Mono"/>
              </a:defRPr>
            </a:lvl5pPr>
          </a:lstStyle>
          <a:p>
            <a:pPr/>
            <a:r>
              <a:t>OPTIONAL</a:t>
            </a:r>
          </a:p>
          <a:p>
            <a:pPr lvl="1"/>
            <a:r>
              <a:t/>
            </a:r>
          </a:p>
          <a:p>
            <a:pPr lvl="2"/>
            <a:r>
              <a:t/>
            </a:r>
          </a:p>
          <a:p>
            <a:pPr lvl="3"/>
            <a:r>
              <a:t/>
            </a:r>
          </a:p>
          <a:p>
            <a:pPr lvl="4"/>
            <a:r>
              <a:t/>
            </a:r>
          </a:p>
        </p:txBody>
      </p:sp>
      <p:sp>
        <p:nvSpPr>
          <p:cNvPr id="4919" name="Text Placeholder 2"/>
          <p:cNvSpPr/>
          <p:nvPr>
            <p:ph type="body" sz="quarter" idx="21" hasCustomPrompt="1"/>
          </p:nvPr>
        </p:nvSpPr>
        <p:spPr>
          <a:xfrm>
            <a:off x="4404700" y="318246"/>
            <a:ext cx="726130" cy="5804126"/>
          </a:xfrm>
          <a:prstGeom prst="rect">
            <a:avLst/>
          </a:prstGeom>
        </p:spPr>
        <p:txBody>
          <a:bodyPr lIns="45718" tIns="45718" rIns="45718" bIns="45718"/>
          <a:lstStyle>
            <a:lvl1pPr>
              <a:defRPr sz="2700">
                <a:solidFill>
                  <a:srgbClr val="7C8C9A"/>
                </a:solidFill>
              </a:defRPr>
            </a:lvl1pPr>
          </a:lstStyle>
          <a:p>
            <a:pPr/>
            <a:r>
              <a:t>01
02
03
04
05
06
07
08
09</a:t>
            </a:r>
          </a:p>
        </p:txBody>
      </p:sp>
      <p:sp>
        <p:nvSpPr>
          <p:cNvPr id="4920" name="Text Placeholder 2"/>
          <p:cNvSpPr/>
          <p:nvPr>
            <p:ph type="body" idx="22" hasCustomPrompt="1"/>
          </p:nvPr>
        </p:nvSpPr>
        <p:spPr>
          <a:xfrm>
            <a:off x="5130825" y="318246"/>
            <a:ext cx="6650237" cy="5804126"/>
          </a:xfrm>
          <a:prstGeom prst="rect">
            <a:avLst/>
          </a:prstGeom>
        </p:spPr>
        <p:txBody>
          <a:bodyPr lIns="45718" tIns="45718" rIns="45718" bIns="45718"/>
          <a:lstStyle>
            <a:lvl1pPr>
              <a:defRPr sz="2700">
                <a:solidFill>
                  <a:srgbClr val="000000"/>
                </a:solidFill>
              </a:defRPr>
            </a:lvl1pPr>
          </a:lstStyle>
          <a:p>
            <a:pPr/>
            <a:r>
              <a:t>Section title
Section title 
Section title
Section title
Section title
Section title 
Section title 
Section title
Section title  </a:t>
            </a:r>
          </a:p>
        </p:txBody>
      </p:sp>
      <p:sp>
        <p:nvSpPr>
          <p:cNvPr id="4921" name="TextBox 12"/>
          <p:cNvSpPr txBox="1"/>
          <p:nvPr/>
        </p:nvSpPr>
        <p:spPr>
          <a:xfrm>
            <a:off x="407762" y="318247"/>
            <a:ext cx="3265787" cy="207518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ct val="90000"/>
              </a:lnSpc>
              <a:defRPr sz="7200">
                <a:latin typeface="Mona Sans Display"/>
                <a:ea typeface="Mona Sans Display"/>
                <a:cs typeface="Mona Sans Display"/>
                <a:sym typeface="Mona Sans Display"/>
              </a:defRPr>
            </a:pPr>
            <a:r>
              <a:t>Session</a:t>
            </a:r>
            <a:br/>
            <a:r>
              <a:rPr>
                <a:solidFill>
                  <a:srgbClr val="7C8C9A"/>
                </a:solidFill>
              </a:rPr>
              <a:t>Agenda</a:t>
            </a:r>
          </a:p>
        </p:txBody>
      </p:sp>
      <p:sp>
        <p:nvSpPr>
          <p:cNvPr id="49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Large statement">
    <p:bg>
      <p:bgPr>
        <a:solidFill>
          <a:srgbClr val="FFFFFF"/>
        </a:solidFill>
      </p:bgPr>
    </p:bg>
    <p:spTree>
      <p:nvGrpSpPr>
        <p:cNvPr id="1" name=""/>
        <p:cNvGrpSpPr/>
        <p:nvPr/>
      </p:nvGrpSpPr>
      <p:grpSpPr>
        <a:xfrm>
          <a:off x="0" y="0"/>
          <a:ext cx="0" cy="0"/>
          <a:chOff x="0" y="0"/>
          <a:chExt cx="0" cy="0"/>
        </a:xfrm>
      </p:grpSpPr>
      <p:grpSp>
        <p:nvGrpSpPr>
          <p:cNvPr id="4931" name="Rectangle 1"/>
          <p:cNvGrpSpPr/>
          <p:nvPr/>
        </p:nvGrpSpPr>
        <p:grpSpPr>
          <a:xfrm>
            <a:off x="12287632" y="5878297"/>
            <a:ext cx="710311" cy="979707"/>
            <a:chOff x="0" y="0"/>
            <a:chExt cx="710309" cy="979705"/>
          </a:xfrm>
        </p:grpSpPr>
        <p:sp>
          <p:nvSpPr>
            <p:cNvPr id="4929"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3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4934" name="Rectangle 2"/>
          <p:cNvGrpSpPr/>
          <p:nvPr/>
        </p:nvGrpSpPr>
        <p:grpSpPr>
          <a:xfrm>
            <a:off x="12287631" y="4898603"/>
            <a:ext cx="710311" cy="979709"/>
            <a:chOff x="0" y="-1"/>
            <a:chExt cx="710309" cy="979708"/>
          </a:xfrm>
        </p:grpSpPr>
        <p:sp>
          <p:nvSpPr>
            <p:cNvPr id="4932"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33"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4937" name="Rectangle 3"/>
          <p:cNvGrpSpPr/>
          <p:nvPr/>
        </p:nvGrpSpPr>
        <p:grpSpPr>
          <a:xfrm>
            <a:off x="12287632" y="3918862"/>
            <a:ext cx="710311" cy="979706"/>
            <a:chOff x="0" y="0"/>
            <a:chExt cx="710309" cy="979705"/>
          </a:xfrm>
        </p:grpSpPr>
        <p:sp>
          <p:nvSpPr>
            <p:cNvPr id="4935"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3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4940" name="Rectangle 4"/>
          <p:cNvGrpSpPr/>
          <p:nvPr/>
        </p:nvGrpSpPr>
        <p:grpSpPr>
          <a:xfrm>
            <a:off x="12287631" y="2939171"/>
            <a:ext cx="710311" cy="979707"/>
            <a:chOff x="0" y="0"/>
            <a:chExt cx="710309" cy="979705"/>
          </a:xfrm>
        </p:grpSpPr>
        <p:sp>
          <p:nvSpPr>
            <p:cNvPr id="4938"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3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4943" name="Rectangle 5"/>
          <p:cNvGrpSpPr/>
          <p:nvPr/>
        </p:nvGrpSpPr>
        <p:grpSpPr>
          <a:xfrm>
            <a:off x="12287632" y="1959431"/>
            <a:ext cx="710311" cy="979707"/>
            <a:chOff x="0" y="0"/>
            <a:chExt cx="710309" cy="979705"/>
          </a:xfrm>
        </p:grpSpPr>
        <p:sp>
          <p:nvSpPr>
            <p:cNvPr id="4941"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4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4946" name="Rectangle 6"/>
          <p:cNvGrpSpPr/>
          <p:nvPr/>
        </p:nvGrpSpPr>
        <p:grpSpPr>
          <a:xfrm>
            <a:off x="12287631" y="979736"/>
            <a:ext cx="710311" cy="979707"/>
            <a:chOff x="0" y="0"/>
            <a:chExt cx="710309" cy="979705"/>
          </a:xfrm>
        </p:grpSpPr>
        <p:sp>
          <p:nvSpPr>
            <p:cNvPr id="4944"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45"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4949" name="Rectangle 7"/>
          <p:cNvGrpSpPr/>
          <p:nvPr/>
        </p:nvGrpSpPr>
        <p:grpSpPr>
          <a:xfrm>
            <a:off x="12287631" y="-2"/>
            <a:ext cx="710311" cy="979706"/>
            <a:chOff x="0" y="0"/>
            <a:chExt cx="710309" cy="979705"/>
          </a:xfrm>
        </p:grpSpPr>
        <p:sp>
          <p:nvSpPr>
            <p:cNvPr id="4947"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4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4952" name="Rectangle 8"/>
          <p:cNvGrpSpPr/>
          <p:nvPr/>
        </p:nvGrpSpPr>
        <p:grpSpPr>
          <a:xfrm>
            <a:off x="12997439" y="5715013"/>
            <a:ext cx="710311" cy="1142996"/>
            <a:chOff x="0" y="0"/>
            <a:chExt cx="710309" cy="1142994"/>
          </a:xfrm>
        </p:grpSpPr>
        <p:sp>
          <p:nvSpPr>
            <p:cNvPr id="4950"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4955" name="Rectangle 9"/>
          <p:cNvGrpSpPr/>
          <p:nvPr/>
        </p:nvGrpSpPr>
        <p:grpSpPr>
          <a:xfrm>
            <a:off x="12997439" y="4572032"/>
            <a:ext cx="710311" cy="1142996"/>
            <a:chOff x="0" y="0"/>
            <a:chExt cx="710309" cy="1142994"/>
          </a:xfrm>
        </p:grpSpPr>
        <p:sp>
          <p:nvSpPr>
            <p:cNvPr id="4953"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4958" name="Rectangle 10"/>
          <p:cNvGrpSpPr/>
          <p:nvPr/>
        </p:nvGrpSpPr>
        <p:grpSpPr>
          <a:xfrm>
            <a:off x="12997439" y="3428998"/>
            <a:ext cx="710311" cy="1142996"/>
            <a:chOff x="0" y="0"/>
            <a:chExt cx="710309" cy="1142994"/>
          </a:xfrm>
        </p:grpSpPr>
        <p:sp>
          <p:nvSpPr>
            <p:cNvPr id="4956"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4961" name="Rectangle 11"/>
          <p:cNvGrpSpPr/>
          <p:nvPr/>
        </p:nvGrpSpPr>
        <p:grpSpPr>
          <a:xfrm>
            <a:off x="12997439" y="2286017"/>
            <a:ext cx="710311" cy="1142996"/>
            <a:chOff x="0" y="0"/>
            <a:chExt cx="710309" cy="1142994"/>
          </a:xfrm>
        </p:grpSpPr>
        <p:sp>
          <p:nvSpPr>
            <p:cNvPr id="4959"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4964" name="Rectangle 12"/>
          <p:cNvGrpSpPr/>
          <p:nvPr/>
        </p:nvGrpSpPr>
        <p:grpSpPr>
          <a:xfrm>
            <a:off x="12997439" y="1142977"/>
            <a:ext cx="710311" cy="1142997"/>
            <a:chOff x="0" y="-1"/>
            <a:chExt cx="710309" cy="1142995"/>
          </a:xfrm>
        </p:grpSpPr>
        <p:sp>
          <p:nvSpPr>
            <p:cNvPr id="4962"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6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967" name="Rectangle 13"/>
          <p:cNvGrpSpPr/>
          <p:nvPr/>
        </p:nvGrpSpPr>
        <p:grpSpPr>
          <a:xfrm>
            <a:off x="13706754" y="-2365"/>
            <a:ext cx="710311" cy="1142995"/>
            <a:chOff x="0" y="0"/>
            <a:chExt cx="710309" cy="1142994"/>
          </a:xfrm>
        </p:grpSpPr>
        <p:sp>
          <p:nvSpPr>
            <p:cNvPr id="4965"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970" name="Rectangle 14"/>
          <p:cNvGrpSpPr/>
          <p:nvPr/>
        </p:nvGrpSpPr>
        <p:grpSpPr>
          <a:xfrm>
            <a:off x="13706756" y="5715013"/>
            <a:ext cx="710311" cy="1142996"/>
            <a:chOff x="0" y="0"/>
            <a:chExt cx="710309" cy="1142994"/>
          </a:xfrm>
        </p:grpSpPr>
        <p:sp>
          <p:nvSpPr>
            <p:cNvPr id="4968"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973" name="Rectangle 15"/>
          <p:cNvGrpSpPr/>
          <p:nvPr/>
        </p:nvGrpSpPr>
        <p:grpSpPr>
          <a:xfrm>
            <a:off x="13706754" y="4572032"/>
            <a:ext cx="710311" cy="1142996"/>
            <a:chOff x="0" y="0"/>
            <a:chExt cx="710309" cy="1142994"/>
          </a:xfrm>
        </p:grpSpPr>
        <p:sp>
          <p:nvSpPr>
            <p:cNvPr id="4971"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976" name="Rectangle 16"/>
          <p:cNvGrpSpPr/>
          <p:nvPr/>
        </p:nvGrpSpPr>
        <p:grpSpPr>
          <a:xfrm>
            <a:off x="12996453" y="-1157"/>
            <a:ext cx="710311" cy="1142995"/>
            <a:chOff x="0" y="0"/>
            <a:chExt cx="710309" cy="1142994"/>
          </a:xfrm>
        </p:grpSpPr>
        <p:sp>
          <p:nvSpPr>
            <p:cNvPr id="4974"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7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4979" name="Rectangle 17"/>
          <p:cNvGrpSpPr/>
          <p:nvPr/>
        </p:nvGrpSpPr>
        <p:grpSpPr>
          <a:xfrm>
            <a:off x="13706754" y="2286017"/>
            <a:ext cx="710311" cy="1142996"/>
            <a:chOff x="0" y="0"/>
            <a:chExt cx="710309" cy="1142994"/>
          </a:xfrm>
        </p:grpSpPr>
        <p:sp>
          <p:nvSpPr>
            <p:cNvPr id="4977"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4982" name="Rectangle 18"/>
          <p:cNvGrpSpPr/>
          <p:nvPr/>
        </p:nvGrpSpPr>
        <p:grpSpPr>
          <a:xfrm>
            <a:off x="13706756" y="1142977"/>
            <a:ext cx="710311" cy="1142997"/>
            <a:chOff x="0" y="-1"/>
            <a:chExt cx="710309" cy="1142995"/>
          </a:xfrm>
        </p:grpSpPr>
        <p:sp>
          <p:nvSpPr>
            <p:cNvPr id="4980"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8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4985" name="Rectangle 19"/>
          <p:cNvGrpSpPr/>
          <p:nvPr/>
        </p:nvGrpSpPr>
        <p:grpSpPr>
          <a:xfrm>
            <a:off x="13706754" y="3427836"/>
            <a:ext cx="710311" cy="1142996"/>
            <a:chOff x="0" y="0"/>
            <a:chExt cx="710309" cy="1142994"/>
          </a:xfrm>
        </p:grpSpPr>
        <p:sp>
          <p:nvSpPr>
            <p:cNvPr id="4983"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8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4986" name="Rectangle 2"/>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4987" name="Rectangle 7"/>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4988" name="Body Level One…"/>
          <p:cNvSpPr txBox="1"/>
          <p:nvPr>
            <p:ph type="body" sz="quarter" idx="1"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vl2pPr algn="r">
              <a:defRPr cap="all" sz="800">
                <a:solidFill>
                  <a:srgbClr val="7C8C9A"/>
                </a:solidFill>
                <a:latin typeface="Mona Sans Mono"/>
                <a:ea typeface="Mona Sans Mono"/>
                <a:cs typeface="Mona Sans Mono"/>
                <a:sym typeface="Mona Sans Mono"/>
              </a:defRPr>
            </a:lvl2pPr>
            <a:lvl3pPr algn="r">
              <a:defRPr cap="all" sz="800">
                <a:solidFill>
                  <a:srgbClr val="7C8C9A"/>
                </a:solidFill>
                <a:latin typeface="Mona Sans Mono"/>
                <a:ea typeface="Mona Sans Mono"/>
                <a:cs typeface="Mona Sans Mono"/>
                <a:sym typeface="Mona Sans Mono"/>
              </a:defRPr>
            </a:lvl3pPr>
            <a:lvl4pPr algn="r">
              <a:defRPr cap="all" sz="800">
                <a:solidFill>
                  <a:srgbClr val="7C8C9A"/>
                </a:solidFill>
                <a:latin typeface="Mona Sans Mono"/>
                <a:ea typeface="Mona Sans Mono"/>
                <a:cs typeface="Mona Sans Mono"/>
                <a:sym typeface="Mona Sans Mono"/>
              </a:defRPr>
            </a:lvl4pPr>
            <a:lvl5pPr algn="r">
              <a:defRPr cap="all" sz="800">
                <a:solidFill>
                  <a:srgbClr val="7C8C9A"/>
                </a:solidFill>
                <a:latin typeface="Mona Sans Mono"/>
                <a:ea typeface="Mona Sans Mono"/>
                <a:cs typeface="Mona Sans Mono"/>
                <a:sym typeface="Mona Sans Mono"/>
              </a:defRPr>
            </a:lvl5pPr>
          </a:lstStyle>
          <a:p>
            <a:pPr/>
            <a:r>
              <a:t>OPTIONAL</a:t>
            </a:r>
          </a:p>
          <a:p>
            <a:pPr lvl="1"/>
            <a:r>
              <a:t/>
            </a:r>
          </a:p>
          <a:p>
            <a:pPr lvl="2"/>
            <a:r>
              <a:t/>
            </a:r>
          </a:p>
          <a:p>
            <a:pPr lvl="3"/>
            <a:r>
              <a:t/>
            </a:r>
          </a:p>
          <a:p>
            <a:pPr lvl="4"/>
            <a:r>
              <a:t/>
            </a:r>
          </a:p>
        </p:txBody>
      </p:sp>
      <p:sp>
        <p:nvSpPr>
          <p:cNvPr id="4989" name="Text Placeholder 4"/>
          <p:cNvSpPr/>
          <p:nvPr>
            <p:ph type="body" idx="21" hasCustomPrompt="1"/>
          </p:nvPr>
        </p:nvSpPr>
        <p:spPr>
          <a:xfrm>
            <a:off x="397258" y="419097"/>
            <a:ext cx="11412157" cy="6017831"/>
          </a:xfrm>
          <a:prstGeom prst="rect">
            <a:avLst/>
          </a:prstGeom>
        </p:spPr>
        <p:txBody>
          <a:bodyPr anchor="b"/>
          <a:lstStyle>
            <a:lvl1pPr>
              <a:defRPr sz="9600">
                <a:solidFill>
                  <a:srgbClr val="000000"/>
                </a:solidFill>
                <a:latin typeface="Mona-Sans Regular"/>
                <a:ea typeface="Mona-Sans Regular"/>
                <a:cs typeface="Mona-Sans Regular"/>
                <a:sym typeface="Mona-Sans Regular"/>
              </a:defRPr>
            </a:lvl1pPr>
          </a:lstStyle>
          <a:p>
            <a:pPr/>
            <a:r>
              <a:t>Section name</a:t>
            </a:r>
          </a:p>
        </p:txBody>
      </p:sp>
      <p:sp>
        <p:nvSpPr>
          <p:cNvPr id="499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Large statement">
    <p:bg>
      <p:bgPr>
        <a:solidFill>
          <a:srgbClr val="FFFFFF"/>
        </a:solidFill>
      </p:bgPr>
    </p:bg>
    <p:spTree>
      <p:nvGrpSpPr>
        <p:cNvPr id="1" name=""/>
        <p:cNvGrpSpPr/>
        <p:nvPr/>
      </p:nvGrpSpPr>
      <p:grpSpPr>
        <a:xfrm>
          <a:off x="0" y="0"/>
          <a:ext cx="0" cy="0"/>
          <a:chOff x="0" y="0"/>
          <a:chExt cx="0" cy="0"/>
        </a:xfrm>
      </p:grpSpPr>
      <p:grpSp>
        <p:nvGrpSpPr>
          <p:cNvPr id="4999" name="Rectangle 1"/>
          <p:cNvGrpSpPr/>
          <p:nvPr/>
        </p:nvGrpSpPr>
        <p:grpSpPr>
          <a:xfrm>
            <a:off x="12287632" y="5878297"/>
            <a:ext cx="710311" cy="979707"/>
            <a:chOff x="0" y="0"/>
            <a:chExt cx="710309" cy="979705"/>
          </a:xfrm>
        </p:grpSpPr>
        <p:sp>
          <p:nvSpPr>
            <p:cNvPr id="4997"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99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002" name="Rectangle 2"/>
          <p:cNvGrpSpPr/>
          <p:nvPr/>
        </p:nvGrpSpPr>
        <p:grpSpPr>
          <a:xfrm>
            <a:off x="12287631" y="4898603"/>
            <a:ext cx="710311" cy="979709"/>
            <a:chOff x="0" y="-1"/>
            <a:chExt cx="710309" cy="979708"/>
          </a:xfrm>
        </p:grpSpPr>
        <p:sp>
          <p:nvSpPr>
            <p:cNvPr id="5000"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01"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005" name="Rectangle 3"/>
          <p:cNvGrpSpPr/>
          <p:nvPr/>
        </p:nvGrpSpPr>
        <p:grpSpPr>
          <a:xfrm>
            <a:off x="12287632" y="3918862"/>
            <a:ext cx="710311" cy="979706"/>
            <a:chOff x="0" y="0"/>
            <a:chExt cx="710309" cy="979705"/>
          </a:xfrm>
        </p:grpSpPr>
        <p:sp>
          <p:nvSpPr>
            <p:cNvPr id="5003"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0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008" name="Rectangle 4"/>
          <p:cNvGrpSpPr/>
          <p:nvPr/>
        </p:nvGrpSpPr>
        <p:grpSpPr>
          <a:xfrm>
            <a:off x="12287631" y="2939171"/>
            <a:ext cx="710311" cy="979707"/>
            <a:chOff x="0" y="0"/>
            <a:chExt cx="710309" cy="979705"/>
          </a:xfrm>
        </p:grpSpPr>
        <p:sp>
          <p:nvSpPr>
            <p:cNvPr id="5006"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0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011" name="Rectangle 5"/>
          <p:cNvGrpSpPr/>
          <p:nvPr/>
        </p:nvGrpSpPr>
        <p:grpSpPr>
          <a:xfrm>
            <a:off x="12287632" y="1959431"/>
            <a:ext cx="710311" cy="979707"/>
            <a:chOff x="0" y="0"/>
            <a:chExt cx="710309" cy="979705"/>
          </a:xfrm>
        </p:grpSpPr>
        <p:sp>
          <p:nvSpPr>
            <p:cNvPr id="5009"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1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014" name="Rectangle 6"/>
          <p:cNvGrpSpPr/>
          <p:nvPr/>
        </p:nvGrpSpPr>
        <p:grpSpPr>
          <a:xfrm>
            <a:off x="12287631" y="979736"/>
            <a:ext cx="710311" cy="979707"/>
            <a:chOff x="0" y="0"/>
            <a:chExt cx="710309" cy="979705"/>
          </a:xfrm>
        </p:grpSpPr>
        <p:sp>
          <p:nvSpPr>
            <p:cNvPr id="5012"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13"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017" name="Rectangle 7"/>
          <p:cNvGrpSpPr/>
          <p:nvPr/>
        </p:nvGrpSpPr>
        <p:grpSpPr>
          <a:xfrm>
            <a:off x="12287631" y="-2"/>
            <a:ext cx="710311" cy="979706"/>
            <a:chOff x="0" y="0"/>
            <a:chExt cx="710309" cy="979705"/>
          </a:xfrm>
        </p:grpSpPr>
        <p:sp>
          <p:nvSpPr>
            <p:cNvPr id="5015"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1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020" name="Rectangle 8"/>
          <p:cNvGrpSpPr/>
          <p:nvPr/>
        </p:nvGrpSpPr>
        <p:grpSpPr>
          <a:xfrm>
            <a:off x="12997439" y="5715013"/>
            <a:ext cx="710311" cy="1142996"/>
            <a:chOff x="0" y="0"/>
            <a:chExt cx="710309" cy="1142994"/>
          </a:xfrm>
        </p:grpSpPr>
        <p:sp>
          <p:nvSpPr>
            <p:cNvPr id="5018"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023" name="Rectangle 9"/>
          <p:cNvGrpSpPr/>
          <p:nvPr/>
        </p:nvGrpSpPr>
        <p:grpSpPr>
          <a:xfrm>
            <a:off x="12997439" y="4572032"/>
            <a:ext cx="710311" cy="1142996"/>
            <a:chOff x="0" y="0"/>
            <a:chExt cx="710309" cy="1142994"/>
          </a:xfrm>
        </p:grpSpPr>
        <p:sp>
          <p:nvSpPr>
            <p:cNvPr id="5021"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026" name="Rectangle 10"/>
          <p:cNvGrpSpPr/>
          <p:nvPr/>
        </p:nvGrpSpPr>
        <p:grpSpPr>
          <a:xfrm>
            <a:off x="12997439" y="3428998"/>
            <a:ext cx="710311" cy="1142996"/>
            <a:chOff x="0" y="0"/>
            <a:chExt cx="710309" cy="1142994"/>
          </a:xfrm>
        </p:grpSpPr>
        <p:sp>
          <p:nvSpPr>
            <p:cNvPr id="5024"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2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029" name="Rectangle 11"/>
          <p:cNvGrpSpPr/>
          <p:nvPr/>
        </p:nvGrpSpPr>
        <p:grpSpPr>
          <a:xfrm>
            <a:off x="12997439" y="2286017"/>
            <a:ext cx="710311" cy="1142996"/>
            <a:chOff x="0" y="0"/>
            <a:chExt cx="710309" cy="1142994"/>
          </a:xfrm>
        </p:grpSpPr>
        <p:sp>
          <p:nvSpPr>
            <p:cNvPr id="5027"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032" name="Rectangle 12"/>
          <p:cNvGrpSpPr/>
          <p:nvPr/>
        </p:nvGrpSpPr>
        <p:grpSpPr>
          <a:xfrm>
            <a:off x="12997439" y="1142977"/>
            <a:ext cx="710311" cy="1142997"/>
            <a:chOff x="0" y="-1"/>
            <a:chExt cx="710309" cy="1142995"/>
          </a:xfrm>
        </p:grpSpPr>
        <p:sp>
          <p:nvSpPr>
            <p:cNvPr id="5030"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3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035" name="Rectangle 13"/>
          <p:cNvGrpSpPr/>
          <p:nvPr/>
        </p:nvGrpSpPr>
        <p:grpSpPr>
          <a:xfrm>
            <a:off x="13706754" y="-2365"/>
            <a:ext cx="710311" cy="1142995"/>
            <a:chOff x="0" y="0"/>
            <a:chExt cx="710309" cy="1142994"/>
          </a:xfrm>
        </p:grpSpPr>
        <p:sp>
          <p:nvSpPr>
            <p:cNvPr id="5033"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3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038" name="Rectangle 14"/>
          <p:cNvGrpSpPr/>
          <p:nvPr/>
        </p:nvGrpSpPr>
        <p:grpSpPr>
          <a:xfrm>
            <a:off x="13706756" y="5715013"/>
            <a:ext cx="710311" cy="1142996"/>
            <a:chOff x="0" y="0"/>
            <a:chExt cx="710309" cy="1142994"/>
          </a:xfrm>
        </p:grpSpPr>
        <p:sp>
          <p:nvSpPr>
            <p:cNvPr id="5036"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3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041" name="Rectangle 15"/>
          <p:cNvGrpSpPr/>
          <p:nvPr/>
        </p:nvGrpSpPr>
        <p:grpSpPr>
          <a:xfrm>
            <a:off x="13706754" y="4572032"/>
            <a:ext cx="710311" cy="1142996"/>
            <a:chOff x="0" y="0"/>
            <a:chExt cx="710309" cy="1142994"/>
          </a:xfrm>
        </p:grpSpPr>
        <p:sp>
          <p:nvSpPr>
            <p:cNvPr id="5039"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4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044" name="Rectangle 16"/>
          <p:cNvGrpSpPr/>
          <p:nvPr/>
        </p:nvGrpSpPr>
        <p:grpSpPr>
          <a:xfrm>
            <a:off x="12996453" y="-1157"/>
            <a:ext cx="710311" cy="1142995"/>
            <a:chOff x="0" y="0"/>
            <a:chExt cx="710309" cy="1142994"/>
          </a:xfrm>
        </p:grpSpPr>
        <p:sp>
          <p:nvSpPr>
            <p:cNvPr id="5042"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4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047" name="Rectangle 17"/>
          <p:cNvGrpSpPr/>
          <p:nvPr/>
        </p:nvGrpSpPr>
        <p:grpSpPr>
          <a:xfrm>
            <a:off x="13706754" y="2286017"/>
            <a:ext cx="710311" cy="1142996"/>
            <a:chOff x="0" y="0"/>
            <a:chExt cx="710309" cy="1142994"/>
          </a:xfrm>
        </p:grpSpPr>
        <p:sp>
          <p:nvSpPr>
            <p:cNvPr id="5045"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050" name="Rectangle 18"/>
          <p:cNvGrpSpPr/>
          <p:nvPr/>
        </p:nvGrpSpPr>
        <p:grpSpPr>
          <a:xfrm>
            <a:off x="13706756" y="1142977"/>
            <a:ext cx="710311" cy="1142997"/>
            <a:chOff x="0" y="-1"/>
            <a:chExt cx="710309" cy="1142995"/>
          </a:xfrm>
        </p:grpSpPr>
        <p:sp>
          <p:nvSpPr>
            <p:cNvPr id="5048"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4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053" name="Rectangle 19"/>
          <p:cNvGrpSpPr/>
          <p:nvPr/>
        </p:nvGrpSpPr>
        <p:grpSpPr>
          <a:xfrm>
            <a:off x="13706754" y="3427836"/>
            <a:ext cx="710311" cy="1142996"/>
            <a:chOff x="0" y="0"/>
            <a:chExt cx="710309" cy="1142994"/>
          </a:xfrm>
        </p:grpSpPr>
        <p:sp>
          <p:nvSpPr>
            <p:cNvPr id="5051"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5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5054" name="Body Level One…"/>
          <p:cNvSpPr txBox="1"/>
          <p:nvPr>
            <p:ph type="body" idx="1" hasCustomPrompt="1"/>
          </p:nvPr>
        </p:nvSpPr>
        <p:spPr>
          <a:xfrm>
            <a:off x="188912" y="786082"/>
            <a:ext cx="11811001" cy="5285838"/>
          </a:xfrm>
          <a:prstGeom prst="rect">
            <a:avLst/>
          </a:prstGeom>
        </p:spPr>
        <p:txBody>
          <a:bodyPr anchor="ctr"/>
          <a:lstStyle>
            <a:lvl1pPr algn="ctr">
              <a:defRPr sz="6000">
                <a:solidFill>
                  <a:srgbClr val="000000"/>
                </a:solidFill>
                <a:latin typeface="Mona-Sans Regular"/>
                <a:ea typeface="Mona-Sans Regular"/>
                <a:cs typeface="Mona-Sans Regular"/>
                <a:sym typeface="Mona-Sans Regular"/>
              </a:defRPr>
            </a:lvl1pPr>
            <a:lvl2pPr algn="ctr">
              <a:defRPr sz="6000">
                <a:solidFill>
                  <a:srgbClr val="000000"/>
                </a:solidFill>
                <a:latin typeface="Mona-Sans Regular"/>
                <a:ea typeface="Mona-Sans Regular"/>
                <a:cs typeface="Mona-Sans Regular"/>
                <a:sym typeface="Mona-Sans Regular"/>
              </a:defRPr>
            </a:lvl2pPr>
            <a:lvl3pPr algn="ctr">
              <a:defRPr sz="6000">
                <a:solidFill>
                  <a:srgbClr val="000000"/>
                </a:solidFill>
                <a:latin typeface="Mona-Sans Regular"/>
                <a:ea typeface="Mona-Sans Regular"/>
                <a:cs typeface="Mona-Sans Regular"/>
                <a:sym typeface="Mona-Sans Regular"/>
              </a:defRPr>
            </a:lvl3pPr>
            <a:lvl4pPr algn="ctr">
              <a:defRPr sz="6000">
                <a:solidFill>
                  <a:srgbClr val="000000"/>
                </a:solidFill>
                <a:latin typeface="Mona-Sans Regular"/>
                <a:ea typeface="Mona-Sans Regular"/>
                <a:cs typeface="Mona-Sans Regular"/>
                <a:sym typeface="Mona-Sans Regular"/>
              </a:defRPr>
            </a:lvl4pPr>
            <a:lvl5pPr algn="ctr">
              <a:defRPr sz="6000">
                <a:solidFill>
                  <a:srgbClr val="000000"/>
                </a:solidFill>
                <a:latin typeface="Mona-Sans Regular"/>
                <a:ea typeface="Mona-Sans Regular"/>
                <a:cs typeface="Mona-Sans Regular"/>
                <a:sym typeface="Mona-Sans Regular"/>
              </a:defRPr>
            </a:lvl5pPr>
          </a:lstStyle>
          <a:p>
            <a:pPr/>
            <a:r>
              <a:t>Large Statement</a:t>
            </a:r>
          </a:p>
          <a:p>
            <a:pPr lvl="1"/>
            <a:r>
              <a:t/>
            </a:r>
          </a:p>
          <a:p>
            <a:pPr lvl="2"/>
            <a:r>
              <a:t/>
            </a:r>
          </a:p>
          <a:p>
            <a:pPr lvl="3"/>
            <a:r>
              <a:t/>
            </a:r>
          </a:p>
          <a:p>
            <a:pPr lvl="4"/>
            <a:r>
              <a:t/>
            </a:r>
          </a:p>
        </p:txBody>
      </p:sp>
      <p:sp>
        <p:nvSpPr>
          <p:cNvPr id="5055" name="Rectangle 6"/>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056" name="Rectangle 7"/>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5057" name="Text Placeholder 13"/>
          <p:cNvSpPr/>
          <p:nvPr>
            <p:ph type="body" sz="quarter" idx="21"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50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p:bg>
      <p:bgPr>
        <a:solidFill>
          <a:srgbClr val="FFFFFF"/>
        </a:solidFill>
      </p:bgPr>
    </p:bg>
    <p:spTree>
      <p:nvGrpSpPr>
        <p:cNvPr id="1" name=""/>
        <p:cNvGrpSpPr/>
        <p:nvPr/>
      </p:nvGrpSpPr>
      <p:grpSpPr>
        <a:xfrm>
          <a:off x="0" y="0"/>
          <a:ext cx="0" cy="0"/>
          <a:chOff x="0" y="0"/>
          <a:chExt cx="0" cy="0"/>
        </a:xfrm>
      </p:grpSpPr>
      <p:grpSp>
        <p:nvGrpSpPr>
          <p:cNvPr id="5067" name="Rectangle 1"/>
          <p:cNvGrpSpPr/>
          <p:nvPr/>
        </p:nvGrpSpPr>
        <p:grpSpPr>
          <a:xfrm>
            <a:off x="12287632" y="5878297"/>
            <a:ext cx="710311" cy="979707"/>
            <a:chOff x="0" y="0"/>
            <a:chExt cx="710309" cy="979705"/>
          </a:xfrm>
        </p:grpSpPr>
        <p:sp>
          <p:nvSpPr>
            <p:cNvPr id="506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6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070" name="Rectangle 2"/>
          <p:cNvGrpSpPr/>
          <p:nvPr/>
        </p:nvGrpSpPr>
        <p:grpSpPr>
          <a:xfrm>
            <a:off x="12287631" y="4898603"/>
            <a:ext cx="710311" cy="979709"/>
            <a:chOff x="0" y="-1"/>
            <a:chExt cx="710309" cy="979708"/>
          </a:xfrm>
        </p:grpSpPr>
        <p:sp>
          <p:nvSpPr>
            <p:cNvPr id="506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6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073" name="Rectangle 3"/>
          <p:cNvGrpSpPr/>
          <p:nvPr/>
        </p:nvGrpSpPr>
        <p:grpSpPr>
          <a:xfrm>
            <a:off x="12287632" y="3918862"/>
            <a:ext cx="710311" cy="979706"/>
            <a:chOff x="0" y="0"/>
            <a:chExt cx="710309" cy="979705"/>
          </a:xfrm>
        </p:grpSpPr>
        <p:sp>
          <p:nvSpPr>
            <p:cNvPr id="507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7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076" name="Rectangle 4"/>
          <p:cNvGrpSpPr/>
          <p:nvPr/>
        </p:nvGrpSpPr>
        <p:grpSpPr>
          <a:xfrm>
            <a:off x="12287631" y="2939171"/>
            <a:ext cx="710311" cy="979707"/>
            <a:chOff x="0" y="0"/>
            <a:chExt cx="710309" cy="979705"/>
          </a:xfrm>
        </p:grpSpPr>
        <p:sp>
          <p:nvSpPr>
            <p:cNvPr id="507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7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079" name="Rectangle 5"/>
          <p:cNvGrpSpPr/>
          <p:nvPr/>
        </p:nvGrpSpPr>
        <p:grpSpPr>
          <a:xfrm>
            <a:off x="12287632" y="1959431"/>
            <a:ext cx="710311" cy="979707"/>
            <a:chOff x="0" y="0"/>
            <a:chExt cx="710309" cy="979705"/>
          </a:xfrm>
        </p:grpSpPr>
        <p:sp>
          <p:nvSpPr>
            <p:cNvPr id="507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7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082" name="Rectangle 6"/>
          <p:cNvGrpSpPr/>
          <p:nvPr/>
        </p:nvGrpSpPr>
        <p:grpSpPr>
          <a:xfrm>
            <a:off x="12287631" y="979736"/>
            <a:ext cx="710311" cy="979707"/>
            <a:chOff x="0" y="0"/>
            <a:chExt cx="710309" cy="979705"/>
          </a:xfrm>
        </p:grpSpPr>
        <p:sp>
          <p:nvSpPr>
            <p:cNvPr id="508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8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085" name="Rectangle 7"/>
          <p:cNvGrpSpPr/>
          <p:nvPr/>
        </p:nvGrpSpPr>
        <p:grpSpPr>
          <a:xfrm>
            <a:off x="12287631" y="-2"/>
            <a:ext cx="710311" cy="979706"/>
            <a:chOff x="0" y="0"/>
            <a:chExt cx="710309" cy="979705"/>
          </a:xfrm>
        </p:grpSpPr>
        <p:sp>
          <p:nvSpPr>
            <p:cNvPr id="508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8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088" name="Rectangle 8"/>
          <p:cNvGrpSpPr/>
          <p:nvPr/>
        </p:nvGrpSpPr>
        <p:grpSpPr>
          <a:xfrm>
            <a:off x="12997439" y="5715013"/>
            <a:ext cx="710311" cy="1142996"/>
            <a:chOff x="0" y="0"/>
            <a:chExt cx="710309" cy="1142994"/>
          </a:xfrm>
        </p:grpSpPr>
        <p:sp>
          <p:nvSpPr>
            <p:cNvPr id="508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8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091" name="Rectangle 9"/>
          <p:cNvGrpSpPr/>
          <p:nvPr/>
        </p:nvGrpSpPr>
        <p:grpSpPr>
          <a:xfrm>
            <a:off x="12997439" y="4572032"/>
            <a:ext cx="710311" cy="1142996"/>
            <a:chOff x="0" y="0"/>
            <a:chExt cx="710309" cy="1142994"/>
          </a:xfrm>
        </p:grpSpPr>
        <p:sp>
          <p:nvSpPr>
            <p:cNvPr id="508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9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094" name="Rectangle 10"/>
          <p:cNvGrpSpPr/>
          <p:nvPr/>
        </p:nvGrpSpPr>
        <p:grpSpPr>
          <a:xfrm>
            <a:off x="12997439" y="3428998"/>
            <a:ext cx="710311" cy="1142996"/>
            <a:chOff x="0" y="0"/>
            <a:chExt cx="710309" cy="1142994"/>
          </a:xfrm>
        </p:grpSpPr>
        <p:sp>
          <p:nvSpPr>
            <p:cNvPr id="509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9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097" name="Rectangle 11"/>
          <p:cNvGrpSpPr/>
          <p:nvPr/>
        </p:nvGrpSpPr>
        <p:grpSpPr>
          <a:xfrm>
            <a:off x="12997439" y="2286017"/>
            <a:ext cx="710311" cy="1142996"/>
            <a:chOff x="0" y="0"/>
            <a:chExt cx="710309" cy="1142994"/>
          </a:xfrm>
        </p:grpSpPr>
        <p:sp>
          <p:nvSpPr>
            <p:cNvPr id="509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100" name="Rectangle 12"/>
          <p:cNvGrpSpPr/>
          <p:nvPr/>
        </p:nvGrpSpPr>
        <p:grpSpPr>
          <a:xfrm>
            <a:off x="12997439" y="1142977"/>
            <a:ext cx="710311" cy="1142997"/>
            <a:chOff x="0" y="-1"/>
            <a:chExt cx="710309" cy="1142995"/>
          </a:xfrm>
        </p:grpSpPr>
        <p:sp>
          <p:nvSpPr>
            <p:cNvPr id="509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09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103" name="Rectangle 13"/>
          <p:cNvGrpSpPr/>
          <p:nvPr/>
        </p:nvGrpSpPr>
        <p:grpSpPr>
          <a:xfrm>
            <a:off x="13706754" y="-2365"/>
            <a:ext cx="710311" cy="1142995"/>
            <a:chOff x="0" y="0"/>
            <a:chExt cx="710309" cy="1142994"/>
          </a:xfrm>
        </p:grpSpPr>
        <p:sp>
          <p:nvSpPr>
            <p:cNvPr id="510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0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106" name="Rectangle 14"/>
          <p:cNvGrpSpPr/>
          <p:nvPr/>
        </p:nvGrpSpPr>
        <p:grpSpPr>
          <a:xfrm>
            <a:off x="13706756" y="5715013"/>
            <a:ext cx="710311" cy="1142996"/>
            <a:chOff x="0" y="0"/>
            <a:chExt cx="710309" cy="1142994"/>
          </a:xfrm>
        </p:grpSpPr>
        <p:sp>
          <p:nvSpPr>
            <p:cNvPr id="510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0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109" name="Rectangle 15"/>
          <p:cNvGrpSpPr/>
          <p:nvPr/>
        </p:nvGrpSpPr>
        <p:grpSpPr>
          <a:xfrm>
            <a:off x="13706754" y="4572032"/>
            <a:ext cx="710311" cy="1142996"/>
            <a:chOff x="0" y="0"/>
            <a:chExt cx="710309" cy="1142994"/>
          </a:xfrm>
        </p:grpSpPr>
        <p:sp>
          <p:nvSpPr>
            <p:cNvPr id="510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0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112" name="Rectangle 16"/>
          <p:cNvGrpSpPr/>
          <p:nvPr/>
        </p:nvGrpSpPr>
        <p:grpSpPr>
          <a:xfrm>
            <a:off x="12996453" y="-1157"/>
            <a:ext cx="710311" cy="1142995"/>
            <a:chOff x="0" y="0"/>
            <a:chExt cx="710309" cy="1142994"/>
          </a:xfrm>
        </p:grpSpPr>
        <p:sp>
          <p:nvSpPr>
            <p:cNvPr id="511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115" name="Rectangle 17"/>
          <p:cNvGrpSpPr/>
          <p:nvPr/>
        </p:nvGrpSpPr>
        <p:grpSpPr>
          <a:xfrm>
            <a:off x="13706754" y="2286017"/>
            <a:ext cx="710311" cy="1142996"/>
            <a:chOff x="0" y="0"/>
            <a:chExt cx="710309" cy="1142994"/>
          </a:xfrm>
        </p:grpSpPr>
        <p:sp>
          <p:nvSpPr>
            <p:cNvPr id="511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1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118" name="Rectangle 18"/>
          <p:cNvGrpSpPr/>
          <p:nvPr/>
        </p:nvGrpSpPr>
        <p:grpSpPr>
          <a:xfrm>
            <a:off x="13706756" y="1142977"/>
            <a:ext cx="710311" cy="1142997"/>
            <a:chOff x="0" y="-1"/>
            <a:chExt cx="710309" cy="1142995"/>
          </a:xfrm>
        </p:grpSpPr>
        <p:sp>
          <p:nvSpPr>
            <p:cNvPr id="511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1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121" name="Rectangle 19"/>
          <p:cNvGrpSpPr/>
          <p:nvPr/>
        </p:nvGrpSpPr>
        <p:grpSpPr>
          <a:xfrm>
            <a:off x="13706754" y="3427836"/>
            <a:ext cx="710311" cy="1142996"/>
            <a:chOff x="0" y="0"/>
            <a:chExt cx="710309" cy="1142994"/>
          </a:xfrm>
        </p:grpSpPr>
        <p:sp>
          <p:nvSpPr>
            <p:cNvPr id="511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5122" name="Body Level One…"/>
          <p:cNvSpPr txBox="1"/>
          <p:nvPr>
            <p:ph type="body" sz="quarter" idx="1" hasCustomPrompt="1"/>
          </p:nvPr>
        </p:nvSpPr>
        <p:spPr>
          <a:xfrm>
            <a:off x="814421" y="5591395"/>
            <a:ext cx="10966303" cy="274626"/>
          </a:xfrm>
          <a:prstGeom prst="rect">
            <a:avLst/>
          </a:prstGeom>
        </p:spPr>
        <p:txBody>
          <a:bodyPr/>
          <a:lstStyle>
            <a:lvl1pPr>
              <a:defRPr cap="all" sz="1600">
                <a:solidFill>
                  <a:srgbClr val="000000"/>
                </a:solidFill>
                <a:latin typeface="Mona Sans Mono"/>
                <a:ea typeface="Mona Sans Mono"/>
                <a:cs typeface="Mona Sans Mono"/>
                <a:sym typeface="Mona Sans Mono"/>
              </a:defRPr>
            </a:lvl1pPr>
            <a:lvl2pPr>
              <a:defRPr cap="all" sz="1600">
                <a:solidFill>
                  <a:srgbClr val="000000"/>
                </a:solidFill>
                <a:latin typeface="Mona Sans Mono"/>
                <a:ea typeface="Mona Sans Mono"/>
                <a:cs typeface="Mona Sans Mono"/>
                <a:sym typeface="Mona Sans Mono"/>
              </a:defRPr>
            </a:lvl2pPr>
            <a:lvl3pPr>
              <a:defRPr cap="all" sz="1600">
                <a:solidFill>
                  <a:srgbClr val="000000"/>
                </a:solidFill>
                <a:latin typeface="Mona Sans Mono"/>
                <a:ea typeface="Mona Sans Mono"/>
                <a:cs typeface="Mona Sans Mono"/>
                <a:sym typeface="Mona Sans Mono"/>
              </a:defRPr>
            </a:lvl3pPr>
            <a:lvl4pPr>
              <a:defRPr cap="all" sz="1600">
                <a:solidFill>
                  <a:srgbClr val="000000"/>
                </a:solidFill>
                <a:latin typeface="Mona Sans Mono"/>
                <a:ea typeface="Mona Sans Mono"/>
                <a:cs typeface="Mona Sans Mono"/>
                <a:sym typeface="Mona Sans Mono"/>
              </a:defRPr>
            </a:lvl4pPr>
            <a:lvl5pPr>
              <a:defRPr cap="all" sz="1600">
                <a:solidFill>
                  <a:srgbClr val="000000"/>
                </a:solidFill>
                <a:latin typeface="Mona Sans Mono"/>
                <a:ea typeface="Mona Sans Mono"/>
                <a:cs typeface="Mona Sans Mono"/>
                <a:sym typeface="Mona Sans Mono"/>
              </a:defRPr>
            </a:lvl5pPr>
          </a:lstStyle>
          <a:p>
            <a:pPr/>
            <a:r>
              <a:t>First &amp; last name</a:t>
            </a:r>
          </a:p>
          <a:p>
            <a:pPr lvl="1"/>
            <a:r>
              <a:t/>
            </a:r>
          </a:p>
          <a:p>
            <a:pPr lvl="2"/>
            <a:r>
              <a:t/>
            </a:r>
          </a:p>
          <a:p>
            <a:pPr lvl="3"/>
            <a:r>
              <a:t/>
            </a:r>
          </a:p>
          <a:p>
            <a:pPr lvl="4"/>
            <a:r>
              <a:t/>
            </a:r>
          </a:p>
        </p:txBody>
      </p:sp>
      <p:sp>
        <p:nvSpPr>
          <p:cNvPr id="5123" name="Text Placeholder 10"/>
          <p:cNvSpPr/>
          <p:nvPr>
            <p:ph type="body" sz="quarter" idx="21" hasCustomPrompt="1"/>
          </p:nvPr>
        </p:nvSpPr>
        <p:spPr>
          <a:xfrm>
            <a:off x="814419" y="5885126"/>
            <a:ext cx="10966306" cy="198604"/>
          </a:xfrm>
          <a:prstGeom prst="rect">
            <a:avLst/>
          </a:prstGeom>
        </p:spPr>
        <p:txBody>
          <a:bodyPr/>
          <a:lstStyle>
            <a:lvl1pPr defTabSz="776928">
              <a:spcBef>
                <a:spcPts val="800"/>
              </a:spcBef>
              <a:defRPr sz="1300">
                <a:solidFill>
                  <a:srgbClr val="7C8C9A"/>
                </a:solidFill>
                <a:latin typeface="Mona Sans Display Medium"/>
                <a:ea typeface="Mona Sans Display Medium"/>
                <a:cs typeface="Mona Sans Display Medium"/>
                <a:sym typeface="Mona Sans Display Medium"/>
              </a:defRPr>
            </a:lvl1pPr>
          </a:lstStyle>
          <a:p>
            <a:pPr/>
            <a:r>
              <a:t>Position, Company</a:t>
            </a:r>
          </a:p>
        </p:txBody>
      </p:sp>
      <p:sp>
        <p:nvSpPr>
          <p:cNvPr id="5124" name="Rectangle 9"/>
          <p:cNvSpPr/>
          <p:nvPr/>
        </p:nvSpPr>
        <p:spPr>
          <a:xfrm>
            <a:off x="406844" y="5416705"/>
            <a:ext cx="11375136" cy="18292"/>
          </a:xfrm>
          <a:prstGeom prst="rect">
            <a:avLst/>
          </a:prstGeom>
          <a:solidFill>
            <a:srgbClr val="B0C4AA"/>
          </a:solidFill>
          <a:ln w="12700">
            <a:miter lim="400000"/>
          </a:ln>
        </p:spPr>
        <p:txBody>
          <a:bodyPr lIns="45718" tIns="45718" rIns="45718" bIns="45718" anchor="ctr"/>
          <a:lstStyle/>
          <a:p>
            <a:pPr algn="ctr">
              <a:defRPr>
                <a:solidFill>
                  <a:srgbClr val="FFFFFF"/>
                </a:solidFill>
              </a:defRPr>
            </a:pPr>
          </a:p>
        </p:txBody>
      </p:sp>
      <p:sp>
        <p:nvSpPr>
          <p:cNvPr id="5125" name="Rectangle 10"/>
          <p:cNvSpPr/>
          <p:nvPr/>
        </p:nvSpPr>
        <p:spPr>
          <a:xfrm>
            <a:off x="408101" y="5604009"/>
            <a:ext cx="100588" cy="100588"/>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126" name="TextBox 11"/>
          <p:cNvSpPr txBox="1"/>
          <p:nvPr/>
        </p:nvSpPr>
        <p:spPr>
          <a:xfrm>
            <a:off x="406844" y="312752"/>
            <a:ext cx="181868" cy="609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4000">
                <a:solidFill>
                  <a:schemeClr val="accent1"/>
                </a:solidFill>
                <a:latin typeface="Mona Sans Mono"/>
                <a:ea typeface="Mona Sans Mono"/>
                <a:cs typeface="Mona Sans Mono"/>
                <a:sym typeface="Mona Sans Mono"/>
              </a:defRPr>
            </a:lvl1pPr>
          </a:lstStyle>
          <a:p>
            <a:pPr/>
            <a:r>
              <a:t>“</a:t>
            </a:r>
          </a:p>
        </p:txBody>
      </p:sp>
      <p:sp>
        <p:nvSpPr>
          <p:cNvPr id="5127" name="Text Placeholder 9"/>
          <p:cNvSpPr/>
          <p:nvPr>
            <p:ph type="body" idx="22" hasCustomPrompt="1"/>
          </p:nvPr>
        </p:nvSpPr>
        <p:spPr>
          <a:xfrm>
            <a:off x="386635" y="741969"/>
            <a:ext cx="11422778" cy="4516613"/>
          </a:xfrm>
          <a:prstGeom prst="rect">
            <a:avLst/>
          </a:prstGeom>
        </p:spPr>
        <p:txBody>
          <a:bodyPr anchor="ctr"/>
          <a:lstStyle>
            <a:lvl1pPr>
              <a:defRPr sz="4000">
                <a:solidFill>
                  <a:srgbClr val="000000"/>
                </a:solidFill>
                <a:latin typeface="Mona Sans Mono"/>
                <a:ea typeface="Mona Sans Mono"/>
                <a:cs typeface="Mona Sans Mono"/>
                <a:sym typeface="Mona Sans Mono"/>
              </a:defRPr>
            </a:lvl1pPr>
          </a:lstStyle>
          <a:p>
            <a:pPr/>
            <a:r>
              <a:t>Quote / testimonial</a:t>
            </a:r>
          </a:p>
        </p:txBody>
      </p:sp>
      <p:sp>
        <p:nvSpPr>
          <p:cNvPr id="5128" name="Rectangle 8"/>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129" name="Rectangle 12"/>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5130" name="Text Placeholder 13"/>
          <p:cNvSpPr/>
          <p:nvPr>
            <p:ph type="body" sz="quarter" idx="23"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51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Large number &amp; statement">
    <p:bg>
      <p:bgPr>
        <a:solidFill>
          <a:srgbClr val="FFFFFF"/>
        </a:solidFill>
      </p:bgPr>
    </p:bg>
    <p:spTree>
      <p:nvGrpSpPr>
        <p:cNvPr id="1" name=""/>
        <p:cNvGrpSpPr/>
        <p:nvPr/>
      </p:nvGrpSpPr>
      <p:grpSpPr>
        <a:xfrm>
          <a:off x="0" y="0"/>
          <a:ext cx="0" cy="0"/>
          <a:chOff x="0" y="0"/>
          <a:chExt cx="0" cy="0"/>
        </a:xfrm>
      </p:grpSpPr>
      <p:grpSp>
        <p:nvGrpSpPr>
          <p:cNvPr id="5140" name="Rectangle 1"/>
          <p:cNvGrpSpPr/>
          <p:nvPr/>
        </p:nvGrpSpPr>
        <p:grpSpPr>
          <a:xfrm>
            <a:off x="12287632" y="5878297"/>
            <a:ext cx="710311" cy="979707"/>
            <a:chOff x="0" y="0"/>
            <a:chExt cx="710309" cy="979705"/>
          </a:xfrm>
        </p:grpSpPr>
        <p:sp>
          <p:nvSpPr>
            <p:cNvPr id="5138"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3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143" name="Rectangle 2"/>
          <p:cNvGrpSpPr/>
          <p:nvPr/>
        </p:nvGrpSpPr>
        <p:grpSpPr>
          <a:xfrm>
            <a:off x="12287631" y="4898603"/>
            <a:ext cx="710311" cy="979709"/>
            <a:chOff x="0" y="-1"/>
            <a:chExt cx="710309" cy="979708"/>
          </a:xfrm>
        </p:grpSpPr>
        <p:sp>
          <p:nvSpPr>
            <p:cNvPr id="5141"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42"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146" name="Rectangle 3"/>
          <p:cNvGrpSpPr/>
          <p:nvPr/>
        </p:nvGrpSpPr>
        <p:grpSpPr>
          <a:xfrm>
            <a:off x="12287632" y="3918862"/>
            <a:ext cx="710311" cy="979706"/>
            <a:chOff x="0" y="0"/>
            <a:chExt cx="710309" cy="979705"/>
          </a:xfrm>
        </p:grpSpPr>
        <p:sp>
          <p:nvSpPr>
            <p:cNvPr id="5144"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4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149" name="Rectangle 4"/>
          <p:cNvGrpSpPr/>
          <p:nvPr/>
        </p:nvGrpSpPr>
        <p:grpSpPr>
          <a:xfrm>
            <a:off x="12287631" y="2939171"/>
            <a:ext cx="710311" cy="979707"/>
            <a:chOff x="0" y="0"/>
            <a:chExt cx="710309" cy="979705"/>
          </a:xfrm>
        </p:grpSpPr>
        <p:sp>
          <p:nvSpPr>
            <p:cNvPr id="5147"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4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152" name="Rectangle 5"/>
          <p:cNvGrpSpPr/>
          <p:nvPr/>
        </p:nvGrpSpPr>
        <p:grpSpPr>
          <a:xfrm>
            <a:off x="12287632" y="1959431"/>
            <a:ext cx="710311" cy="979707"/>
            <a:chOff x="0" y="0"/>
            <a:chExt cx="710309" cy="979705"/>
          </a:xfrm>
        </p:grpSpPr>
        <p:sp>
          <p:nvSpPr>
            <p:cNvPr id="5150"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5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155" name="Rectangle 6"/>
          <p:cNvGrpSpPr/>
          <p:nvPr/>
        </p:nvGrpSpPr>
        <p:grpSpPr>
          <a:xfrm>
            <a:off x="12287631" y="979736"/>
            <a:ext cx="710311" cy="979707"/>
            <a:chOff x="0" y="0"/>
            <a:chExt cx="710309" cy="979705"/>
          </a:xfrm>
        </p:grpSpPr>
        <p:sp>
          <p:nvSpPr>
            <p:cNvPr id="5153"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54"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158" name="Rectangle 7"/>
          <p:cNvGrpSpPr/>
          <p:nvPr/>
        </p:nvGrpSpPr>
        <p:grpSpPr>
          <a:xfrm>
            <a:off x="12287631" y="-2"/>
            <a:ext cx="710311" cy="979706"/>
            <a:chOff x="0" y="0"/>
            <a:chExt cx="710309" cy="979705"/>
          </a:xfrm>
        </p:grpSpPr>
        <p:sp>
          <p:nvSpPr>
            <p:cNvPr id="5156"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5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161" name="Rectangle 8"/>
          <p:cNvGrpSpPr/>
          <p:nvPr/>
        </p:nvGrpSpPr>
        <p:grpSpPr>
          <a:xfrm>
            <a:off x="12997439" y="5715013"/>
            <a:ext cx="710311" cy="1142996"/>
            <a:chOff x="0" y="0"/>
            <a:chExt cx="710309" cy="1142994"/>
          </a:xfrm>
        </p:grpSpPr>
        <p:sp>
          <p:nvSpPr>
            <p:cNvPr id="5159"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164" name="Rectangle 9"/>
          <p:cNvGrpSpPr/>
          <p:nvPr/>
        </p:nvGrpSpPr>
        <p:grpSpPr>
          <a:xfrm>
            <a:off x="12997439" y="4572032"/>
            <a:ext cx="710311" cy="1142996"/>
            <a:chOff x="0" y="0"/>
            <a:chExt cx="710309" cy="1142994"/>
          </a:xfrm>
        </p:grpSpPr>
        <p:sp>
          <p:nvSpPr>
            <p:cNvPr id="5162"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6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167" name="Rectangle 10"/>
          <p:cNvGrpSpPr/>
          <p:nvPr/>
        </p:nvGrpSpPr>
        <p:grpSpPr>
          <a:xfrm>
            <a:off x="12997439" y="3428998"/>
            <a:ext cx="710311" cy="1142996"/>
            <a:chOff x="0" y="0"/>
            <a:chExt cx="710309" cy="1142994"/>
          </a:xfrm>
        </p:grpSpPr>
        <p:sp>
          <p:nvSpPr>
            <p:cNvPr id="5165"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170" name="Rectangle 11"/>
          <p:cNvGrpSpPr/>
          <p:nvPr/>
        </p:nvGrpSpPr>
        <p:grpSpPr>
          <a:xfrm>
            <a:off x="12997439" y="2286017"/>
            <a:ext cx="710311" cy="1142996"/>
            <a:chOff x="0" y="0"/>
            <a:chExt cx="710309" cy="1142994"/>
          </a:xfrm>
        </p:grpSpPr>
        <p:sp>
          <p:nvSpPr>
            <p:cNvPr id="5168"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173" name="Rectangle 12"/>
          <p:cNvGrpSpPr/>
          <p:nvPr/>
        </p:nvGrpSpPr>
        <p:grpSpPr>
          <a:xfrm>
            <a:off x="12997439" y="1142977"/>
            <a:ext cx="710311" cy="1142997"/>
            <a:chOff x="0" y="-1"/>
            <a:chExt cx="710309" cy="1142995"/>
          </a:xfrm>
        </p:grpSpPr>
        <p:sp>
          <p:nvSpPr>
            <p:cNvPr id="5171"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7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176" name="Rectangle 13"/>
          <p:cNvGrpSpPr/>
          <p:nvPr/>
        </p:nvGrpSpPr>
        <p:grpSpPr>
          <a:xfrm>
            <a:off x="13706754" y="-2365"/>
            <a:ext cx="710311" cy="1142995"/>
            <a:chOff x="0" y="0"/>
            <a:chExt cx="710309" cy="1142994"/>
          </a:xfrm>
        </p:grpSpPr>
        <p:sp>
          <p:nvSpPr>
            <p:cNvPr id="5174"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7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179" name="Rectangle 14"/>
          <p:cNvGrpSpPr/>
          <p:nvPr/>
        </p:nvGrpSpPr>
        <p:grpSpPr>
          <a:xfrm>
            <a:off x="13706756" y="5715013"/>
            <a:ext cx="710311" cy="1142996"/>
            <a:chOff x="0" y="0"/>
            <a:chExt cx="710309" cy="1142994"/>
          </a:xfrm>
        </p:grpSpPr>
        <p:sp>
          <p:nvSpPr>
            <p:cNvPr id="5177"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182" name="Rectangle 15"/>
          <p:cNvGrpSpPr/>
          <p:nvPr/>
        </p:nvGrpSpPr>
        <p:grpSpPr>
          <a:xfrm>
            <a:off x="13706754" y="4572032"/>
            <a:ext cx="710311" cy="1142996"/>
            <a:chOff x="0" y="0"/>
            <a:chExt cx="710309" cy="1142994"/>
          </a:xfrm>
        </p:grpSpPr>
        <p:sp>
          <p:nvSpPr>
            <p:cNvPr id="5180"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8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185" name="Rectangle 16"/>
          <p:cNvGrpSpPr/>
          <p:nvPr/>
        </p:nvGrpSpPr>
        <p:grpSpPr>
          <a:xfrm>
            <a:off x="12996453" y="-1157"/>
            <a:ext cx="710311" cy="1142995"/>
            <a:chOff x="0" y="0"/>
            <a:chExt cx="710309" cy="1142994"/>
          </a:xfrm>
        </p:grpSpPr>
        <p:sp>
          <p:nvSpPr>
            <p:cNvPr id="5183"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8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188" name="Rectangle 17"/>
          <p:cNvGrpSpPr/>
          <p:nvPr/>
        </p:nvGrpSpPr>
        <p:grpSpPr>
          <a:xfrm>
            <a:off x="13706754" y="2286017"/>
            <a:ext cx="710311" cy="1142996"/>
            <a:chOff x="0" y="0"/>
            <a:chExt cx="710309" cy="1142994"/>
          </a:xfrm>
        </p:grpSpPr>
        <p:sp>
          <p:nvSpPr>
            <p:cNvPr id="5186"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8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191" name="Rectangle 18"/>
          <p:cNvGrpSpPr/>
          <p:nvPr/>
        </p:nvGrpSpPr>
        <p:grpSpPr>
          <a:xfrm>
            <a:off x="13706756" y="1142977"/>
            <a:ext cx="710311" cy="1142997"/>
            <a:chOff x="0" y="-1"/>
            <a:chExt cx="710309" cy="1142995"/>
          </a:xfrm>
        </p:grpSpPr>
        <p:sp>
          <p:nvSpPr>
            <p:cNvPr id="5189"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9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194" name="Rectangle 19"/>
          <p:cNvGrpSpPr/>
          <p:nvPr/>
        </p:nvGrpSpPr>
        <p:grpSpPr>
          <a:xfrm>
            <a:off x="13706754" y="3427836"/>
            <a:ext cx="710311" cy="1142996"/>
            <a:chOff x="0" y="0"/>
            <a:chExt cx="710309" cy="1142994"/>
          </a:xfrm>
        </p:grpSpPr>
        <p:sp>
          <p:nvSpPr>
            <p:cNvPr id="5192"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9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5195" name="Picture 17" descr="Picture 17"/>
          <p:cNvPicPr>
            <a:picLocks noChangeAspect="1"/>
          </p:cNvPicPr>
          <p:nvPr/>
        </p:nvPicPr>
        <p:blipFill>
          <a:blip r:embed="rId2">
            <a:extLst/>
          </a:blip>
          <a:stretch>
            <a:fillRect/>
          </a:stretch>
        </p:blipFill>
        <p:spPr>
          <a:xfrm>
            <a:off x="0" y="0"/>
            <a:ext cx="6096000" cy="6858000"/>
          </a:xfrm>
          <a:prstGeom prst="rect">
            <a:avLst/>
          </a:prstGeom>
          <a:ln w="12700">
            <a:miter lim="400000"/>
          </a:ln>
        </p:spPr>
      </p:pic>
      <p:sp>
        <p:nvSpPr>
          <p:cNvPr id="5196" name="Body Level One…"/>
          <p:cNvSpPr txBox="1"/>
          <p:nvPr>
            <p:ph type="body" sz="quarter" idx="1" hasCustomPrompt="1"/>
          </p:nvPr>
        </p:nvSpPr>
        <p:spPr>
          <a:xfrm>
            <a:off x="497461" y="4406717"/>
            <a:ext cx="5089551" cy="1384515"/>
          </a:xfrm>
          <a:prstGeom prst="rect">
            <a:avLst/>
          </a:prstGeom>
        </p:spPr>
        <p:txBody>
          <a:bodyPr lIns="45718" tIns="45718" rIns="45718" bIns="45718"/>
          <a:lstStyle>
            <a:lvl1pPr algn="ctr">
              <a:defRPr sz="1700">
                <a:solidFill>
                  <a:srgbClr val="F3F6F2"/>
                </a:solidFill>
                <a:latin typeface="+mj-lt"/>
                <a:ea typeface="+mj-ea"/>
                <a:cs typeface="+mj-cs"/>
                <a:sym typeface="Mona Sans"/>
              </a:defRPr>
            </a:lvl1pPr>
            <a:lvl2pPr algn="ctr">
              <a:defRPr sz="1700">
                <a:solidFill>
                  <a:srgbClr val="F3F6F2"/>
                </a:solidFill>
                <a:latin typeface="+mj-lt"/>
                <a:ea typeface="+mj-ea"/>
                <a:cs typeface="+mj-cs"/>
                <a:sym typeface="Mona Sans"/>
              </a:defRPr>
            </a:lvl2pPr>
            <a:lvl3pPr algn="ctr">
              <a:defRPr sz="1700">
                <a:solidFill>
                  <a:srgbClr val="F3F6F2"/>
                </a:solidFill>
                <a:latin typeface="+mj-lt"/>
                <a:ea typeface="+mj-ea"/>
                <a:cs typeface="+mj-cs"/>
                <a:sym typeface="Mona Sans"/>
              </a:defRPr>
            </a:lvl3pPr>
            <a:lvl4pPr algn="ctr">
              <a:defRPr sz="1700">
                <a:solidFill>
                  <a:srgbClr val="F3F6F2"/>
                </a:solidFill>
                <a:latin typeface="+mj-lt"/>
                <a:ea typeface="+mj-ea"/>
                <a:cs typeface="+mj-cs"/>
                <a:sym typeface="Mona Sans"/>
              </a:defRPr>
            </a:lvl4pPr>
            <a:lvl5pPr algn="ctr">
              <a:defRPr sz="1700">
                <a:solidFill>
                  <a:srgbClr val="F3F6F2"/>
                </a:solidFill>
                <a:latin typeface="+mj-lt"/>
                <a:ea typeface="+mj-ea"/>
                <a:cs typeface="+mj-cs"/>
                <a:sym typeface="Mona Sans"/>
              </a:defRPr>
            </a:lvl5pPr>
          </a:lstStyle>
          <a:p>
            <a:pPr/>
            <a:r>
              <a:t>And/or statement here</a:t>
            </a:r>
          </a:p>
          <a:p>
            <a:pPr lvl="1"/>
            <a:r>
              <a:t/>
            </a:r>
          </a:p>
          <a:p>
            <a:pPr lvl="2"/>
            <a:r>
              <a:t/>
            </a:r>
          </a:p>
          <a:p>
            <a:pPr lvl="3"/>
            <a:r>
              <a:t/>
            </a:r>
          </a:p>
          <a:p>
            <a:pPr lvl="4"/>
            <a:r>
              <a:t/>
            </a:r>
          </a:p>
        </p:txBody>
      </p:sp>
      <p:sp>
        <p:nvSpPr>
          <p:cNvPr id="5197" name="Text Placeholder 23"/>
          <p:cNvSpPr/>
          <p:nvPr>
            <p:ph type="body" sz="quarter" idx="21" hasCustomPrompt="1"/>
          </p:nvPr>
        </p:nvSpPr>
        <p:spPr>
          <a:xfrm>
            <a:off x="497459" y="1066771"/>
            <a:ext cx="5089552" cy="1334533"/>
          </a:xfrm>
          <a:prstGeom prst="rect">
            <a:avLst/>
          </a:prstGeom>
        </p:spPr>
        <p:txBody>
          <a:bodyPr lIns="45718" tIns="45718" rIns="45718" bIns="45718" anchor="b"/>
          <a:lstStyle>
            <a:lvl1pPr algn="ctr">
              <a:defRPr sz="1700">
                <a:solidFill>
                  <a:srgbClr val="F3F6F2"/>
                </a:solidFill>
                <a:latin typeface="+mj-lt"/>
                <a:ea typeface="+mj-ea"/>
                <a:cs typeface="+mj-cs"/>
                <a:sym typeface="Mona Sans"/>
              </a:defRPr>
            </a:lvl1pPr>
          </a:lstStyle>
          <a:p>
            <a:pPr/>
            <a:r>
              <a:t>Statement here</a:t>
            </a:r>
          </a:p>
        </p:txBody>
      </p:sp>
      <p:sp>
        <p:nvSpPr>
          <p:cNvPr id="5198" name="Text Placeholder 23"/>
          <p:cNvSpPr/>
          <p:nvPr>
            <p:ph type="body" sz="quarter" idx="22" hasCustomPrompt="1"/>
          </p:nvPr>
        </p:nvSpPr>
        <p:spPr>
          <a:xfrm>
            <a:off x="6500810" y="4876636"/>
            <a:ext cx="5290756" cy="1564131"/>
          </a:xfrm>
          <a:prstGeom prst="rect">
            <a:avLst/>
          </a:prstGeom>
        </p:spPr>
        <p:txBody>
          <a:bodyPr anchor="b"/>
          <a:lstStyle>
            <a:lvl1pPr>
              <a:defRPr sz="2000">
                <a:solidFill>
                  <a:srgbClr val="7C8C9A"/>
                </a:solidFill>
                <a:latin typeface="+mj-lt"/>
                <a:ea typeface="+mj-ea"/>
                <a:cs typeface="+mj-cs"/>
                <a:sym typeface="Mona Sans"/>
              </a:defRPr>
            </a:lvl1pPr>
          </a:lstStyle>
          <a:p>
            <a:pPr/>
            <a:r>
              <a:t>Description</a:t>
            </a:r>
          </a:p>
        </p:txBody>
      </p:sp>
      <p:sp>
        <p:nvSpPr>
          <p:cNvPr id="5199" name="Text Placeholder 23"/>
          <p:cNvSpPr/>
          <p:nvPr>
            <p:ph type="body" sz="quarter" idx="23" hasCustomPrompt="1"/>
          </p:nvPr>
        </p:nvSpPr>
        <p:spPr>
          <a:xfrm>
            <a:off x="6500812" y="507423"/>
            <a:ext cx="5290756" cy="448550"/>
          </a:xfrm>
          <a:prstGeom prst="rect">
            <a:avLst/>
          </a:prstGeom>
        </p:spPr>
        <p:txBody>
          <a:bodyPr anchor="ctr"/>
          <a:lstStyle>
            <a:lvl1pPr>
              <a:defRPr cap="all" sz="1400">
                <a:solidFill>
                  <a:srgbClr val="7C8C9A"/>
                </a:solidFill>
                <a:latin typeface="Mona Sans Mono"/>
                <a:ea typeface="Mona Sans Mono"/>
                <a:cs typeface="Mona Sans Mono"/>
                <a:sym typeface="Mona Sans Mono"/>
              </a:defRPr>
            </a:lvl1pPr>
          </a:lstStyle>
          <a:p>
            <a:pPr/>
            <a:r>
              <a:t>Optional header</a:t>
            </a:r>
          </a:p>
        </p:txBody>
      </p:sp>
      <p:sp>
        <p:nvSpPr>
          <p:cNvPr id="5200" name="Text Placeholder 23"/>
          <p:cNvSpPr/>
          <p:nvPr>
            <p:ph type="body" sz="half" idx="24" hasCustomPrompt="1"/>
          </p:nvPr>
        </p:nvSpPr>
        <p:spPr>
          <a:xfrm>
            <a:off x="6500814" y="955972"/>
            <a:ext cx="5280816" cy="3518328"/>
          </a:xfrm>
          <a:prstGeom prst="rect">
            <a:avLst/>
          </a:prstGeom>
        </p:spPr>
        <p:txBody>
          <a:bodyPr/>
          <a:lstStyle>
            <a:lvl1pPr>
              <a:lnSpc>
                <a:spcPct val="100000"/>
              </a:lnSpc>
              <a:defRPr sz="4000">
                <a:solidFill>
                  <a:srgbClr val="000000"/>
                </a:solidFill>
              </a:defRPr>
            </a:lvl1pPr>
          </a:lstStyle>
          <a:p>
            <a:pPr/>
            <a:r>
              <a:t>Statement that should be 10 words or less</a:t>
            </a:r>
          </a:p>
        </p:txBody>
      </p:sp>
      <p:sp>
        <p:nvSpPr>
          <p:cNvPr id="5201" name="Rectangle 14"/>
          <p:cNvSpPr/>
          <p:nvPr/>
        </p:nvSpPr>
        <p:spPr>
          <a:xfrm rot="16200000">
            <a:off x="2665409" y="3419854"/>
            <a:ext cx="6858004"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202" name="Rectangle 15"/>
          <p:cNvSpPr/>
          <p:nvPr/>
        </p:nvSpPr>
        <p:spPr>
          <a:xfrm>
            <a:off x="6492907" y="389359"/>
            <a:ext cx="5294380" cy="18292"/>
          </a:xfrm>
          <a:prstGeom prst="rect">
            <a:avLst/>
          </a:prstGeom>
          <a:solidFill>
            <a:srgbClr val="B0C4AA"/>
          </a:solidFill>
          <a:ln w="12700">
            <a:miter lim="400000"/>
          </a:ln>
        </p:spPr>
        <p:txBody>
          <a:bodyPr lIns="45718" tIns="45718" rIns="45718" bIns="45718" anchor="ctr"/>
          <a:lstStyle/>
          <a:p>
            <a:pPr algn="ctr">
              <a:defRPr>
                <a:solidFill>
                  <a:srgbClr val="FFFFFF"/>
                </a:solidFill>
              </a:defRPr>
            </a:pPr>
          </a:p>
        </p:txBody>
      </p:sp>
      <p:sp>
        <p:nvSpPr>
          <p:cNvPr id="5203" name="Text Placeholder 11"/>
          <p:cNvSpPr/>
          <p:nvPr>
            <p:ph type="body" sz="quarter" idx="25" hasCustomPrompt="1"/>
          </p:nvPr>
        </p:nvSpPr>
        <p:spPr>
          <a:xfrm>
            <a:off x="501476" y="2428741"/>
            <a:ext cx="5091298" cy="1977978"/>
          </a:xfrm>
          <a:prstGeom prst="rect">
            <a:avLst/>
          </a:prstGeom>
        </p:spPr>
        <p:txBody>
          <a:bodyPr lIns="45718" tIns="45718" rIns="45718" bIns="45718" anchor="ctr"/>
          <a:lstStyle>
            <a:lvl1pPr algn="ctr" defTabSz="786068">
              <a:spcBef>
                <a:spcPts val="800"/>
              </a:spcBef>
              <a:defRPr b="1" sz="12300">
                <a:solidFill>
                  <a:srgbClr val="000000"/>
                </a:solidFill>
              </a:defRPr>
            </a:lvl1pPr>
          </a:lstStyle>
          <a:p>
            <a:pPr/>
            <a:r>
              <a:t>XXM</a:t>
            </a:r>
          </a:p>
        </p:txBody>
      </p:sp>
      <p:sp>
        <p:nvSpPr>
          <p:cNvPr id="52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Large number &amp; statement 2">
    <p:bg>
      <p:bgPr>
        <a:solidFill>
          <a:srgbClr val="FFFFFF"/>
        </a:solidFill>
      </p:bgPr>
    </p:bg>
    <p:spTree>
      <p:nvGrpSpPr>
        <p:cNvPr id="1" name=""/>
        <p:cNvGrpSpPr/>
        <p:nvPr/>
      </p:nvGrpSpPr>
      <p:grpSpPr>
        <a:xfrm>
          <a:off x="0" y="0"/>
          <a:ext cx="0" cy="0"/>
          <a:chOff x="0" y="0"/>
          <a:chExt cx="0" cy="0"/>
        </a:xfrm>
      </p:grpSpPr>
      <p:grpSp>
        <p:nvGrpSpPr>
          <p:cNvPr id="5213" name="Rectangle 1"/>
          <p:cNvGrpSpPr/>
          <p:nvPr/>
        </p:nvGrpSpPr>
        <p:grpSpPr>
          <a:xfrm>
            <a:off x="12287632" y="5878297"/>
            <a:ext cx="710311" cy="979707"/>
            <a:chOff x="0" y="0"/>
            <a:chExt cx="710309" cy="979705"/>
          </a:xfrm>
        </p:grpSpPr>
        <p:sp>
          <p:nvSpPr>
            <p:cNvPr id="521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1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216" name="Rectangle 2"/>
          <p:cNvGrpSpPr/>
          <p:nvPr/>
        </p:nvGrpSpPr>
        <p:grpSpPr>
          <a:xfrm>
            <a:off x="12287631" y="4898603"/>
            <a:ext cx="710311" cy="979709"/>
            <a:chOff x="0" y="-1"/>
            <a:chExt cx="710309" cy="979708"/>
          </a:xfrm>
        </p:grpSpPr>
        <p:sp>
          <p:nvSpPr>
            <p:cNvPr id="521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1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219" name="Rectangle 3"/>
          <p:cNvGrpSpPr/>
          <p:nvPr/>
        </p:nvGrpSpPr>
        <p:grpSpPr>
          <a:xfrm>
            <a:off x="12287632" y="3918862"/>
            <a:ext cx="710311" cy="979706"/>
            <a:chOff x="0" y="0"/>
            <a:chExt cx="710309" cy="979705"/>
          </a:xfrm>
        </p:grpSpPr>
        <p:sp>
          <p:nvSpPr>
            <p:cNvPr id="521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1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222" name="Rectangle 4"/>
          <p:cNvGrpSpPr/>
          <p:nvPr/>
        </p:nvGrpSpPr>
        <p:grpSpPr>
          <a:xfrm>
            <a:off x="12287631" y="2939171"/>
            <a:ext cx="710311" cy="979707"/>
            <a:chOff x="0" y="0"/>
            <a:chExt cx="710309" cy="979705"/>
          </a:xfrm>
        </p:grpSpPr>
        <p:sp>
          <p:nvSpPr>
            <p:cNvPr id="522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2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225" name="Rectangle 5"/>
          <p:cNvGrpSpPr/>
          <p:nvPr/>
        </p:nvGrpSpPr>
        <p:grpSpPr>
          <a:xfrm>
            <a:off x="12287632" y="1959431"/>
            <a:ext cx="710311" cy="979707"/>
            <a:chOff x="0" y="0"/>
            <a:chExt cx="710309" cy="979705"/>
          </a:xfrm>
        </p:grpSpPr>
        <p:sp>
          <p:nvSpPr>
            <p:cNvPr id="522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2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228" name="Rectangle 6"/>
          <p:cNvGrpSpPr/>
          <p:nvPr/>
        </p:nvGrpSpPr>
        <p:grpSpPr>
          <a:xfrm>
            <a:off x="12287631" y="979736"/>
            <a:ext cx="710311" cy="979707"/>
            <a:chOff x="0" y="0"/>
            <a:chExt cx="710309" cy="979705"/>
          </a:xfrm>
        </p:grpSpPr>
        <p:sp>
          <p:nvSpPr>
            <p:cNvPr id="522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2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231" name="Rectangle 7"/>
          <p:cNvGrpSpPr/>
          <p:nvPr/>
        </p:nvGrpSpPr>
        <p:grpSpPr>
          <a:xfrm>
            <a:off x="12287631" y="-2"/>
            <a:ext cx="710311" cy="979706"/>
            <a:chOff x="0" y="0"/>
            <a:chExt cx="710309" cy="979705"/>
          </a:xfrm>
        </p:grpSpPr>
        <p:sp>
          <p:nvSpPr>
            <p:cNvPr id="522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3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234" name="Rectangle 8"/>
          <p:cNvGrpSpPr/>
          <p:nvPr/>
        </p:nvGrpSpPr>
        <p:grpSpPr>
          <a:xfrm>
            <a:off x="12997439" y="5715013"/>
            <a:ext cx="710311" cy="1142996"/>
            <a:chOff x="0" y="0"/>
            <a:chExt cx="710309" cy="1142994"/>
          </a:xfrm>
        </p:grpSpPr>
        <p:sp>
          <p:nvSpPr>
            <p:cNvPr id="523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237" name="Rectangle 9"/>
          <p:cNvGrpSpPr/>
          <p:nvPr/>
        </p:nvGrpSpPr>
        <p:grpSpPr>
          <a:xfrm>
            <a:off x="12997439" y="4572032"/>
            <a:ext cx="710311" cy="1142996"/>
            <a:chOff x="0" y="0"/>
            <a:chExt cx="710309" cy="1142994"/>
          </a:xfrm>
        </p:grpSpPr>
        <p:sp>
          <p:nvSpPr>
            <p:cNvPr id="523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3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240" name="Rectangle 10"/>
          <p:cNvGrpSpPr/>
          <p:nvPr/>
        </p:nvGrpSpPr>
        <p:grpSpPr>
          <a:xfrm>
            <a:off x="12997439" y="3428998"/>
            <a:ext cx="710311" cy="1142996"/>
            <a:chOff x="0" y="0"/>
            <a:chExt cx="710309" cy="1142994"/>
          </a:xfrm>
        </p:grpSpPr>
        <p:sp>
          <p:nvSpPr>
            <p:cNvPr id="523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3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243" name="Rectangle 11"/>
          <p:cNvGrpSpPr/>
          <p:nvPr/>
        </p:nvGrpSpPr>
        <p:grpSpPr>
          <a:xfrm>
            <a:off x="12997439" y="2286017"/>
            <a:ext cx="710311" cy="1142996"/>
            <a:chOff x="0" y="0"/>
            <a:chExt cx="710309" cy="1142994"/>
          </a:xfrm>
        </p:grpSpPr>
        <p:sp>
          <p:nvSpPr>
            <p:cNvPr id="524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4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246" name="Rectangle 12"/>
          <p:cNvGrpSpPr/>
          <p:nvPr/>
        </p:nvGrpSpPr>
        <p:grpSpPr>
          <a:xfrm>
            <a:off x="12997439" y="1142977"/>
            <a:ext cx="710311" cy="1142997"/>
            <a:chOff x="0" y="-1"/>
            <a:chExt cx="710309" cy="1142995"/>
          </a:xfrm>
        </p:grpSpPr>
        <p:sp>
          <p:nvSpPr>
            <p:cNvPr id="524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4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249" name="Rectangle 13"/>
          <p:cNvGrpSpPr/>
          <p:nvPr/>
        </p:nvGrpSpPr>
        <p:grpSpPr>
          <a:xfrm>
            <a:off x="13706754" y="-2365"/>
            <a:ext cx="710311" cy="1142995"/>
            <a:chOff x="0" y="0"/>
            <a:chExt cx="710309" cy="1142994"/>
          </a:xfrm>
        </p:grpSpPr>
        <p:sp>
          <p:nvSpPr>
            <p:cNvPr id="524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4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252" name="Rectangle 14"/>
          <p:cNvGrpSpPr/>
          <p:nvPr/>
        </p:nvGrpSpPr>
        <p:grpSpPr>
          <a:xfrm>
            <a:off x="13706756" y="5715013"/>
            <a:ext cx="710311" cy="1142996"/>
            <a:chOff x="0" y="0"/>
            <a:chExt cx="710309" cy="1142994"/>
          </a:xfrm>
        </p:grpSpPr>
        <p:sp>
          <p:nvSpPr>
            <p:cNvPr id="525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255" name="Rectangle 15"/>
          <p:cNvGrpSpPr/>
          <p:nvPr/>
        </p:nvGrpSpPr>
        <p:grpSpPr>
          <a:xfrm>
            <a:off x="13706754" y="4572032"/>
            <a:ext cx="710311" cy="1142996"/>
            <a:chOff x="0" y="0"/>
            <a:chExt cx="710309" cy="1142994"/>
          </a:xfrm>
        </p:grpSpPr>
        <p:sp>
          <p:nvSpPr>
            <p:cNvPr id="525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258" name="Rectangle 16"/>
          <p:cNvGrpSpPr/>
          <p:nvPr/>
        </p:nvGrpSpPr>
        <p:grpSpPr>
          <a:xfrm>
            <a:off x="12996453" y="-1157"/>
            <a:ext cx="710311" cy="1142995"/>
            <a:chOff x="0" y="0"/>
            <a:chExt cx="710309" cy="1142994"/>
          </a:xfrm>
        </p:grpSpPr>
        <p:sp>
          <p:nvSpPr>
            <p:cNvPr id="525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261" name="Rectangle 17"/>
          <p:cNvGrpSpPr/>
          <p:nvPr/>
        </p:nvGrpSpPr>
        <p:grpSpPr>
          <a:xfrm>
            <a:off x="13706754" y="2286017"/>
            <a:ext cx="710311" cy="1142996"/>
            <a:chOff x="0" y="0"/>
            <a:chExt cx="710309" cy="1142994"/>
          </a:xfrm>
        </p:grpSpPr>
        <p:sp>
          <p:nvSpPr>
            <p:cNvPr id="525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264" name="Rectangle 18"/>
          <p:cNvGrpSpPr/>
          <p:nvPr/>
        </p:nvGrpSpPr>
        <p:grpSpPr>
          <a:xfrm>
            <a:off x="13706756" y="1142977"/>
            <a:ext cx="710311" cy="1142997"/>
            <a:chOff x="0" y="-1"/>
            <a:chExt cx="710309" cy="1142995"/>
          </a:xfrm>
        </p:grpSpPr>
        <p:sp>
          <p:nvSpPr>
            <p:cNvPr id="526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6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267" name="Rectangle 19"/>
          <p:cNvGrpSpPr/>
          <p:nvPr/>
        </p:nvGrpSpPr>
        <p:grpSpPr>
          <a:xfrm>
            <a:off x="13706754" y="3427836"/>
            <a:ext cx="710311" cy="1142996"/>
            <a:chOff x="0" y="0"/>
            <a:chExt cx="710309" cy="1142994"/>
          </a:xfrm>
        </p:grpSpPr>
        <p:sp>
          <p:nvSpPr>
            <p:cNvPr id="526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5268" name="Picture 14" descr="Picture 14"/>
          <p:cNvPicPr>
            <a:picLocks noChangeAspect="1"/>
          </p:cNvPicPr>
          <p:nvPr/>
        </p:nvPicPr>
        <p:blipFill>
          <a:blip r:embed="rId2">
            <a:extLst/>
          </a:blip>
          <a:stretch>
            <a:fillRect/>
          </a:stretch>
        </p:blipFill>
        <p:spPr>
          <a:xfrm>
            <a:off x="6094412" y="0"/>
            <a:ext cx="6096004" cy="6858000"/>
          </a:xfrm>
          <a:prstGeom prst="rect">
            <a:avLst/>
          </a:prstGeom>
          <a:ln w="12700">
            <a:miter lim="400000"/>
          </a:ln>
        </p:spPr>
      </p:pic>
      <p:sp>
        <p:nvSpPr>
          <p:cNvPr id="5269" name="Body Level One…"/>
          <p:cNvSpPr txBox="1"/>
          <p:nvPr>
            <p:ph type="body" sz="quarter" idx="1" hasCustomPrompt="1"/>
          </p:nvPr>
        </p:nvSpPr>
        <p:spPr>
          <a:xfrm>
            <a:off x="6597639" y="4406717"/>
            <a:ext cx="5089550" cy="1384515"/>
          </a:xfrm>
          <a:prstGeom prst="rect">
            <a:avLst/>
          </a:prstGeom>
        </p:spPr>
        <p:txBody>
          <a:bodyPr lIns="45718" tIns="45718" rIns="45718" bIns="45718"/>
          <a:lstStyle>
            <a:lvl1pPr algn="ctr">
              <a:defRPr sz="1700">
                <a:solidFill>
                  <a:srgbClr val="F3F6F2"/>
                </a:solidFill>
                <a:latin typeface="+mj-lt"/>
                <a:ea typeface="+mj-ea"/>
                <a:cs typeface="+mj-cs"/>
                <a:sym typeface="Mona Sans"/>
              </a:defRPr>
            </a:lvl1pPr>
            <a:lvl2pPr algn="ctr">
              <a:defRPr sz="1700">
                <a:solidFill>
                  <a:srgbClr val="F3F6F2"/>
                </a:solidFill>
                <a:latin typeface="+mj-lt"/>
                <a:ea typeface="+mj-ea"/>
                <a:cs typeface="+mj-cs"/>
                <a:sym typeface="Mona Sans"/>
              </a:defRPr>
            </a:lvl2pPr>
            <a:lvl3pPr algn="ctr">
              <a:defRPr sz="1700">
                <a:solidFill>
                  <a:srgbClr val="F3F6F2"/>
                </a:solidFill>
                <a:latin typeface="+mj-lt"/>
                <a:ea typeface="+mj-ea"/>
                <a:cs typeface="+mj-cs"/>
                <a:sym typeface="Mona Sans"/>
              </a:defRPr>
            </a:lvl3pPr>
            <a:lvl4pPr algn="ctr">
              <a:defRPr sz="1700">
                <a:solidFill>
                  <a:srgbClr val="F3F6F2"/>
                </a:solidFill>
                <a:latin typeface="+mj-lt"/>
                <a:ea typeface="+mj-ea"/>
                <a:cs typeface="+mj-cs"/>
                <a:sym typeface="Mona Sans"/>
              </a:defRPr>
            </a:lvl4pPr>
            <a:lvl5pPr algn="ctr">
              <a:defRPr sz="1700">
                <a:solidFill>
                  <a:srgbClr val="F3F6F2"/>
                </a:solidFill>
                <a:latin typeface="+mj-lt"/>
                <a:ea typeface="+mj-ea"/>
                <a:cs typeface="+mj-cs"/>
                <a:sym typeface="Mona Sans"/>
              </a:defRPr>
            </a:lvl5pPr>
          </a:lstStyle>
          <a:p>
            <a:pPr/>
            <a:r>
              <a:t>And/or statement here</a:t>
            </a:r>
          </a:p>
          <a:p>
            <a:pPr lvl="1"/>
            <a:r>
              <a:t/>
            </a:r>
          </a:p>
          <a:p>
            <a:pPr lvl="2"/>
            <a:r>
              <a:t/>
            </a:r>
          </a:p>
          <a:p>
            <a:pPr lvl="3"/>
            <a:r>
              <a:t/>
            </a:r>
          </a:p>
          <a:p>
            <a:pPr lvl="4"/>
            <a:r>
              <a:t/>
            </a:r>
          </a:p>
        </p:txBody>
      </p:sp>
      <p:sp>
        <p:nvSpPr>
          <p:cNvPr id="5270" name="Text Placeholder 23"/>
          <p:cNvSpPr/>
          <p:nvPr>
            <p:ph type="body" sz="quarter" idx="21" hasCustomPrompt="1"/>
          </p:nvPr>
        </p:nvSpPr>
        <p:spPr>
          <a:xfrm>
            <a:off x="6597639" y="1066771"/>
            <a:ext cx="5089549" cy="1334533"/>
          </a:xfrm>
          <a:prstGeom prst="rect">
            <a:avLst/>
          </a:prstGeom>
        </p:spPr>
        <p:txBody>
          <a:bodyPr lIns="45718" tIns="45718" rIns="45718" bIns="45718" anchor="b"/>
          <a:lstStyle>
            <a:lvl1pPr algn="ctr">
              <a:defRPr sz="1700">
                <a:solidFill>
                  <a:srgbClr val="F3F6F2"/>
                </a:solidFill>
                <a:latin typeface="+mj-lt"/>
                <a:ea typeface="+mj-ea"/>
                <a:cs typeface="+mj-cs"/>
                <a:sym typeface="Mona Sans"/>
              </a:defRPr>
            </a:lvl1pPr>
          </a:lstStyle>
          <a:p>
            <a:pPr/>
            <a:r>
              <a:t>Statement here</a:t>
            </a:r>
          </a:p>
        </p:txBody>
      </p:sp>
      <p:sp>
        <p:nvSpPr>
          <p:cNvPr id="5271" name="Text Placeholder 23"/>
          <p:cNvSpPr/>
          <p:nvPr>
            <p:ph type="body" sz="quarter" idx="22" hasCustomPrompt="1"/>
          </p:nvPr>
        </p:nvSpPr>
        <p:spPr>
          <a:xfrm>
            <a:off x="413910" y="4876636"/>
            <a:ext cx="5290756" cy="1564131"/>
          </a:xfrm>
          <a:prstGeom prst="rect">
            <a:avLst/>
          </a:prstGeom>
        </p:spPr>
        <p:txBody>
          <a:bodyPr anchor="b"/>
          <a:lstStyle>
            <a:lvl1pPr>
              <a:defRPr sz="2000">
                <a:solidFill>
                  <a:srgbClr val="7C8C9A"/>
                </a:solidFill>
                <a:latin typeface="+mj-lt"/>
                <a:ea typeface="+mj-ea"/>
                <a:cs typeface="+mj-cs"/>
                <a:sym typeface="Mona Sans"/>
              </a:defRPr>
            </a:lvl1pPr>
          </a:lstStyle>
          <a:p>
            <a:pPr/>
            <a:r>
              <a:t>Description</a:t>
            </a:r>
          </a:p>
        </p:txBody>
      </p:sp>
      <p:sp>
        <p:nvSpPr>
          <p:cNvPr id="5272" name="Text Placeholder 23"/>
          <p:cNvSpPr/>
          <p:nvPr>
            <p:ph type="body" sz="quarter" idx="23" hasCustomPrompt="1"/>
          </p:nvPr>
        </p:nvSpPr>
        <p:spPr>
          <a:xfrm>
            <a:off x="413914" y="507423"/>
            <a:ext cx="5290750" cy="448550"/>
          </a:xfrm>
          <a:prstGeom prst="rect">
            <a:avLst/>
          </a:prstGeom>
        </p:spPr>
        <p:txBody>
          <a:bodyPr anchor="ctr"/>
          <a:lstStyle>
            <a:lvl1pPr>
              <a:defRPr cap="all" sz="1400">
                <a:solidFill>
                  <a:srgbClr val="7C8C9A"/>
                </a:solidFill>
                <a:latin typeface="Mona Sans Mono"/>
                <a:ea typeface="Mona Sans Mono"/>
                <a:cs typeface="Mona Sans Mono"/>
                <a:sym typeface="Mona Sans Mono"/>
              </a:defRPr>
            </a:lvl1pPr>
          </a:lstStyle>
          <a:p>
            <a:pPr/>
            <a:r>
              <a:t>Optional header</a:t>
            </a:r>
          </a:p>
        </p:txBody>
      </p:sp>
      <p:sp>
        <p:nvSpPr>
          <p:cNvPr id="5273" name="Text Placeholder 23"/>
          <p:cNvSpPr/>
          <p:nvPr>
            <p:ph type="body" sz="half" idx="24" hasCustomPrompt="1"/>
          </p:nvPr>
        </p:nvSpPr>
        <p:spPr>
          <a:xfrm>
            <a:off x="413911" y="955972"/>
            <a:ext cx="5294383" cy="3518328"/>
          </a:xfrm>
          <a:prstGeom prst="rect">
            <a:avLst/>
          </a:prstGeom>
        </p:spPr>
        <p:txBody>
          <a:bodyPr/>
          <a:lstStyle>
            <a:lvl1pPr>
              <a:lnSpc>
                <a:spcPct val="100000"/>
              </a:lnSpc>
              <a:defRPr sz="4000">
                <a:solidFill>
                  <a:srgbClr val="000000"/>
                </a:solidFill>
              </a:defRPr>
            </a:lvl1pPr>
          </a:lstStyle>
          <a:p>
            <a:pPr/>
            <a:r>
              <a:t>Statement that should be 10 words or less</a:t>
            </a:r>
          </a:p>
        </p:txBody>
      </p:sp>
      <p:sp>
        <p:nvSpPr>
          <p:cNvPr id="5274" name="Rectangle 4"/>
          <p:cNvSpPr/>
          <p:nvPr/>
        </p:nvSpPr>
        <p:spPr>
          <a:xfrm rot="16200000">
            <a:off x="2665409" y="3419854"/>
            <a:ext cx="6858004"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275" name="Rectangle 12"/>
          <p:cNvSpPr/>
          <p:nvPr/>
        </p:nvSpPr>
        <p:spPr>
          <a:xfrm>
            <a:off x="406002" y="389359"/>
            <a:ext cx="5294383" cy="18292"/>
          </a:xfrm>
          <a:prstGeom prst="rect">
            <a:avLst/>
          </a:prstGeom>
          <a:solidFill>
            <a:srgbClr val="B0C4AA"/>
          </a:solidFill>
          <a:ln w="12700">
            <a:miter lim="400000"/>
          </a:ln>
        </p:spPr>
        <p:txBody>
          <a:bodyPr lIns="45718" tIns="45718" rIns="45718" bIns="45718" anchor="ctr"/>
          <a:lstStyle/>
          <a:p>
            <a:pPr algn="ctr">
              <a:defRPr>
                <a:solidFill>
                  <a:srgbClr val="FFFFFF"/>
                </a:solidFill>
              </a:defRPr>
            </a:pPr>
          </a:p>
        </p:txBody>
      </p:sp>
      <p:sp>
        <p:nvSpPr>
          <p:cNvPr id="5276" name="Text Placeholder 11"/>
          <p:cNvSpPr/>
          <p:nvPr>
            <p:ph type="body" sz="quarter" idx="25" hasCustomPrompt="1"/>
          </p:nvPr>
        </p:nvSpPr>
        <p:spPr>
          <a:xfrm>
            <a:off x="6595888" y="2428741"/>
            <a:ext cx="5091297" cy="1977978"/>
          </a:xfrm>
          <a:prstGeom prst="rect">
            <a:avLst/>
          </a:prstGeom>
        </p:spPr>
        <p:txBody>
          <a:bodyPr lIns="45718" tIns="45718" rIns="45718" bIns="45718" anchor="ctr"/>
          <a:lstStyle>
            <a:lvl1pPr algn="ctr" defTabSz="786068">
              <a:spcBef>
                <a:spcPts val="800"/>
              </a:spcBef>
              <a:defRPr b="1" sz="12300">
                <a:solidFill>
                  <a:srgbClr val="000000"/>
                </a:solidFill>
              </a:defRPr>
            </a:lvl1pPr>
          </a:lstStyle>
          <a:p>
            <a:pPr/>
            <a:r>
              <a:t>XXM</a:t>
            </a:r>
          </a:p>
        </p:txBody>
      </p:sp>
      <p:sp>
        <p:nvSpPr>
          <p:cNvPr id="52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Roadmap slide_1 feature">
    <p:bg>
      <p:bgPr>
        <a:solidFill>
          <a:srgbClr val="FFFFFF"/>
        </a:solidFill>
      </p:bgPr>
    </p:bg>
    <p:spTree>
      <p:nvGrpSpPr>
        <p:cNvPr id="1" name=""/>
        <p:cNvGrpSpPr/>
        <p:nvPr/>
      </p:nvGrpSpPr>
      <p:grpSpPr>
        <a:xfrm>
          <a:off x="0" y="0"/>
          <a:ext cx="0" cy="0"/>
          <a:chOff x="0" y="0"/>
          <a:chExt cx="0" cy="0"/>
        </a:xfrm>
      </p:grpSpPr>
      <p:grpSp>
        <p:nvGrpSpPr>
          <p:cNvPr id="5286" name="Rectangle 1"/>
          <p:cNvGrpSpPr/>
          <p:nvPr/>
        </p:nvGrpSpPr>
        <p:grpSpPr>
          <a:xfrm>
            <a:off x="12287632" y="5878297"/>
            <a:ext cx="710311" cy="979707"/>
            <a:chOff x="0" y="0"/>
            <a:chExt cx="710309" cy="979705"/>
          </a:xfrm>
        </p:grpSpPr>
        <p:sp>
          <p:nvSpPr>
            <p:cNvPr id="528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8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289" name="Rectangle 2"/>
          <p:cNvGrpSpPr/>
          <p:nvPr/>
        </p:nvGrpSpPr>
        <p:grpSpPr>
          <a:xfrm>
            <a:off x="12287631" y="4898603"/>
            <a:ext cx="710311" cy="979709"/>
            <a:chOff x="0" y="-1"/>
            <a:chExt cx="710309" cy="979708"/>
          </a:xfrm>
        </p:grpSpPr>
        <p:sp>
          <p:nvSpPr>
            <p:cNvPr id="528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8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292" name="Rectangle 3"/>
          <p:cNvGrpSpPr/>
          <p:nvPr/>
        </p:nvGrpSpPr>
        <p:grpSpPr>
          <a:xfrm>
            <a:off x="12287632" y="3918862"/>
            <a:ext cx="710311" cy="979706"/>
            <a:chOff x="0" y="0"/>
            <a:chExt cx="710309" cy="979705"/>
          </a:xfrm>
        </p:grpSpPr>
        <p:sp>
          <p:nvSpPr>
            <p:cNvPr id="529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9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295" name="Rectangle 4"/>
          <p:cNvGrpSpPr/>
          <p:nvPr/>
        </p:nvGrpSpPr>
        <p:grpSpPr>
          <a:xfrm>
            <a:off x="12287631" y="2939171"/>
            <a:ext cx="710311" cy="979707"/>
            <a:chOff x="0" y="0"/>
            <a:chExt cx="710309" cy="979705"/>
          </a:xfrm>
        </p:grpSpPr>
        <p:sp>
          <p:nvSpPr>
            <p:cNvPr id="529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9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298" name="Rectangle 5"/>
          <p:cNvGrpSpPr/>
          <p:nvPr/>
        </p:nvGrpSpPr>
        <p:grpSpPr>
          <a:xfrm>
            <a:off x="12287632" y="1959431"/>
            <a:ext cx="710311" cy="979707"/>
            <a:chOff x="0" y="0"/>
            <a:chExt cx="710309" cy="979705"/>
          </a:xfrm>
        </p:grpSpPr>
        <p:sp>
          <p:nvSpPr>
            <p:cNvPr id="529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29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301" name="Rectangle 6"/>
          <p:cNvGrpSpPr/>
          <p:nvPr/>
        </p:nvGrpSpPr>
        <p:grpSpPr>
          <a:xfrm>
            <a:off x="12287631" y="979736"/>
            <a:ext cx="710311" cy="979707"/>
            <a:chOff x="0" y="0"/>
            <a:chExt cx="710309" cy="979705"/>
          </a:xfrm>
        </p:grpSpPr>
        <p:sp>
          <p:nvSpPr>
            <p:cNvPr id="529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0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304" name="Rectangle 7"/>
          <p:cNvGrpSpPr/>
          <p:nvPr/>
        </p:nvGrpSpPr>
        <p:grpSpPr>
          <a:xfrm>
            <a:off x="12287631" y="-2"/>
            <a:ext cx="710311" cy="979706"/>
            <a:chOff x="0" y="0"/>
            <a:chExt cx="710309" cy="979705"/>
          </a:xfrm>
        </p:grpSpPr>
        <p:sp>
          <p:nvSpPr>
            <p:cNvPr id="530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0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307" name="Rectangle 8"/>
          <p:cNvGrpSpPr/>
          <p:nvPr/>
        </p:nvGrpSpPr>
        <p:grpSpPr>
          <a:xfrm>
            <a:off x="12997439" y="5715013"/>
            <a:ext cx="710311" cy="1142996"/>
            <a:chOff x="0" y="0"/>
            <a:chExt cx="710309" cy="1142994"/>
          </a:xfrm>
        </p:grpSpPr>
        <p:sp>
          <p:nvSpPr>
            <p:cNvPr id="530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0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310" name="Rectangle 9"/>
          <p:cNvGrpSpPr/>
          <p:nvPr/>
        </p:nvGrpSpPr>
        <p:grpSpPr>
          <a:xfrm>
            <a:off x="12997439" y="4572032"/>
            <a:ext cx="710311" cy="1142996"/>
            <a:chOff x="0" y="0"/>
            <a:chExt cx="710309" cy="1142994"/>
          </a:xfrm>
        </p:grpSpPr>
        <p:sp>
          <p:nvSpPr>
            <p:cNvPr id="530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0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313" name="Rectangle 10"/>
          <p:cNvGrpSpPr/>
          <p:nvPr/>
        </p:nvGrpSpPr>
        <p:grpSpPr>
          <a:xfrm>
            <a:off x="12997439" y="3428998"/>
            <a:ext cx="710311" cy="1142996"/>
            <a:chOff x="0" y="0"/>
            <a:chExt cx="710309" cy="1142994"/>
          </a:xfrm>
        </p:grpSpPr>
        <p:sp>
          <p:nvSpPr>
            <p:cNvPr id="531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1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316" name="Rectangle 11"/>
          <p:cNvGrpSpPr/>
          <p:nvPr/>
        </p:nvGrpSpPr>
        <p:grpSpPr>
          <a:xfrm>
            <a:off x="12997439" y="2286017"/>
            <a:ext cx="710311" cy="1142996"/>
            <a:chOff x="0" y="0"/>
            <a:chExt cx="710309" cy="1142994"/>
          </a:xfrm>
        </p:grpSpPr>
        <p:sp>
          <p:nvSpPr>
            <p:cNvPr id="531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1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319" name="Rectangle 12"/>
          <p:cNvGrpSpPr/>
          <p:nvPr/>
        </p:nvGrpSpPr>
        <p:grpSpPr>
          <a:xfrm>
            <a:off x="12997439" y="1142977"/>
            <a:ext cx="710311" cy="1142997"/>
            <a:chOff x="0" y="-1"/>
            <a:chExt cx="710309" cy="1142995"/>
          </a:xfrm>
        </p:grpSpPr>
        <p:sp>
          <p:nvSpPr>
            <p:cNvPr id="531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1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322" name="Rectangle 13"/>
          <p:cNvGrpSpPr/>
          <p:nvPr/>
        </p:nvGrpSpPr>
        <p:grpSpPr>
          <a:xfrm>
            <a:off x="13706754" y="-2365"/>
            <a:ext cx="710311" cy="1142995"/>
            <a:chOff x="0" y="0"/>
            <a:chExt cx="710309" cy="1142994"/>
          </a:xfrm>
        </p:grpSpPr>
        <p:sp>
          <p:nvSpPr>
            <p:cNvPr id="532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2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325" name="Rectangle 14"/>
          <p:cNvGrpSpPr/>
          <p:nvPr/>
        </p:nvGrpSpPr>
        <p:grpSpPr>
          <a:xfrm>
            <a:off x="13706756" y="5715013"/>
            <a:ext cx="710311" cy="1142996"/>
            <a:chOff x="0" y="0"/>
            <a:chExt cx="710309" cy="1142994"/>
          </a:xfrm>
        </p:grpSpPr>
        <p:sp>
          <p:nvSpPr>
            <p:cNvPr id="532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2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328" name="Rectangle 15"/>
          <p:cNvGrpSpPr/>
          <p:nvPr/>
        </p:nvGrpSpPr>
        <p:grpSpPr>
          <a:xfrm>
            <a:off x="13706754" y="4572032"/>
            <a:ext cx="710311" cy="1142996"/>
            <a:chOff x="0" y="0"/>
            <a:chExt cx="710309" cy="1142994"/>
          </a:xfrm>
        </p:grpSpPr>
        <p:sp>
          <p:nvSpPr>
            <p:cNvPr id="532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2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331" name="Rectangle 16"/>
          <p:cNvGrpSpPr/>
          <p:nvPr/>
        </p:nvGrpSpPr>
        <p:grpSpPr>
          <a:xfrm>
            <a:off x="12996453" y="-1157"/>
            <a:ext cx="710311" cy="1142995"/>
            <a:chOff x="0" y="0"/>
            <a:chExt cx="710309" cy="1142994"/>
          </a:xfrm>
        </p:grpSpPr>
        <p:sp>
          <p:nvSpPr>
            <p:cNvPr id="532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3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334" name="Rectangle 17"/>
          <p:cNvGrpSpPr/>
          <p:nvPr/>
        </p:nvGrpSpPr>
        <p:grpSpPr>
          <a:xfrm>
            <a:off x="13706754" y="2286017"/>
            <a:ext cx="710311" cy="1142996"/>
            <a:chOff x="0" y="0"/>
            <a:chExt cx="710309" cy="1142994"/>
          </a:xfrm>
        </p:grpSpPr>
        <p:sp>
          <p:nvSpPr>
            <p:cNvPr id="533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337" name="Rectangle 18"/>
          <p:cNvGrpSpPr/>
          <p:nvPr/>
        </p:nvGrpSpPr>
        <p:grpSpPr>
          <a:xfrm>
            <a:off x="13706756" y="1142977"/>
            <a:ext cx="710311" cy="1142997"/>
            <a:chOff x="0" y="-1"/>
            <a:chExt cx="710309" cy="1142995"/>
          </a:xfrm>
        </p:grpSpPr>
        <p:sp>
          <p:nvSpPr>
            <p:cNvPr id="533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3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340" name="Rectangle 19"/>
          <p:cNvGrpSpPr/>
          <p:nvPr/>
        </p:nvGrpSpPr>
        <p:grpSpPr>
          <a:xfrm>
            <a:off x="13706754" y="3427836"/>
            <a:ext cx="710311" cy="1142996"/>
            <a:chOff x="0" y="0"/>
            <a:chExt cx="710309" cy="1142994"/>
          </a:xfrm>
        </p:grpSpPr>
        <p:sp>
          <p:nvSpPr>
            <p:cNvPr id="533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3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5341" name="Picture 24" descr="Picture 24"/>
          <p:cNvPicPr>
            <a:picLocks noChangeAspect="1"/>
          </p:cNvPicPr>
          <p:nvPr/>
        </p:nvPicPr>
        <p:blipFill>
          <a:blip r:embed="rId2">
            <a:extLst/>
          </a:blip>
          <a:srcRect l="1552" t="0" r="48374" b="0"/>
          <a:stretch>
            <a:fillRect/>
          </a:stretch>
        </p:blipFill>
        <p:spPr>
          <a:xfrm>
            <a:off x="0" y="0"/>
            <a:ext cx="6103557" cy="6856284"/>
          </a:xfrm>
          <a:prstGeom prst="rect">
            <a:avLst/>
          </a:prstGeom>
          <a:ln w="12700">
            <a:miter lim="400000"/>
          </a:ln>
        </p:spPr>
      </p:pic>
      <p:sp>
        <p:nvSpPr>
          <p:cNvPr id="5342" name="Body Level One…"/>
          <p:cNvSpPr txBox="1"/>
          <p:nvPr>
            <p:ph type="body" sz="quarter" idx="1" hasCustomPrompt="1"/>
          </p:nvPr>
        </p:nvSpPr>
        <p:spPr>
          <a:xfrm>
            <a:off x="6500814" y="4876636"/>
            <a:ext cx="5290750" cy="1564131"/>
          </a:xfrm>
          <a:prstGeom prst="rect">
            <a:avLst/>
          </a:prstGeom>
        </p:spPr>
        <p:txBody>
          <a:bodyPr anchor="b"/>
          <a:lstStyle>
            <a:lvl1pPr>
              <a:defRPr sz="2000">
                <a:solidFill>
                  <a:srgbClr val="7C8C9A"/>
                </a:solidFill>
                <a:latin typeface="+mj-lt"/>
                <a:ea typeface="+mj-ea"/>
                <a:cs typeface="+mj-cs"/>
                <a:sym typeface="Mona Sans"/>
              </a:defRPr>
            </a:lvl1pPr>
            <a:lvl2pPr>
              <a:defRPr sz="2000">
                <a:solidFill>
                  <a:srgbClr val="7C8C9A"/>
                </a:solidFill>
                <a:latin typeface="+mj-lt"/>
                <a:ea typeface="+mj-ea"/>
                <a:cs typeface="+mj-cs"/>
                <a:sym typeface="Mona Sans"/>
              </a:defRPr>
            </a:lvl2pPr>
            <a:lvl3pPr>
              <a:defRPr sz="2000">
                <a:solidFill>
                  <a:srgbClr val="7C8C9A"/>
                </a:solidFill>
                <a:latin typeface="+mj-lt"/>
                <a:ea typeface="+mj-ea"/>
                <a:cs typeface="+mj-cs"/>
                <a:sym typeface="Mona Sans"/>
              </a:defRPr>
            </a:lvl3pPr>
            <a:lvl4pPr>
              <a:defRPr sz="2000">
                <a:solidFill>
                  <a:srgbClr val="7C8C9A"/>
                </a:solidFill>
                <a:latin typeface="+mj-lt"/>
                <a:ea typeface="+mj-ea"/>
                <a:cs typeface="+mj-cs"/>
                <a:sym typeface="Mona Sans"/>
              </a:defRPr>
            </a:lvl4pPr>
            <a:lvl5pPr>
              <a:defRPr sz="2000">
                <a:solidFill>
                  <a:srgbClr val="7C8C9A"/>
                </a:solidFill>
                <a:latin typeface="+mj-lt"/>
                <a:ea typeface="+mj-ea"/>
                <a:cs typeface="+mj-cs"/>
                <a:sym typeface="Mona Sans"/>
              </a:defRPr>
            </a:lvl5pPr>
          </a:lstStyle>
          <a:p>
            <a:pPr/>
            <a:r>
              <a:t>Supporting text if applicable. Keep it short and sweet.</a:t>
            </a:r>
          </a:p>
          <a:p>
            <a:pPr lvl="1"/>
            <a:r>
              <a:t/>
            </a:r>
          </a:p>
          <a:p>
            <a:pPr lvl="2"/>
            <a:r>
              <a:t/>
            </a:r>
          </a:p>
          <a:p>
            <a:pPr lvl="3"/>
            <a:r>
              <a:t/>
            </a:r>
          </a:p>
          <a:p>
            <a:pPr lvl="4"/>
            <a:r>
              <a:t/>
            </a:r>
          </a:p>
        </p:txBody>
      </p:sp>
      <p:sp>
        <p:nvSpPr>
          <p:cNvPr id="5343" name="Text Placeholder 23"/>
          <p:cNvSpPr/>
          <p:nvPr>
            <p:ph type="body" sz="quarter" idx="21" hasCustomPrompt="1"/>
          </p:nvPr>
        </p:nvSpPr>
        <p:spPr>
          <a:xfrm>
            <a:off x="6500814" y="1551884"/>
            <a:ext cx="5280816" cy="2907518"/>
          </a:xfrm>
          <a:prstGeom prst="rect">
            <a:avLst/>
          </a:prstGeom>
        </p:spPr>
        <p:txBody>
          <a:bodyPr/>
          <a:lstStyle>
            <a:lvl1pPr>
              <a:lnSpc>
                <a:spcPct val="100000"/>
              </a:lnSpc>
              <a:defRPr sz="4000">
                <a:solidFill>
                  <a:srgbClr val="000000"/>
                </a:solidFill>
              </a:defRPr>
            </a:lvl1pPr>
          </a:lstStyle>
          <a:p>
            <a:pPr/>
            <a:r>
              <a:t>A value prop in sentence case that is 12 words or less</a:t>
            </a:r>
          </a:p>
        </p:txBody>
      </p:sp>
      <p:sp>
        <p:nvSpPr>
          <p:cNvPr id="5344" name="Rectangle 9"/>
          <p:cNvSpPr/>
          <p:nvPr/>
        </p:nvSpPr>
        <p:spPr>
          <a:xfrm rot="16200000">
            <a:off x="2665409" y="3419854"/>
            <a:ext cx="6858004"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345" name="Picture Placeholder 20"/>
          <p:cNvSpPr/>
          <p:nvPr>
            <p:ph type="pic" idx="22"/>
          </p:nvPr>
        </p:nvSpPr>
        <p:spPr>
          <a:xfrm>
            <a:off x="-527303" y="749298"/>
            <a:ext cx="6183568" cy="6428743"/>
          </a:xfrm>
          <a:prstGeom prst="rect">
            <a:avLst/>
          </a:prstGeom>
        </p:spPr>
        <p:txBody>
          <a:bodyPr lIns="91439" tIns="45719" rIns="91439" bIns="45719">
            <a:noAutofit/>
          </a:bodyPr>
          <a:lstStyle/>
          <a:p>
            <a:pPr/>
          </a:p>
        </p:txBody>
      </p:sp>
      <p:sp>
        <p:nvSpPr>
          <p:cNvPr id="5346" name="Text Placeholder 23"/>
          <p:cNvSpPr/>
          <p:nvPr>
            <p:ph type="body" sz="quarter" idx="23" hasCustomPrompt="1"/>
          </p:nvPr>
        </p:nvSpPr>
        <p:spPr>
          <a:xfrm>
            <a:off x="6495846" y="419100"/>
            <a:ext cx="5290754" cy="218511"/>
          </a:xfrm>
          <a:prstGeom prst="rect">
            <a:avLst/>
          </a:prstGeom>
        </p:spPr>
        <p:txBody>
          <a:bodyPr/>
          <a:lstStyle>
            <a:lvl1pPr>
              <a:defRPr cap="all" sz="1400">
                <a:solidFill>
                  <a:srgbClr val="7C8C9A"/>
                </a:solidFill>
                <a:latin typeface="Mona Sans Mono"/>
                <a:ea typeface="Mona Sans Mono"/>
                <a:cs typeface="Mona Sans Mono"/>
                <a:sym typeface="Mona Sans Mono"/>
              </a:defRPr>
            </a:lvl1pPr>
          </a:lstStyle>
          <a:p>
            <a:pPr/>
            <a:r>
              <a:t>Beta / Coming soon / GA / Q120XX</a:t>
            </a:r>
          </a:p>
        </p:txBody>
      </p:sp>
      <p:sp>
        <p:nvSpPr>
          <p:cNvPr id="53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Roadmap slide_1 feature reversed">
    <p:bg>
      <p:bgPr>
        <a:solidFill>
          <a:srgbClr val="FFFFFF"/>
        </a:solidFill>
      </p:bgPr>
    </p:bg>
    <p:spTree>
      <p:nvGrpSpPr>
        <p:cNvPr id="1" name=""/>
        <p:cNvGrpSpPr/>
        <p:nvPr/>
      </p:nvGrpSpPr>
      <p:grpSpPr>
        <a:xfrm>
          <a:off x="0" y="0"/>
          <a:ext cx="0" cy="0"/>
          <a:chOff x="0" y="0"/>
          <a:chExt cx="0" cy="0"/>
        </a:xfrm>
      </p:grpSpPr>
      <p:grpSp>
        <p:nvGrpSpPr>
          <p:cNvPr id="5356" name="Rectangle 1"/>
          <p:cNvGrpSpPr/>
          <p:nvPr/>
        </p:nvGrpSpPr>
        <p:grpSpPr>
          <a:xfrm>
            <a:off x="12287632" y="5878297"/>
            <a:ext cx="710311" cy="979707"/>
            <a:chOff x="0" y="0"/>
            <a:chExt cx="710309" cy="979705"/>
          </a:xfrm>
        </p:grpSpPr>
        <p:sp>
          <p:nvSpPr>
            <p:cNvPr id="535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5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359" name="Rectangle 2"/>
          <p:cNvGrpSpPr/>
          <p:nvPr/>
        </p:nvGrpSpPr>
        <p:grpSpPr>
          <a:xfrm>
            <a:off x="12287631" y="4898603"/>
            <a:ext cx="710311" cy="979709"/>
            <a:chOff x="0" y="-1"/>
            <a:chExt cx="710309" cy="979708"/>
          </a:xfrm>
        </p:grpSpPr>
        <p:sp>
          <p:nvSpPr>
            <p:cNvPr id="535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5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362" name="Rectangle 3"/>
          <p:cNvGrpSpPr/>
          <p:nvPr/>
        </p:nvGrpSpPr>
        <p:grpSpPr>
          <a:xfrm>
            <a:off x="12287632" y="3918862"/>
            <a:ext cx="710311" cy="979706"/>
            <a:chOff x="0" y="0"/>
            <a:chExt cx="710309" cy="979705"/>
          </a:xfrm>
        </p:grpSpPr>
        <p:sp>
          <p:nvSpPr>
            <p:cNvPr id="536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6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365" name="Rectangle 4"/>
          <p:cNvGrpSpPr/>
          <p:nvPr/>
        </p:nvGrpSpPr>
        <p:grpSpPr>
          <a:xfrm>
            <a:off x="12287631" y="2939171"/>
            <a:ext cx="710311" cy="979707"/>
            <a:chOff x="0" y="0"/>
            <a:chExt cx="710309" cy="979705"/>
          </a:xfrm>
        </p:grpSpPr>
        <p:sp>
          <p:nvSpPr>
            <p:cNvPr id="536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6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368" name="Rectangle 5"/>
          <p:cNvGrpSpPr/>
          <p:nvPr/>
        </p:nvGrpSpPr>
        <p:grpSpPr>
          <a:xfrm>
            <a:off x="12287632" y="1959431"/>
            <a:ext cx="710311" cy="979707"/>
            <a:chOff x="0" y="0"/>
            <a:chExt cx="710309" cy="979705"/>
          </a:xfrm>
        </p:grpSpPr>
        <p:sp>
          <p:nvSpPr>
            <p:cNvPr id="536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6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371" name="Rectangle 6"/>
          <p:cNvGrpSpPr/>
          <p:nvPr/>
        </p:nvGrpSpPr>
        <p:grpSpPr>
          <a:xfrm>
            <a:off x="12287631" y="979736"/>
            <a:ext cx="710311" cy="979707"/>
            <a:chOff x="0" y="0"/>
            <a:chExt cx="710309" cy="979705"/>
          </a:xfrm>
        </p:grpSpPr>
        <p:sp>
          <p:nvSpPr>
            <p:cNvPr id="536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7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374" name="Rectangle 7"/>
          <p:cNvGrpSpPr/>
          <p:nvPr/>
        </p:nvGrpSpPr>
        <p:grpSpPr>
          <a:xfrm>
            <a:off x="12287631" y="-2"/>
            <a:ext cx="710311" cy="979706"/>
            <a:chOff x="0" y="0"/>
            <a:chExt cx="710309" cy="979705"/>
          </a:xfrm>
        </p:grpSpPr>
        <p:sp>
          <p:nvSpPr>
            <p:cNvPr id="537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7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377" name="Rectangle 8"/>
          <p:cNvGrpSpPr/>
          <p:nvPr/>
        </p:nvGrpSpPr>
        <p:grpSpPr>
          <a:xfrm>
            <a:off x="12997439" y="5715013"/>
            <a:ext cx="710311" cy="1142996"/>
            <a:chOff x="0" y="0"/>
            <a:chExt cx="710309" cy="1142994"/>
          </a:xfrm>
        </p:grpSpPr>
        <p:sp>
          <p:nvSpPr>
            <p:cNvPr id="537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7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380" name="Rectangle 9"/>
          <p:cNvGrpSpPr/>
          <p:nvPr/>
        </p:nvGrpSpPr>
        <p:grpSpPr>
          <a:xfrm>
            <a:off x="12997439" y="4572032"/>
            <a:ext cx="710311" cy="1142996"/>
            <a:chOff x="0" y="0"/>
            <a:chExt cx="710309" cy="1142994"/>
          </a:xfrm>
        </p:grpSpPr>
        <p:sp>
          <p:nvSpPr>
            <p:cNvPr id="537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383" name="Rectangle 10"/>
          <p:cNvGrpSpPr/>
          <p:nvPr/>
        </p:nvGrpSpPr>
        <p:grpSpPr>
          <a:xfrm>
            <a:off x="12997439" y="3428998"/>
            <a:ext cx="710311" cy="1142996"/>
            <a:chOff x="0" y="0"/>
            <a:chExt cx="710309" cy="1142994"/>
          </a:xfrm>
        </p:grpSpPr>
        <p:sp>
          <p:nvSpPr>
            <p:cNvPr id="538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8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386" name="Rectangle 11"/>
          <p:cNvGrpSpPr/>
          <p:nvPr/>
        </p:nvGrpSpPr>
        <p:grpSpPr>
          <a:xfrm>
            <a:off x="12997439" y="2286017"/>
            <a:ext cx="710311" cy="1142996"/>
            <a:chOff x="0" y="0"/>
            <a:chExt cx="710309" cy="1142994"/>
          </a:xfrm>
        </p:grpSpPr>
        <p:sp>
          <p:nvSpPr>
            <p:cNvPr id="538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8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389" name="Rectangle 12"/>
          <p:cNvGrpSpPr/>
          <p:nvPr/>
        </p:nvGrpSpPr>
        <p:grpSpPr>
          <a:xfrm>
            <a:off x="12997439" y="1142977"/>
            <a:ext cx="710311" cy="1142997"/>
            <a:chOff x="0" y="-1"/>
            <a:chExt cx="710309" cy="1142995"/>
          </a:xfrm>
        </p:grpSpPr>
        <p:sp>
          <p:nvSpPr>
            <p:cNvPr id="538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8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392" name="Rectangle 13"/>
          <p:cNvGrpSpPr/>
          <p:nvPr/>
        </p:nvGrpSpPr>
        <p:grpSpPr>
          <a:xfrm>
            <a:off x="13706754" y="-2365"/>
            <a:ext cx="710311" cy="1142995"/>
            <a:chOff x="0" y="0"/>
            <a:chExt cx="710309" cy="1142994"/>
          </a:xfrm>
        </p:grpSpPr>
        <p:sp>
          <p:nvSpPr>
            <p:cNvPr id="539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9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395" name="Rectangle 14"/>
          <p:cNvGrpSpPr/>
          <p:nvPr/>
        </p:nvGrpSpPr>
        <p:grpSpPr>
          <a:xfrm>
            <a:off x="13706756" y="5715013"/>
            <a:ext cx="710311" cy="1142996"/>
            <a:chOff x="0" y="0"/>
            <a:chExt cx="710309" cy="1142994"/>
          </a:xfrm>
        </p:grpSpPr>
        <p:sp>
          <p:nvSpPr>
            <p:cNvPr id="539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9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398" name="Rectangle 15"/>
          <p:cNvGrpSpPr/>
          <p:nvPr/>
        </p:nvGrpSpPr>
        <p:grpSpPr>
          <a:xfrm>
            <a:off x="13706754" y="4572032"/>
            <a:ext cx="710311" cy="1142996"/>
            <a:chOff x="0" y="0"/>
            <a:chExt cx="710309" cy="1142994"/>
          </a:xfrm>
        </p:grpSpPr>
        <p:sp>
          <p:nvSpPr>
            <p:cNvPr id="539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39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401" name="Rectangle 16"/>
          <p:cNvGrpSpPr/>
          <p:nvPr/>
        </p:nvGrpSpPr>
        <p:grpSpPr>
          <a:xfrm>
            <a:off x="12996453" y="-1157"/>
            <a:ext cx="710311" cy="1142995"/>
            <a:chOff x="0" y="0"/>
            <a:chExt cx="710309" cy="1142994"/>
          </a:xfrm>
        </p:grpSpPr>
        <p:sp>
          <p:nvSpPr>
            <p:cNvPr id="539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0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404" name="Rectangle 17"/>
          <p:cNvGrpSpPr/>
          <p:nvPr/>
        </p:nvGrpSpPr>
        <p:grpSpPr>
          <a:xfrm>
            <a:off x="13706754" y="2286017"/>
            <a:ext cx="710311" cy="1142996"/>
            <a:chOff x="0" y="0"/>
            <a:chExt cx="710309" cy="1142994"/>
          </a:xfrm>
        </p:grpSpPr>
        <p:sp>
          <p:nvSpPr>
            <p:cNvPr id="540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0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407" name="Rectangle 18"/>
          <p:cNvGrpSpPr/>
          <p:nvPr/>
        </p:nvGrpSpPr>
        <p:grpSpPr>
          <a:xfrm>
            <a:off x="13706756" y="1142977"/>
            <a:ext cx="710311" cy="1142997"/>
            <a:chOff x="0" y="-1"/>
            <a:chExt cx="710309" cy="1142995"/>
          </a:xfrm>
        </p:grpSpPr>
        <p:sp>
          <p:nvSpPr>
            <p:cNvPr id="540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0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410" name="Rectangle 19"/>
          <p:cNvGrpSpPr/>
          <p:nvPr/>
        </p:nvGrpSpPr>
        <p:grpSpPr>
          <a:xfrm>
            <a:off x="13706754" y="3427836"/>
            <a:ext cx="710311" cy="1142996"/>
            <a:chOff x="0" y="0"/>
            <a:chExt cx="710309" cy="1142994"/>
          </a:xfrm>
        </p:grpSpPr>
        <p:sp>
          <p:nvSpPr>
            <p:cNvPr id="540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0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5411" name="Picture 24" descr="Picture 24"/>
          <p:cNvPicPr>
            <a:picLocks noChangeAspect="1"/>
          </p:cNvPicPr>
          <p:nvPr/>
        </p:nvPicPr>
        <p:blipFill>
          <a:blip r:embed="rId2">
            <a:extLst/>
          </a:blip>
          <a:srcRect l="24963" t="0" r="24963" b="0"/>
          <a:stretch>
            <a:fillRect/>
          </a:stretch>
        </p:blipFill>
        <p:spPr>
          <a:xfrm>
            <a:off x="6085268" y="0"/>
            <a:ext cx="6103557" cy="6856284"/>
          </a:xfrm>
          <a:prstGeom prst="rect">
            <a:avLst/>
          </a:prstGeom>
          <a:ln w="12700">
            <a:miter lim="400000"/>
          </a:ln>
        </p:spPr>
      </p:pic>
      <p:sp>
        <p:nvSpPr>
          <p:cNvPr id="5412" name="Picture Placeholder 20"/>
          <p:cNvSpPr/>
          <p:nvPr>
            <p:ph type="pic" idx="21"/>
          </p:nvPr>
        </p:nvSpPr>
        <p:spPr>
          <a:xfrm>
            <a:off x="6532557" y="749298"/>
            <a:ext cx="6183568" cy="6428743"/>
          </a:xfrm>
          <a:prstGeom prst="rect">
            <a:avLst/>
          </a:prstGeom>
        </p:spPr>
        <p:txBody>
          <a:bodyPr lIns="91439" tIns="45719" rIns="91439" bIns="45719">
            <a:noAutofit/>
          </a:bodyPr>
          <a:lstStyle/>
          <a:p>
            <a:pPr/>
          </a:p>
        </p:txBody>
      </p:sp>
      <p:sp>
        <p:nvSpPr>
          <p:cNvPr id="5413" name="Rectangle 9"/>
          <p:cNvSpPr/>
          <p:nvPr/>
        </p:nvSpPr>
        <p:spPr>
          <a:xfrm rot="16200000">
            <a:off x="2665409" y="3419854"/>
            <a:ext cx="6858004"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414" name="Body Level One…"/>
          <p:cNvSpPr txBox="1"/>
          <p:nvPr>
            <p:ph type="body" sz="quarter" idx="1" hasCustomPrompt="1"/>
          </p:nvPr>
        </p:nvSpPr>
        <p:spPr>
          <a:xfrm>
            <a:off x="397193" y="4876636"/>
            <a:ext cx="5290752" cy="1564131"/>
          </a:xfrm>
          <a:prstGeom prst="rect">
            <a:avLst/>
          </a:prstGeom>
        </p:spPr>
        <p:txBody>
          <a:bodyPr anchor="b"/>
          <a:lstStyle>
            <a:lvl1pPr>
              <a:defRPr sz="2000">
                <a:solidFill>
                  <a:srgbClr val="7C8C9A"/>
                </a:solidFill>
                <a:latin typeface="+mj-lt"/>
                <a:ea typeface="+mj-ea"/>
                <a:cs typeface="+mj-cs"/>
                <a:sym typeface="Mona Sans"/>
              </a:defRPr>
            </a:lvl1pPr>
            <a:lvl2pPr>
              <a:defRPr sz="2000">
                <a:solidFill>
                  <a:srgbClr val="7C8C9A"/>
                </a:solidFill>
                <a:latin typeface="+mj-lt"/>
                <a:ea typeface="+mj-ea"/>
                <a:cs typeface="+mj-cs"/>
                <a:sym typeface="Mona Sans"/>
              </a:defRPr>
            </a:lvl2pPr>
            <a:lvl3pPr>
              <a:defRPr sz="2000">
                <a:solidFill>
                  <a:srgbClr val="7C8C9A"/>
                </a:solidFill>
                <a:latin typeface="+mj-lt"/>
                <a:ea typeface="+mj-ea"/>
                <a:cs typeface="+mj-cs"/>
                <a:sym typeface="Mona Sans"/>
              </a:defRPr>
            </a:lvl3pPr>
            <a:lvl4pPr>
              <a:defRPr sz="2000">
                <a:solidFill>
                  <a:srgbClr val="7C8C9A"/>
                </a:solidFill>
                <a:latin typeface="+mj-lt"/>
                <a:ea typeface="+mj-ea"/>
                <a:cs typeface="+mj-cs"/>
                <a:sym typeface="Mona Sans"/>
              </a:defRPr>
            </a:lvl4pPr>
            <a:lvl5pPr>
              <a:defRPr sz="2000">
                <a:solidFill>
                  <a:srgbClr val="7C8C9A"/>
                </a:solidFill>
                <a:latin typeface="+mj-lt"/>
                <a:ea typeface="+mj-ea"/>
                <a:cs typeface="+mj-cs"/>
                <a:sym typeface="Mona Sans"/>
              </a:defRPr>
            </a:lvl5pPr>
          </a:lstStyle>
          <a:p>
            <a:pPr/>
            <a:r>
              <a:t>Supporting text if applicable. Keep it short and sweet.</a:t>
            </a:r>
          </a:p>
          <a:p>
            <a:pPr lvl="1"/>
            <a:r>
              <a:t/>
            </a:r>
          </a:p>
          <a:p>
            <a:pPr lvl="2"/>
            <a:r>
              <a:t/>
            </a:r>
          </a:p>
          <a:p>
            <a:pPr lvl="3"/>
            <a:r>
              <a:t/>
            </a:r>
          </a:p>
          <a:p>
            <a:pPr lvl="4"/>
            <a:r>
              <a:t/>
            </a:r>
          </a:p>
        </p:txBody>
      </p:sp>
      <p:sp>
        <p:nvSpPr>
          <p:cNvPr id="5415" name="Text Placeholder 23"/>
          <p:cNvSpPr/>
          <p:nvPr>
            <p:ph type="body" sz="quarter" idx="22" hasCustomPrompt="1"/>
          </p:nvPr>
        </p:nvSpPr>
        <p:spPr>
          <a:xfrm>
            <a:off x="397192" y="1551884"/>
            <a:ext cx="5280819" cy="2907518"/>
          </a:xfrm>
          <a:prstGeom prst="rect">
            <a:avLst/>
          </a:prstGeom>
        </p:spPr>
        <p:txBody>
          <a:bodyPr/>
          <a:lstStyle>
            <a:lvl1pPr>
              <a:lnSpc>
                <a:spcPct val="100000"/>
              </a:lnSpc>
              <a:defRPr sz="4000">
                <a:solidFill>
                  <a:srgbClr val="000000"/>
                </a:solidFill>
              </a:defRPr>
            </a:lvl1pPr>
          </a:lstStyle>
          <a:p>
            <a:pPr/>
            <a:r>
              <a:t>A value prop in sentence case that is 12 words or less</a:t>
            </a:r>
          </a:p>
        </p:txBody>
      </p:sp>
      <p:sp>
        <p:nvSpPr>
          <p:cNvPr id="5416" name="Text Placeholder 23"/>
          <p:cNvSpPr/>
          <p:nvPr>
            <p:ph type="body" sz="quarter" idx="23" hasCustomPrompt="1"/>
          </p:nvPr>
        </p:nvSpPr>
        <p:spPr>
          <a:xfrm>
            <a:off x="397195" y="419100"/>
            <a:ext cx="5290750" cy="218511"/>
          </a:xfrm>
          <a:prstGeom prst="rect">
            <a:avLst/>
          </a:prstGeom>
        </p:spPr>
        <p:txBody>
          <a:bodyPr/>
          <a:lstStyle>
            <a:lvl1pPr>
              <a:defRPr cap="all" sz="1400">
                <a:solidFill>
                  <a:srgbClr val="7C8C9A"/>
                </a:solidFill>
                <a:latin typeface="Mona Sans Mono"/>
                <a:ea typeface="Mona Sans Mono"/>
                <a:cs typeface="Mona Sans Mono"/>
                <a:sym typeface="Mona Sans Mono"/>
              </a:defRPr>
            </a:lvl1pPr>
          </a:lstStyle>
          <a:p>
            <a:pPr/>
            <a:r>
              <a:t>Beta / Coming soon / GA / Q120XX</a:t>
            </a:r>
          </a:p>
        </p:txBody>
      </p:sp>
      <p:sp>
        <p:nvSpPr>
          <p:cNvPr id="54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Roadmap slide stacked">
    <p:bg>
      <p:bgPr>
        <a:solidFill>
          <a:srgbClr val="FFFFFF"/>
        </a:solidFill>
      </p:bgPr>
    </p:bg>
    <p:spTree>
      <p:nvGrpSpPr>
        <p:cNvPr id="1" name=""/>
        <p:cNvGrpSpPr/>
        <p:nvPr/>
      </p:nvGrpSpPr>
      <p:grpSpPr>
        <a:xfrm>
          <a:off x="0" y="0"/>
          <a:ext cx="0" cy="0"/>
          <a:chOff x="0" y="0"/>
          <a:chExt cx="0" cy="0"/>
        </a:xfrm>
      </p:grpSpPr>
      <p:grpSp>
        <p:nvGrpSpPr>
          <p:cNvPr id="5426" name="Rectangle 1"/>
          <p:cNvGrpSpPr/>
          <p:nvPr/>
        </p:nvGrpSpPr>
        <p:grpSpPr>
          <a:xfrm>
            <a:off x="12287632" y="5878297"/>
            <a:ext cx="710311" cy="979707"/>
            <a:chOff x="0" y="0"/>
            <a:chExt cx="710309" cy="979705"/>
          </a:xfrm>
        </p:grpSpPr>
        <p:sp>
          <p:nvSpPr>
            <p:cNvPr id="542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2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429" name="Rectangle 2"/>
          <p:cNvGrpSpPr/>
          <p:nvPr/>
        </p:nvGrpSpPr>
        <p:grpSpPr>
          <a:xfrm>
            <a:off x="12287631" y="4898603"/>
            <a:ext cx="710311" cy="979709"/>
            <a:chOff x="0" y="-1"/>
            <a:chExt cx="710309" cy="979708"/>
          </a:xfrm>
        </p:grpSpPr>
        <p:sp>
          <p:nvSpPr>
            <p:cNvPr id="542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2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432" name="Rectangle 3"/>
          <p:cNvGrpSpPr/>
          <p:nvPr/>
        </p:nvGrpSpPr>
        <p:grpSpPr>
          <a:xfrm>
            <a:off x="12287632" y="3918862"/>
            <a:ext cx="710311" cy="979706"/>
            <a:chOff x="0" y="0"/>
            <a:chExt cx="710309" cy="979705"/>
          </a:xfrm>
        </p:grpSpPr>
        <p:sp>
          <p:nvSpPr>
            <p:cNvPr id="543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3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435" name="Rectangle 4"/>
          <p:cNvGrpSpPr/>
          <p:nvPr/>
        </p:nvGrpSpPr>
        <p:grpSpPr>
          <a:xfrm>
            <a:off x="12287631" y="2939171"/>
            <a:ext cx="710311" cy="979707"/>
            <a:chOff x="0" y="0"/>
            <a:chExt cx="710309" cy="979705"/>
          </a:xfrm>
        </p:grpSpPr>
        <p:sp>
          <p:nvSpPr>
            <p:cNvPr id="543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3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438" name="Rectangle 5"/>
          <p:cNvGrpSpPr/>
          <p:nvPr/>
        </p:nvGrpSpPr>
        <p:grpSpPr>
          <a:xfrm>
            <a:off x="12287632" y="1959431"/>
            <a:ext cx="710311" cy="979707"/>
            <a:chOff x="0" y="0"/>
            <a:chExt cx="710309" cy="979705"/>
          </a:xfrm>
        </p:grpSpPr>
        <p:sp>
          <p:nvSpPr>
            <p:cNvPr id="543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3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441" name="Rectangle 6"/>
          <p:cNvGrpSpPr/>
          <p:nvPr/>
        </p:nvGrpSpPr>
        <p:grpSpPr>
          <a:xfrm>
            <a:off x="12287631" y="979736"/>
            <a:ext cx="710311" cy="979707"/>
            <a:chOff x="0" y="0"/>
            <a:chExt cx="710309" cy="979705"/>
          </a:xfrm>
        </p:grpSpPr>
        <p:sp>
          <p:nvSpPr>
            <p:cNvPr id="543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4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444" name="Rectangle 7"/>
          <p:cNvGrpSpPr/>
          <p:nvPr/>
        </p:nvGrpSpPr>
        <p:grpSpPr>
          <a:xfrm>
            <a:off x="12287631" y="-2"/>
            <a:ext cx="710311" cy="979706"/>
            <a:chOff x="0" y="0"/>
            <a:chExt cx="710309" cy="979705"/>
          </a:xfrm>
        </p:grpSpPr>
        <p:sp>
          <p:nvSpPr>
            <p:cNvPr id="544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4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447" name="Rectangle 8"/>
          <p:cNvGrpSpPr/>
          <p:nvPr/>
        </p:nvGrpSpPr>
        <p:grpSpPr>
          <a:xfrm>
            <a:off x="12997439" y="5715013"/>
            <a:ext cx="710311" cy="1142996"/>
            <a:chOff x="0" y="0"/>
            <a:chExt cx="710309" cy="1142994"/>
          </a:xfrm>
        </p:grpSpPr>
        <p:sp>
          <p:nvSpPr>
            <p:cNvPr id="544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450" name="Rectangle 9"/>
          <p:cNvGrpSpPr/>
          <p:nvPr/>
        </p:nvGrpSpPr>
        <p:grpSpPr>
          <a:xfrm>
            <a:off x="12997439" y="4572032"/>
            <a:ext cx="710311" cy="1142996"/>
            <a:chOff x="0" y="0"/>
            <a:chExt cx="710309" cy="1142994"/>
          </a:xfrm>
        </p:grpSpPr>
        <p:sp>
          <p:nvSpPr>
            <p:cNvPr id="544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4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453" name="Rectangle 10"/>
          <p:cNvGrpSpPr/>
          <p:nvPr/>
        </p:nvGrpSpPr>
        <p:grpSpPr>
          <a:xfrm>
            <a:off x="12997439" y="3428998"/>
            <a:ext cx="710311" cy="1142996"/>
            <a:chOff x="0" y="0"/>
            <a:chExt cx="710309" cy="1142994"/>
          </a:xfrm>
        </p:grpSpPr>
        <p:sp>
          <p:nvSpPr>
            <p:cNvPr id="545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5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456" name="Rectangle 11"/>
          <p:cNvGrpSpPr/>
          <p:nvPr/>
        </p:nvGrpSpPr>
        <p:grpSpPr>
          <a:xfrm>
            <a:off x="12997439" y="2286017"/>
            <a:ext cx="710311" cy="1142996"/>
            <a:chOff x="0" y="0"/>
            <a:chExt cx="710309" cy="1142994"/>
          </a:xfrm>
        </p:grpSpPr>
        <p:sp>
          <p:nvSpPr>
            <p:cNvPr id="545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5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459" name="Rectangle 12"/>
          <p:cNvGrpSpPr/>
          <p:nvPr/>
        </p:nvGrpSpPr>
        <p:grpSpPr>
          <a:xfrm>
            <a:off x="12997439" y="1142977"/>
            <a:ext cx="710311" cy="1142997"/>
            <a:chOff x="0" y="-1"/>
            <a:chExt cx="710309" cy="1142995"/>
          </a:xfrm>
        </p:grpSpPr>
        <p:sp>
          <p:nvSpPr>
            <p:cNvPr id="545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5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462" name="Rectangle 13"/>
          <p:cNvGrpSpPr/>
          <p:nvPr/>
        </p:nvGrpSpPr>
        <p:grpSpPr>
          <a:xfrm>
            <a:off x="13706754" y="-2365"/>
            <a:ext cx="710311" cy="1142995"/>
            <a:chOff x="0" y="0"/>
            <a:chExt cx="710309" cy="1142994"/>
          </a:xfrm>
        </p:grpSpPr>
        <p:sp>
          <p:nvSpPr>
            <p:cNvPr id="546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465" name="Rectangle 14"/>
          <p:cNvGrpSpPr/>
          <p:nvPr/>
        </p:nvGrpSpPr>
        <p:grpSpPr>
          <a:xfrm>
            <a:off x="13706756" y="5715013"/>
            <a:ext cx="710311" cy="1142996"/>
            <a:chOff x="0" y="0"/>
            <a:chExt cx="710309" cy="1142994"/>
          </a:xfrm>
        </p:grpSpPr>
        <p:sp>
          <p:nvSpPr>
            <p:cNvPr id="546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6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468" name="Rectangle 15"/>
          <p:cNvGrpSpPr/>
          <p:nvPr/>
        </p:nvGrpSpPr>
        <p:grpSpPr>
          <a:xfrm>
            <a:off x="13706754" y="4572032"/>
            <a:ext cx="710311" cy="1142996"/>
            <a:chOff x="0" y="0"/>
            <a:chExt cx="710309" cy="1142994"/>
          </a:xfrm>
        </p:grpSpPr>
        <p:sp>
          <p:nvSpPr>
            <p:cNvPr id="546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6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471" name="Rectangle 16"/>
          <p:cNvGrpSpPr/>
          <p:nvPr/>
        </p:nvGrpSpPr>
        <p:grpSpPr>
          <a:xfrm>
            <a:off x="12996453" y="-1157"/>
            <a:ext cx="710311" cy="1142995"/>
            <a:chOff x="0" y="0"/>
            <a:chExt cx="710309" cy="1142994"/>
          </a:xfrm>
        </p:grpSpPr>
        <p:sp>
          <p:nvSpPr>
            <p:cNvPr id="546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474" name="Rectangle 17"/>
          <p:cNvGrpSpPr/>
          <p:nvPr/>
        </p:nvGrpSpPr>
        <p:grpSpPr>
          <a:xfrm>
            <a:off x="13706754" y="2286017"/>
            <a:ext cx="710311" cy="1142996"/>
            <a:chOff x="0" y="0"/>
            <a:chExt cx="710309" cy="1142994"/>
          </a:xfrm>
        </p:grpSpPr>
        <p:sp>
          <p:nvSpPr>
            <p:cNvPr id="547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7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477" name="Rectangle 18"/>
          <p:cNvGrpSpPr/>
          <p:nvPr/>
        </p:nvGrpSpPr>
        <p:grpSpPr>
          <a:xfrm>
            <a:off x="13706756" y="1142977"/>
            <a:ext cx="710311" cy="1142997"/>
            <a:chOff x="0" y="-1"/>
            <a:chExt cx="710309" cy="1142995"/>
          </a:xfrm>
        </p:grpSpPr>
        <p:sp>
          <p:nvSpPr>
            <p:cNvPr id="547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7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480" name="Rectangle 19"/>
          <p:cNvGrpSpPr/>
          <p:nvPr/>
        </p:nvGrpSpPr>
        <p:grpSpPr>
          <a:xfrm>
            <a:off x="13706754" y="3427836"/>
            <a:ext cx="710311" cy="1142996"/>
            <a:chOff x="0" y="0"/>
            <a:chExt cx="710309" cy="1142994"/>
          </a:xfrm>
        </p:grpSpPr>
        <p:sp>
          <p:nvSpPr>
            <p:cNvPr id="547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5481" name="Picture 24" descr="Picture 24"/>
          <p:cNvPicPr>
            <a:picLocks noChangeAspect="1"/>
          </p:cNvPicPr>
          <p:nvPr/>
        </p:nvPicPr>
        <p:blipFill>
          <a:blip r:embed="rId2">
            <a:extLst/>
          </a:blip>
          <a:srcRect l="0" t="8462" r="0" b="8461"/>
          <a:stretch>
            <a:fillRect/>
          </a:stretch>
        </p:blipFill>
        <p:spPr>
          <a:xfrm>
            <a:off x="-65" y="2627377"/>
            <a:ext cx="12188954" cy="4229733"/>
          </a:xfrm>
          <a:prstGeom prst="rect">
            <a:avLst/>
          </a:prstGeom>
          <a:ln w="12700">
            <a:miter lim="400000"/>
          </a:ln>
        </p:spPr>
      </p:pic>
      <p:sp>
        <p:nvSpPr>
          <p:cNvPr id="5482" name="Picture Placeholder 20"/>
          <p:cNvSpPr/>
          <p:nvPr>
            <p:ph type="pic" idx="21"/>
          </p:nvPr>
        </p:nvSpPr>
        <p:spPr>
          <a:xfrm>
            <a:off x="769619" y="3147472"/>
            <a:ext cx="10652761" cy="6428741"/>
          </a:xfrm>
          <a:prstGeom prst="rect">
            <a:avLst/>
          </a:prstGeom>
        </p:spPr>
        <p:txBody>
          <a:bodyPr lIns="91439" tIns="45719" rIns="91439" bIns="45719">
            <a:noAutofit/>
          </a:bodyPr>
          <a:lstStyle/>
          <a:p>
            <a:pPr/>
          </a:p>
        </p:txBody>
      </p:sp>
      <p:sp>
        <p:nvSpPr>
          <p:cNvPr id="5483" name="Rectangle 9"/>
          <p:cNvSpPr/>
          <p:nvPr/>
        </p:nvSpPr>
        <p:spPr>
          <a:xfrm>
            <a:off x="-66" y="2627376"/>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484" name="Body Level One…"/>
          <p:cNvSpPr txBox="1"/>
          <p:nvPr>
            <p:ph type="body" sz="quarter" idx="1" hasCustomPrompt="1"/>
          </p:nvPr>
        </p:nvSpPr>
        <p:spPr>
          <a:xfrm>
            <a:off x="3449037" y="192961"/>
            <a:ext cx="5290754" cy="448552"/>
          </a:xfrm>
          <a:prstGeom prst="rect">
            <a:avLst/>
          </a:prstGeom>
        </p:spPr>
        <p:txBody>
          <a:bodyPr anchor="ctr"/>
          <a:lstStyle>
            <a:lvl1pPr algn="ctr">
              <a:defRPr cap="all" sz="1400">
                <a:solidFill>
                  <a:srgbClr val="7C8C9A"/>
                </a:solidFill>
                <a:latin typeface="Mona Sans Mono"/>
                <a:ea typeface="Mona Sans Mono"/>
                <a:cs typeface="Mona Sans Mono"/>
                <a:sym typeface="Mona Sans Mono"/>
              </a:defRPr>
            </a:lvl1pPr>
            <a:lvl2pPr algn="ctr">
              <a:defRPr cap="all" sz="1400">
                <a:solidFill>
                  <a:srgbClr val="7C8C9A"/>
                </a:solidFill>
                <a:latin typeface="Mona Sans Mono"/>
                <a:ea typeface="Mona Sans Mono"/>
                <a:cs typeface="Mona Sans Mono"/>
                <a:sym typeface="Mona Sans Mono"/>
              </a:defRPr>
            </a:lvl2pPr>
            <a:lvl3pPr algn="ctr">
              <a:defRPr cap="all" sz="1400">
                <a:solidFill>
                  <a:srgbClr val="7C8C9A"/>
                </a:solidFill>
                <a:latin typeface="Mona Sans Mono"/>
                <a:ea typeface="Mona Sans Mono"/>
                <a:cs typeface="Mona Sans Mono"/>
                <a:sym typeface="Mona Sans Mono"/>
              </a:defRPr>
            </a:lvl3pPr>
            <a:lvl4pPr algn="ctr">
              <a:defRPr cap="all" sz="1400">
                <a:solidFill>
                  <a:srgbClr val="7C8C9A"/>
                </a:solidFill>
                <a:latin typeface="Mona Sans Mono"/>
                <a:ea typeface="Mona Sans Mono"/>
                <a:cs typeface="Mona Sans Mono"/>
                <a:sym typeface="Mona Sans Mono"/>
              </a:defRPr>
            </a:lvl4pPr>
            <a:lvl5pPr algn="ctr">
              <a:defRPr cap="all" sz="1400">
                <a:solidFill>
                  <a:srgbClr val="7C8C9A"/>
                </a:solidFill>
                <a:latin typeface="Mona Sans Mono"/>
                <a:ea typeface="Mona Sans Mono"/>
                <a:cs typeface="Mona Sans Mono"/>
                <a:sym typeface="Mona Sans Mono"/>
              </a:defRPr>
            </a:lvl5pPr>
          </a:lstStyle>
          <a:p>
            <a:pPr/>
            <a:r>
              <a:t>Beta / Coming soon / GA / Q120XX</a:t>
            </a:r>
          </a:p>
          <a:p>
            <a:pPr lvl="1"/>
            <a:r>
              <a:t/>
            </a:r>
          </a:p>
          <a:p>
            <a:pPr lvl="2"/>
            <a:r>
              <a:t/>
            </a:r>
          </a:p>
          <a:p>
            <a:pPr lvl="3"/>
            <a:r>
              <a:t/>
            </a:r>
          </a:p>
          <a:p>
            <a:pPr lvl="4"/>
            <a:r>
              <a:t/>
            </a:r>
          </a:p>
        </p:txBody>
      </p:sp>
      <p:sp>
        <p:nvSpPr>
          <p:cNvPr id="5485" name="Text Placeholder 23"/>
          <p:cNvSpPr/>
          <p:nvPr>
            <p:ph type="body" sz="quarter" idx="22" hasCustomPrompt="1"/>
          </p:nvPr>
        </p:nvSpPr>
        <p:spPr>
          <a:xfrm>
            <a:off x="2336164" y="1185899"/>
            <a:ext cx="7516495" cy="1226593"/>
          </a:xfrm>
          <a:prstGeom prst="rect">
            <a:avLst/>
          </a:prstGeom>
        </p:spPr>
        <p:txBody>
          <a:bodyPr anchor="ctr"/>
          <a:lstStyle>
            <a:lvl1pPr algn="ctr">
              <a:lnSpc>
                <a:spcPct val="100000"/>
              </a:lnSpc>
              <a:defRPr sz="4000">
                <a:solidFill>
                  <a:srgbClr val="000000"/>
                </a:solidFill>
              </a:defRPr>
            </a:lvl1pPr>
          </a:lstStyle>
          <a:p>
            <a:pPr/>
            <a:r>
              <a:t>A value prop in sentence case that is 12 words or less</a:t>
            </a:r>
          </a:p>
        </p:txBody>
      </p:sp>
      <p:sp>
        <p:nvSpPr>
          <p:cNvPr id="54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Roadmap slide stacked reversed">
    <p:bg>
      <p:bgPr>
        <a:solidFill>
          <a:srgbClr val="FFFFFF"/>
        </a:solidFill>
      </p:bgPr>
    </p:bg>
    <p:spTree>
      <p:nvGrpSpPr>
        <p:cNvPr id="1" name=""/>
        <p:cNvGrpSpPr/>
        <p:nvPr/>
      </p:nvGrpSpPr>
      <p:grpSpPr>
        <a:xfrm>
          <a:off x="0" y="0"/>
          <a:ext cx="0" cy="0"/>
          <a:chOff x="0" y="0"/>
          <a:chExt cx="0" cy="0"/>
        </a:xfrm>
      </p:grpSpPr>
      <p:grpSp>
        <p:nvGrpSpPr>
          <p:cNvPr id="5495" name="Rectangle 1"/>
          <p:cNvGrpSpPr/>
          <p:nvPr/>
        </p:nvGrpSpPr>
        <p:grpSpPr>
          <a:xfrm>
            <a:off x="12287632" y="5878297"/>
            <a:ext cx="710311" cy="979707"/>
            <a:chOff x="0" y="0"/>
            <a:chExt cx="710309" cy="979705"/>
          </a:xfrm>
        </p:grpSpPr>
        <p:sp>
          <p:nvSpPr>
            <p:cNvPr id="5493"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9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498" name="Rectangle 2"/>
          <p:cNvGrpSpPr/>
          <p:nvPr/>
        </p:nvGrpSpPr>
        <p:grpSpPr>
          <a:xfrm>
            <a:off x="12287631" y="4898603"/>
            <a:ext cx="710311" cy="979709"/>
            <a:chOff x="0" y="-1"/>
            <a:chExt cx="710309" cy="979708"/>
          </a:xfrm>
        </p:grpSpPr>
        <p:sp>
          <p:nvSpPr>
            <p:cNvPr id="5496"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97"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501" name="Rectangle 3"/>
          <p:cNvGrpSpPr/>
          <p:nvPr/>
        </p:nvGrpSpPr>
        <p:grpSpPr>
          <a:xfrm>
            <a:off x="12287632" y="3918862"/>
            <a:ext cx="710311" cy="979706"/>
            <a:chOff x="0" y="0"/>
            <a:chExt cx="710309" cy="979705"/>
          </a:xfrm>
        </p:grpSpPr>
        <p:sp>
          <p:nvSpPr>
            <p:cNvPr id="5499"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0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504" name="Rectangle 4"/>
          <p:cNvGrpSpPr/>
          <p:nvPr/>
        </p:nvGrpSpPr>
        <p:grpSpPr>
          <a:xfrm>
            <a:off x="12287631" y="2939171"/>
            <a:ext cx="710311" cy="979707"/>
            <a:chOff x="0" y="0"/>
            <a:chExt cx="710309" cy="979705"/>
          </a:xfrm>
        </p:grpSpPr>
        <p:sp>
          <p:nvSpPr>
            <p:cNvPr id="5502"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0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507" name="Rectangle 5"/>
          <p:cNvGrpSpPr/>
          <p:nvPr/>
        </p:nvGrpSpPr>
        <p:grpSpPr>
          <a:xfrm>
            <a:off x="12287632" y="1959431"/>
            <a:ext cx="710311" cy="979707"/>
            <a:chOff x="0" y="0"/>
            <a:chExt cx="710309" cy="979705"/>
          </a:xfrm>
        </p:grpSpPr>
        <p:sp>
          <p:nvSpPr>
            <p:cNvPr id="5505"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0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510" name="Rectangle 6"/>
          <p:cNvGrpSpPr/>
          <p:nvPr/>
        </p:nvGrpSpPr>
        <p:grpSpPr>
          <a:xfrm>
            <a:off x="12287631" y="979736"/>
            <a:ext cx="710311" cy="979707"/>
            <a:chOff x="0" y="0"/>
            <a:chExt cx="710309" cy="979705"/>
          </a:xfrm>
        </p:grpSpPr>
        <p:sp>
          <p:nvSpPr>
            <p:cNvPr id="5508"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09"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513" name="Rectangle 7"/>
          <p:cNvGrpSpPr/>
          <p:nvPr/>
        </p:nvGrpSpPr>
        <p:grpSpPr>
          <a:xfrm>
            <a:off x="12287631" y="-2"/>
            <a:ext cx="710311" cy="979706"/>
            <a:chOff x="0" y="0"/>
            <a:chExt cx="710309" cy="979705"/>
          </a:xfrm>
        </p:grpSpPr>
        <p:sp>
          <p:nvSpPr>
            <p:cNvPr id="5511"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1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516" name="Rectangle 8"/>
          <p:cNvGrpSpPr/>
          <p:nvPr/>
        </p:nvGrpSpPr>
        <p:grpSpPr>
          <a:xfrm>
            <a:off x="12997439" y="5715013"/>
            <a:ext cx="710311" cy="1142996"/>
            <a:chOff x="0" y="0"/>
            <a:chExt cx="710309" cy="1142994"/>
          </a:xfrm>
        </p:grpSpPr>
        <p:sp>
          <p:nvSpPr>
            <p:cNvPr id="5514"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1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519" name="Rectangle 9"/>
          <p:cNvGrpSpPr/>
          <p:nvPr/>
        </p:nvGrpSpPr>
        <p:grpSpPr>
          <a:xfrm>
            <a:off x="12997439" y="4572032"/>
            <a:ext cx="710311" cy="1142996"/>
            <a:chOff x="0" y="0"/>
            <a:chExt cx="710309" cy="1142994"/>
          </a:xfrm>
        </p:grpSpPr>
        <p:sp>
          <p:nvSpPr>
            <p:cNvPr id="5517"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1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522" name="Rectangle 10"/>
          <p:cNvGrpSpPr/>
          <p:nvPr/>
        </p:nvGrpSpPr>
        <p:grpSpPr>
          <a:xfrm>
            <a:off x="12997439" y="3428998"/>
            <a:ext cx="710311" cy="1142996"/>
            <a:chOff x="0" y="0"/>
            <a:chExt cx="710309" cy="1142994"/>
          </a:xfrm>
        </p:grpSpPr>
        <p:sp>
          <p:nvSpPr>
            <p:cNvPr id="5520"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2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525" name="Rectangle 11"/>
          <p:cNvGrpSpPr/>
          <p:nvPr/>
        </p:nvGrpSpPr>
        <p:grpSpPr>
          <a:xfrm>
            <a:off x="12997439" y="2286017"/>
            <a:ext cx="710311" cy="1142996"/>
            <a:chOff x="0" y="0"/>
            <a:chExt cx="710309" cy="1142994"/>
          </a:xfrm>
        </p:grpSpPr>
        <p:sp>
          <p:nvSpPr>
            <p:cNvPr id="5523"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2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528" name="Rectangle 12"/>
          <p:cNvGrpSpPr/>
          <p:nvPr/>
        </p:nvGrpSpPr>
        <p:grpSpPr>
          <a:xfrm>
            <a:off x="12997439" y="1142977"/>
            <a:ext cx="710311" cy="1142997"/>
            <a:chOff x="0" y="-1"/>
            <a:chExt cx="710309" cy="1142995"/>
          </a:xfrm>
        </p:grpSpPr>
        <p:sp>
          <p:nvSpPr>
            <p:cNvPr id="5526"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2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531" name="Rectangle 13"/>
          <p:cNvGrpSpPr/>
          <p:nvPr/>
        </p:nvGrpSpPr>
        <p:grpSpPr>
          <a:xfrm>
            <a:off x="13706754" y="-2365"/>
            <a:ext cx="710311" cy="1142995"/>
            <a:chOff x="0" y="0"/>
            <a:chExt cx="710309" cy="1142994"/>
          </a:xfrm>
        </p:grpSpPr>
        <p:sp>
          <p:nvSpPr>
            <p:cNvPr id="5529"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3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534" name="Rectangle 14"/>
          <p:cNvGrpSpPr/>
          <p:nvPr/>
        </p:nvGrpSpPr>
        <p:grpSpPr>
          <a:xfrm>
            <a:off x="13706756" y="5715013"/>
            <a:ext cx="710311" cy="1142996"/>
            <a:chOff x="0" y="0"/>
            <a:chExt cx="710309" cy="1142994"/>
          </a:xfrm>
        </p:grpSpPr>
        <p:sp>
          <p:nvSpPr>
            <p:cNvPr id="5532"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537" name="Rectangle 15"/>
          <p:cNvGrpSpPr/>
          <p:nvPr/>
        </p:nvGrpSpPr>
        <p:grpSpPr>
          <a:xfrm>
            <a:off x="13706754" y="4572032"/>
            <a:ext cx="710311" cy="1142996"/>
            <a:chOff x="0" y="0"/>
            <a:chExt cx="710309" cy="1142994"/>
          </a:xfrm>
        </p:grpSpPr>
        <p:sp>
          <p:nvSpPr>
            <p:cNvPr id="5535"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3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540" name="Rectangle 16"/>
          <p:cNvGrpSpPr/>
          <p:nvPr/>
        </p:nvGrpSpPr>
        <p:grpSpPr>
          <a:xfrm>
            <a:off x="12996453" y="-1157"/>
            <a:ext cx="710311" cy="1142995"/>
            <a:chOff x="0" y="0"/>
            <a:chExt cx="710309" cy="1142994"/>
          </a:xfrm>
        </p:grpSpPr>
        <p:sp>
          <p:nvSpPr>
            <p:cNvPr id="5538"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3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543" name="Rectangle 17"/>
          <p:cNvGrpSpPr/>
          <p:nvPr/>
        </p:nvGrpSpPr>
        <p:grpSpPr>
          <a:xfrm>
            <a:off x="13706754" y="2286017"/>
            <a:ext cx="710311" cy="1142996"/>
            <a:chOff x="0" y="0"/>
            <a:chExt cx="710309" cy="1142994"/>
          </a:xfrm>
        </p:grpSpPr>
        <p:sp>
          <p:nvSpPr>
            <p:cNvPr id="5541"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4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546" name="Rectangle 18"/>
          <p:cNvGrpSpPr/>
          <p:nvPr/>
        </p:nvGrpSpPr>
        <p:grpSpPr>
          <a:xfrm>
            <a:off x="13706756" y="1142977"/>
            <a:ext cx="710311" cy="1142997"/>
            <a:chOff x="0" y="-1"/>
            <a:chExt cx="710309" cy="1142995"/>
          </a:xfrm>
        </p:grpSpPr>
        <p:sp>
          <p:nvSpPr>
            <p:cNvPr id="5544"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4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549" name="Rectangle 19"/>
          <p:cNvGrpSpPr/>
          <p:nvPr/>
        </p:nvGrpSpPr>
        <p:grpSpPr>
          <a:xfrm>
            <a:off x="13706754" y="3427836"/>
            <a:ext cx="710311" cy="1142996"/>
            <a:chOff x="0" y="0"/>
            <a:chExt cx="710309" cy="1142994"/>
          </a:xfrm>
        </p:grpSpPr>
        <p:sp>
          <p:nvSpPr>
            <p:cNvPr id="5547"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4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5550" name="Picture 24" descr="Picture 24"/>
          <p:cNvPicPr>
            <a:picLocks noChangeAspect="1"/>
          </p:cNvPicPr>
          <p:nvPr/>
        </p:nvPicPr>
        <p:blipFill>
          <a:blip r:embed="rId2">
            <a:extLst/>
          </a:blip>
          <a:srcRect l="0" t="9275" r="0" b="9275"/>
          <a:stretch>
            <a:fillRect/>
          </a:stretch>
        </p:blipFill>
        <p:spPr>
          <a:xfrm>
            <a:off x="-65" y="-4"/>
            <a:ext cx="12188954" cy="4229739"/>
          </a:xfrm>
          <a:prstGeom prst="rect">
            <a:avLst/>
          </a:prstGeom>
          <a:ln w="12700">
            <a:miter lim="400000"/>
          </a:ln>
        </p:spPr>
      </p:pic>
      <p:sp>
        <p:nvSpPr>
          <p:cNvPr id="5551" name="Rectangle 9"/>
          <p:cNvSpPr/>
          <p:nvPr/>
        </p:nvSpPr>
        <p:spPr>
          <a:xfrm>
            <a:off x="-66" y="4228207"/>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552" name="Body Level One…"/>
          <p:cNvSpPr txBox="1"/>
          <p:nvPr>
            <p:ph type="body" sz="quarter" idx="1" hasCustomPrompt="1"/>
          </p:nvPr>
        </p:nvSpPr>
        <p:spPr>
          <a:xfrm>
            <a:off x="3449037" y="4447968"/>
            <a:ext cx="5290754" cy="448554"/>
          </a:xfrm>
          <a:prstGeom prst="rect">
            <a:avLst/>
          </a:prstGeom>
        </p:spPr>
        <p:txBody>
          <a:bodyPr anchor="ctr"/>
          <a:lstStyle>
            <a:lvl1pPr algn="ctr">
              <a:defRPr cap="all" sz="1400">
                <a:solidFill>
                  <a:srgbClr val="7C8C9A"/>
                </a:solidFill>
                <a:latin typeface="Mona Sans Mono"/>
                <a:ea typeface="Mona Sans Mono"/>
                <a:cs typeface="Mona Sans Mono"/>
                <a:sym typeface="Mona Sans Mono"/>
              </a:defRPr>
            </a:lvl1pPr>
            <a:lvl2pPr algn="ctr">
              <a:defRPr cap="all" sz="1400">
                <a:solidFill>
                  <a:srgbClr val="7C8C9A"/>
                </a:solidFill>
                <a:latin typeface="Mona Sans Mono"/>
                <a:ea typeface="Mona Sans Mono"/>
                <a:cs typeface="Mona Sans Mono"/>
                <a:sym typeface="Mona Sans Mono"/>
              </a:defRPr>
            </a:lvl2pPr>
            <a:lvl3pPr algn="ctr">
              <a:defRPr cap="all" sz="1400">
                <a:solidFill>
                  <a:srgbClr val="7C8C9A"/>
                </a:solidFill>
                <a:latin typeface="Mona Sans Mono"/>
                <a:ea typeface="Mona Sans Mono"/>
                <a:cs typeface="Mona Sans Mono"/>
                <a:sym typeface="Mona Sans Mono"/>
              </a:defRPr>
            </a:lvl3pPr>
            <a:lvl4pPr algn="ctr">
              <a:defRPr cap="all" sz="1400">
                <a:solidFill>
                  <a:srgbClr val="7C8C9A"/>
                </a:solidFill>
                <a:latin typeface="Mona Sans Mono"/>
                <a:ea typeface="Mona Sans Mono"/>
                <a:cs typeface="Mona Sans Mono"/>
                <a:sym typeface="Mona Sans Mono"/>
              </a:defRPr>
            </a:lvl4pPr>
            <a:lvl5pPr algn="ctr">
              <a:defRPr cap="all" sz="1400">
                <a:solidFill>
                  <a:srgbClr val="7C8C9A"/>
                </a:solidFill>
                <a:latin typeface="Mona Sans Mono"/>
                <a:ea typeface="Mona Sans Mono"/>
                <a:cs typeface="Mona Sans Mono"/>
                <a:sym typeface="Mona Sans Mono"/>
              </a:defRPr>
            </a:lvl5pPr>
          </a:lstStyle>
          <a:p>
            <a:pPr/>
            <a:r>
              <a:t>Beta / Coming soon / GA / Q120XX</a:t>
            </a:r>
          </a:p>
          <a:p>
            <a:pPr lvl="1"/>
            <a:r>
              <a:t/>
            </a:r>
          </a:p>
          <a:p>
            <a:pPr lvl="2"/>
            <a:r>
              <a:t/>
            </a:r>
          </a:p>
          <a:p>
            <a:pPr lvl="3"/>
            <a:r>
              <a:t/>
            </a:r>
          </a:p>
          <a:p>
            <a:pPr lvl="4"/>
            <a:r>
              <a:t/>
            </a:r>
          </a:p>
        </p:txBody>
      </p:sp>
      <p:sp>
        <p:nvSpPr>
          <p:cNvPr id="5553" name="Text Placeholder 23"/>
          <p:cNvSpPr/>
          <p:nvPr>
            <p:ph type="body" sz="quarter" idx="21" hasCustomPrompt="1"/>
          </p:nvPr>
        </p:nvSpPr>
        <p:spPr>
          <a:xfrm>
            <a:off x="2336164" y="5440907"/>
            <a:ext cx="7516495" cy="1226593"/>
          </a:xfrm>
          <a:prstGeom prst="rect">
            <a:avLst/>
          </a:prstGeom>
        </p:spPr>
        <p:txBody>
          <a:bodyPr anchor="ctr"/>
          <a:lstStyle>
            <a:lvl1pPr algn="ctr">
              <a:lnSpc>
                <a:spcPct val="100000"/>
              </a:lnSpc>
              <a:defRPr sz="4000">
                <a:solidFill>
                  <a:srgbClr val="000000"/>
                </a:solidFill>
              </a:defRPr>
            </a:lvl1pPr>
          </a:lstStyle>
          <a:p>
            <a:pPr/>
            <a:r>
              <a:t>A value prop in sentence case that is 12 words or less</a:t>
            </a:r>
          </a:p>
        </p:txBody>
      </p:sp>
      <p:sp>
        <p:nvSpPr>
          <p:cNvPr id="5554" name="Picture Placeholder 20"/>
          <p:cNvSpPr/>
          <p:nvPr>
            <p:ph type="pic" idx="22"/>
          </p:nvPr>
        </p:nvSpPr>
        <p:spPr>
          <a:xfrm>
            <a:off x="768030" y="-2714121"/>
            <a:ext cx="10652763" cy="6428743"/>
          </a:xfrm>
          <a:prstGeom prst="rect">
            <a:avLst/>
          </a:prstGeom>
        </p:spPr>
        <p:txBody>
          <a:bodyPr lIns="91439" tIns="45719" rIns="91439" bIns="45719">
            <a:noAutofit/>
          </a:bodyPr>
          <a:lstStyle/>
          <a:p>
            <a:pPr/>
          </a:p>
        </p:txBody>
      </p:sp>
      <p:sp>
        <p:nvSpPr>
          <p:cNvPr id="55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Roadmap slide_2 features">
    <p:bg>
      <p:bgPr>
        <a:solidFill>
          <a:srgbClr val="FFFFFF"/>
        </a:solidFill>
      </p:bgPr>
    </p:bg>
    <p:spTree>
      <p:nvGrpSpPr>
        <p:cNvPr id="1" name=""/>
        <p:cNvGrpSpPr/>
        <p:nvPr/>
      </p:nvGrpSpPr>
      <p:grpSpPr>
        <a:xfrm>
          <a:off x="0" y="0"/>
          <a:ext cx="0" cy="0"/>
          <a:chOff x="0" y="0"/>
          <a:chExt cx="0" cy="0"/>
        </a:xfrm>
      </p:grpSpPr>
      <p:grpSp>
        <p:nvGrpSpPr>
          <p:cNvPr id="5564" name="Rectangle 1"/>
          <p:cNvGrpSpPr/>
          <p:nvPr/>
        </p:nvGrpSpPr>
        <p:grpSpPr>
          <a:xfrm>
            <a:off x="12287632" y="5878297"/>
            <a:ext cx="710311" cy="979707"/>
            <a:chOff x="0" y="0"/>
            <a:chExt cx="710309" cy="979705"/>
          </a:xfrm>
        </p:grpSpPr>
        <p:sp>
          <p:nvSpPr>
            <p:cNvPr id="5562"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6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567" name="Rectangle 2"/>
          <p:cNvGrpSpPr/>
          <p:nvPr/>
        </p:nvGrpSpPr>
        <p:grpSpPr>
          <a:xfrm>
            <a:off x="12287631" y="4898603"/>
            <a:ext cx="710311" cy="979709"/>
            <a:chOff x="0" y="-1"/>
            <a:chExt cx="710309" cy="979708"/>
          </a:xfrm>
        </p:grpSpPr>
        <p:sp>
          <p:nvSpPr>
            <p:cNvPr id="5565"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66"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570" name="Rectangle 3"/>
          <p:cNvGrpSpPr/>
          <p:nvPr/>
        </p:nvGrpSpPr>
        <p:grpSpPr>
          <a:xfrm>
            <a:off x="12287632" y="3918862"/>
            <a:ext cx="710311" cy="979706"/>
            <a:chOff x="0" y="0"/>
            <a:chExt cx="710309" cy="979705"/>
          </a:xfrm>
        </p:grpSpPr>
        <p:sp>
          <p:nvSpPr>
            <p:cNvPr id="5568"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6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573" name="Rectangle 4"/>
          <p:cNvGrpSpPr/>
          <p:nvPr/>
        </p:nvGrpSpPr>
        <p:grpSpPr>
          <a:xfrm>
            <a:off x="12287631" y="2939171"/>
            <a:ext cx="710311" cy="979707"/>
            <a:chOff x="0" y="0"/>
            <a:chExt cx="710309" cy="979705"/>
          </a:xfrm>
        </p:grpSpPr>
        <p:sp>
          <p:nvSpPr>
            <p:cNvPr id="5571"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7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576" name="Rectangle 5"/>
          <p:cNvGrpSpPr/>
          <p:nvPr/>
        </p:nvGrpSpPr>
        <p:grpSpPr>
          <a:xfrm>
            <a:off x="12287632" y="1959431"/>
            <a:ext cx="710311" cy="979707"/>
            <a:chOff x="0" y="0"/>
            <a:chExt cx="710309" cy="979705"/>
          </a:xfrm>
        </p:grpSpPr>
        <p:sp>
          <p:nvSpPr>
            <p:cNvPr id="5574"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7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579" name="Rectangle 6"/>
          <p:cNvGrpSpPr/>
          <p:nvPr/>
        </p:nvGrpSpPr>
        <p:grpSpPr>
          <a:xfrm>
            <a:off x="12287631" y="979736"/>
            <a:ext cx="710311" cy="979707"/>
            <a:chOff x="0" y="0"/>
            <a:chExt cx="710309" cy="979705"/>
          </a:xfrm>
        </p:grpSpPr>
        <p:sp>
          <p:nvSpPr>
            <p:cNvPr id="5577"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78"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582" name="Rectangle 7"/>
          <p:cNvGrpSpPr/>
          <p:nvPr/>
        </p:nvGrpSpPr>
        <p:grpSpPr>
          <a:xfrm>
            <a:off x="12287631" y="-2"/>
            <a:ext cx="710311" cy="979706"/>
            <a:chOff x="0" y="0"/>
            <a:chExt cx="710309" cy="979705"/>
          </a:xfrm>
        </p:grpSpPr>
        <p:sp>
          <p:nvSpPr>
            <p:cNvPr id="5580"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8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585" name="Rectangle 8"/>
          <p:cNvGrpSpPr/>
          <p:nvPr/>
        </p:nvGrpSpPr>
        <p:grpSpPr>
          <a:xfrm>
            <a:off x="12997439" y="5715013"/>
            <a:ext cx="710311" cy="1142996"/>
            <a:chOff x="0" y="0"/>
            <a:chExt cx="710309" cy="1142994"/>
          </a:xfrm>
        </p:grpSpPr>
        <p:sp>
          <p:nvSpPr>
            <p:cNvPr id="5583"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8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588" name="Rectangle 9"/>
          <p:cNvGrpSpPr/>
          <p:nvPr/>
        </p:nvGrpSpPr>
        <p:grpSpPr>
          <a:xfrm>
            <a:off x="12997439" y="4572032"/>
            <a:ext cx="710311" cy="1142996"/>
            <a:chOff x="0" y="0"/>
            <a:chExt cx="710309" cy="1142994"/>
          </a:xfrm>
        </p:grpSpPr>
        <p:sp>
          <p:nvSpPr>
            <p:cNvPr id="5586"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8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591" name="Rectangle 10"/>
          <p:cNvGrpSpPr/>
          <p:nvPr/>
        </p:nvGrpSpPr>
        <p:grpSpPr>
          <a:xfrm>
            <a:off x="12997439" y="3428998"/>
            <a:ext cx="710311" cy="1142996"/>
            <a:chOff x="0" y="0"/>
            <a:chExt cx="710309" cy="1142994"/>
          </a:xfrm>
        </p:grpSpPr>
        <p:sp>
          <p:nvSpPr>
            <p:cNvPr id="5589"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9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594" name="Rectangle 11"/>
          <p:cNvGrpSpPr/>
          <p:nvPr/>
        </p:nvGrpSpPr>
        <p:grpSpPr>
          <a:xfrm>
            <a:off x="12997439" y="2286017"/>
            <a:ext cx="710311" cy="1142996"/>
            <a:chOff x="0" y="0"/>
            <a:chExt cx="710309" cy="1142994"/>
          </a:xfrm>
        </p:grpSpPr>
        <p:sp>
          <p:nvSpPr>
            <p:cNvPr id="5592"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9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597" name="Rectangle 12"/>
          <p:cNvGrpSpPr/>
          <p:nvPr/>
        </p:nvGrpSpPr>
        <p:grpSpPr>
          <a:xfrm>
            <a:off x="12997439" y="1142977"/>
            <a:ext cx="710311" cy="1142997"/>
            <a:chOff x="0" y="-1"/>
            <a:chExt cx="710309" cy="1142995"/>
          </a:xfrm>
        </p:grpSpPr>
        <p:sp>
          <p:nvSpPr>
            <p:cNvPr id="5595"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9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600" name="Rectangle 13"/>
          <p:cNvGrpSpPr/>
          <p:nvPr/>
        </p:nvGrpSpPr>
        <p:grpSpPr>
          <a:xfrm>
            <a:off x="13706754" y="-2365"/>
            <a:ext cx="710311" cy="1142995"/>
            <a:chOff x="0" y="0"/>
            <a:chExt cx="710309" cy="1142994"/>
          </a:xfrm>
        </p:grpSpPr>
        <p:sp>
          <p:nvSpPr>
            <p:cNvPr id="5598"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59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603" name="Rectangle 14"/>
          <p:cNvGrpSpPr/>
          <p:nvPr/>
        </p:nvGrpSpPr>
        <p:grpSpPr>
          <a:xfrm>
            <a:off x="13706756" y="5715013"/>
            <a:ext cx="710311" cy="1142996"/>
            <a:chOff x="0" y="0"/>
            <a:chExt cx="710309" cy="1142994"/>
          </a:xfrm>
        </p:grpSpPr>
        <p:sp>
          <p:nvSpPr>
            <p:cNvPr id="5601"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0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606" name="Rectangle 15"/>
          <p:cNvGrpSpPr/>
          <p:nvPr/>
        </p:nvGrpSpPr>
        <p:grpSpPr>
          <a:xfrm>
            <a:off x="13706754" y="4572032"/>
            <a:ext cx="710311" cy="1142996"/>
            <a:chOff x="0" y="0"/>
            <a:chExt cx="710309" cy="1142994"/>
          </a:xfrm>
        </p:grpSpPr>
        <p:sp>
          <p:nvSpPr>
            <p:cNvPr id="5604"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0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609" name="Rectangle 16"/>
          <p:cNvGrpSpPr/>
          <p:nvPr/>
        </p:nvGrpSpPr>
        <p:grpSpPr>
          <a:xfrm>
            <a:off x="12996453" y="-1157"/>
            <a:ext cx="710311" cy="1142995"/>
            <a:chOff x="0" y="0"/>
            <a:chExt cx="710309" cy="1142994"/>
          </a:xfrm>
        </p:grpSpPr>
        <p:sp>
          <p:nvSpPr>
            <p:cNvPr id="5607"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0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612" name="Rectangle 17"/>
          <p:cNvGrpSpPr/>
          <p:nvPr/>
        </p:nvGrpSpPr>
        <p:grpSpPr>
          <a:xfrm>
            <a:off x="13706754" y="2286017"/>
            <a:ext cx="710311" cy="1142996"/>
            <a:chOff x="0" y="0"/>
            <a:chExt cx="710309" cy="1142994"/>
          </a:xfrm>
        </p:grpSpPr>
        <p:sp>
          <p:nvSpPr>
            <p:cNvPr id="5610"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615" name="Rectangle 18"/>
          <p:cNvGrpSpPr/>
          <p:nvPr/>
        </p:nvGrpSpPr>
        <p:grpSpPr>
          <a:xfrm>
            <a:off x="13706756" y="1142977"/>
            <a:ext cx="710311" cy="1142997"/>
            <a:chOff x="0" y="-1"/>
            <a:chExt cx="710309" cy="1142995"/>
          </a:xfrm>
        </p:grpSpPr>
        <p:sp>
          <p:nvSpPr>
            <p:cNvPr id="5613"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1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618" name="Rectangle 19"/>
          <p:cNvGrpSpPr/>
          <p:nvPr/>
        </p:nvGrpSpPr>
        <p:grpSpPr>
          <a:xfrm>
            <a:off x="13706754" y="3427836"/>
            <a:ext cx="710311" cy="1142996"/>
            <a:chOff x="0" y="0"/>
            <a:chExt cx="710309" cy="1142994"/>
          </a:xfrm>
        </p:grpSpPr>
        <p:sp>
          <p:nvSpPr>
            <p:cNvPr id="5616"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1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5619" name="Picture 1" descr="Picture 1"/>
          <p:cNvPicPr>
            <a:picLocks noChangeAspect="1"/>
          </p:cNvPicPr>
          <p:nvPr/>
        </p:nvPicPr>
        <p:blipFill>
          <a:blip r:embed="rId2">
            <a:extLst/>
          </a:blip>
          <a:srcRect l="301" t="0" r="300" b="0"/>
          <a:stretch>
            <a:fillRect/>
          </a:stretch>
        </p:blipFill>
        <p:spPr>
          <a:xfrm>
            <a:off x="4050337" y="-4698"/>
            <a:ext cx="4064548" cy="3654680"/>
          </a:xfrm>
          <a:prstGeom prst="rect">
            <a:avLst/>
          </a:prstGeom>
          <a:ln w="12700">
            <a:miter lim="400000"/>
          </a:ln>
        </p:spPr>
      </p:pic>
      <p:sp>
        <p:nvSpPr>
          <p:cNvPr id="5620" name="Picture Placeholder 17"/>
          <p:cNvSpPr/>
          <p:nvPr>
            <p:ph type="pic" sz="quarter" idx="21"/>
          </p:nvPr>
        </p:nvSpPr>
        <p:spPr>
          <a:xfrm>
            <a:off x="4043598" y="-27349"/>
            <a:ext cx="4069084" cy="3657602"/>
          </a:xfrm>
          <a:prstGeom prst="rect">
            <a:avLst/>
          </a:prstGeom>
        </p:spPr>
        <p:txBody>
          <a:bodyPr lIns="91439" tIns="45719" rIns="91439" bIns="45719">
            <a:noAutofit/>
          </a:bodyPr>
          <a:lstStyle/>
          <a:p>
            <a:pPr/>
          </a:p>
        </p:txBody>
      </p:sp>
      <p:sp>
        <p:nvSpPr>
          <p:cNvPr id="5621" name="Body Level One…"/>
          <p:cNvSpPr txBox="1"/>
          <p:nvPr>
            <p:ph type="body" sz="quarter" idx="1" hasCustomPrompt="1"/>
          </p:nvPr>
        </p:nvSpPr>
        <p:spPr>
          <a:xfrm>
            <a:off x="418131" y="301752"/>
            <a:ext cx="3215721" cy="415144"/>
          </a:xfrm>
          <a:prstGeom prst="rect">
            <a:avLst/>
          </a:prstGeom>
        </p:spPr>
        <p:txBody>
          <a:bodyPr anchor="ctr"/>
          <a:lstStyle>
            <a:lvl1pPr>
              <a:defRPr cap="all" sz="1400">
                <a:solidFill>
                  <a:srgbClr val="7C8C9A"/>
                </a:solidFill>
                <a:latin typeface="Mona Sans Mono"/>
                <a:ea typeface="Mona Sans Mono"/>
                <a:cs typeface="Mona Sans Mono"/>
                <a:sym typeface="Mona Sans Mono"/>
              </a:defRPr>
            </a:lvl1pPr>
            <a:lvl2pPr>
              <a:defRPr cap="all" sz="1400">
                <a:solidFill>
                  <a:srgbClr val="7C8C9A"/>
                </a:solidFill>
                <a:latin typeface="Mona Sans Mono"/>
                <a:ea typeface="Mona Sans Mono"/>
                <a:cs typeface="Mona Sans Mono"/>
                <a:sym typeface="Mona Sans Mono"/>
              </a:defRPr>
            </a:lvl2pPr>
            <a:lvl3pPr>
              <a:defRPr cap="all" sz="1400">
                <a:solidFill>
                  <a:srgbClr val="7C8C9A"/>
                </a:solidFill>
                <a:latin typeface="Mona Sans Mono"/>
                <a:ea typeface="Mona Sans Mono"/>
                <a:cs typeface="Mona Sans Mono"/>
                <a:sym typeface="Mona Sans Mono"/>
              </a:defRPr>
            </a:lvl3pPr>
            <a:lvl4pPr>
              <a:defRPr cap="all" sz="1400">
                <a:solidFill>
                  <a:srgbClr val="7C8C9A"/>
                </a:solidFill>
                <a:latin typeface="Mona Sans Mono"/>
                <a:ea typeface="Mona Sans Mono"/>
                <a:cs typeface="Mona Sans Mono"/>
                <a:sym typeface="Mona Sans Mono"/>
              </a:defRPr>
            </a:lvl4pPr>
            <a:lvl5pPr>
              <a:defRPr cap="all" sz="1400">
                <a:solidFill>
                  <a:srgbClr val="7C8C9A"/>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5622" name="Text Placeholder 23"/>
          <p:cNvSpPr/>
          <p:nvPr>
            <p:ph type="body" sz="quarter" idx="22" hasCustomPrompt="1"/>
          </p:nvPr>
        </p:nvSpPr>
        <p:spPr>
          <a:xfrm>
            <a:off x="4256018" y="4103094"/>
            <a:ext cx="3656389" cy="457204"/>
          </a:xfrm>
          <a:prstGeom prst="rect">
            <a:avLst/>
          </a:prstGeom>
        </p:spPr>
        <p:txBody>
          <a:bodyPr anchor="b"/>
          <a:lstStyle>
            <a:lvl1pPr>
              <a:defRPr sz="2400">
                <a:solidFill>
                  <a:srgbClr val="000000"/>
                </a:solidFill>
              </a:defRPr>
            </a:lvl1pPr>
          </a:lstStyle>
          <a:p>
            <a:pPr/>
            <a:r>
              <a:t>New feature/tool</a:t>
            </a:r>
          </a:p>
        </p:txBody>
      </p:sp>
      <p:sp>
        <p:nvSpPr>
          <p:cNvPr id="5623" name="Text Placeholder 23"/>
          <p:cNvSpPr/>
          <p:nvPr>
            <p:ph type="body" sz="quarter" idx="23" hasCustomPrompt="1"/>
          </p:nvPr>
        </p:nvSpPr>
        <p:spPr>
          <a:xfrm>
            <a:off x="4256018" y="5840338"/>
            <a:ext cx="3656389" cy="600428"/>
          </a:xfrm>
          <a:prstGeom prst="rect">
            <a:avLst/>
          </a:prstGeom>
        </p:spPr>
        <p:txBody>
          <a:bodyPr anchor="b"/>
          <a:lstStyle>
            <a:lvl1pPr>
              <a:defRPr sz="1600">
                <a:solidFill>
                  <a:srgbClr val="7C8C9A"/>
                </a:solidFill>
                <a:latin typeface="+mj-lt"/>
                <a:ea typeface="+mj-ea"/>
                <a:cs typeface="+mj-cs"/>
                <a:sym typeface="Mona Sans"/>
              </a:defRPr>
            </a:lvl1pPr>
          </a:lstStyle>
          <a:p>
            <a:pPr/>
            <a:r>
              <a:t>Keep your description under three lines of text</a:t>
            </a:r>
          </a:p>
        </p:txBody>
      </p:sp>
      <p:sp>
        <p:nvSpPr>
          <p:cNvPr id="5624" name="Text Placeholder 23"/>
          <p:cNvSpPr/>
          <p:nvPr>
            <p:ph type="body" sz="quarter" idx="24" hasCustomPrompt="1"/>
          </p:nvPr>
        </p:nvSpPr>
        <p:spPr>
          <a:xfrm>
            <a:off x="4256018" y="3856809"/>
            <a:ext cx="3656389" cy="228538"/>
          </a:xfrm>
          <a:prstGeom prst="rect">
            <a:avLst/>
          </a:prstGeom>
        </p:spPr>
        <p:txBody>
          <a:bodyPr anchor="ctr"/>
          <a:lstStyle>
            <a:lvl1pPr>
              <a:defRPr cap="all" sz="1400">
                <a:solidFill>
                  <a:srgbClr val="7C8C9A"/>
                </a:solidFill>
                <a:latin typeface="Mona Sans Mono"/>
                <a:ea typeface="Mona Sans Mono"/>
                <a:cs typeface="Mona Sans Mono"/>
                <a:sym typeface="Mona Sans Mono"/>
              </a:defRPr>
            </a:lvl1pPr>
          </a:lstStyle>
          <a:p>
            <a:pPr/>
            <a:r>
              <a:t>Beta / Coming soon</a:t>
            </a:r>
          </a:p>
        </p:txBody>
      </p:sp>
      <p:sp>
        <p:nvSpPr>
          <p:cNvPr id="5625" name="Text Placeholder 23"/>
          <p:cNvSpPr/>
          <p:nvPr>
            <p:ph type="body" sz="quarter" idx="25" hasCustomPrompt="1"/>
          </p:nvPr>
        </p:nvSpPr>
        <p:spPr>
          <a:xfrm>
            <a:off x="418130" y="4876636"/>
            <a:ext cx="3215724" cy="1564131"/>
          </a:xfrm>
          <a:prstGeom prst="rect">
            <a:avLst/>
          </a:prstGeom>
        </p:spPr>
        <p:txBody>
          <a:bodyPr anchor="b"/>
          <a:lstStyle>
            <a:lvl1pPr>
              <a:defRPr sz="1800">
                <a:solidFill>
                  <a:srgbClr val="7C8C9A"/>
                </a:solidFill>
                <a:latin typeface="+mj-lt"/>
                <a:ea typeface="+mj-ea"/>
                <a:cs typeface="+mj-cs"/>
                <a:sym typeface="Mona Sans"/>
              </a:defRPr>
            </a:lvl1pPr>
          </a:lstStyle>
          <a:p>
            <a:pPr/>
            <a:r>
              <a:t>Supporting text if applicable. Keep it short and sweet.</a:t>
            </a:r>
          </a:p>
        </p:txBody>
      </p:sp>
      <p:pic>
        <p:nvPicPr>
          <p:cNvPr id="5626" name="Picture 22" descr="Picture 22"/>
          <p:cNvPicPr>
            <a:picLocks noChangeAspect="1"/>
          </p:cNvPicPr>
          <p:nvPr/>
        </p:nvPicPr>
        <p:blipFill>
          <a:blip r:embed="rId2">
            <a:extLst/>
          </a:blip>
          <a:srcRect l="299" t="0" r="299" b="0"/>
          <a:stretch>
            <a:fillRect/>
          </a:stretch>
        </p:blipFill>
        <p:spPr>
          <a:xfrm>
            <a:off x="8124155" y="0"/>
            <a:ext cx="4064674" cy="3654675"/>
          </a:xfrm>
          <a:prstGeom prst="rect">
            <a:avLst/>
          </a:prstGeom>
          <a:ln w="12700">
            <a:miter lim="400000"/>
          </a:ln>
        </p:spPr>
      </p:pic>
      <p:sp>
        <p:nvSpPr>
          <p:cNvPr id="5627" name="Text Placeholder 23"/>
          <p:cNvSpPr/>
          <p:nvPr>
            <p:ph type="body" sz="quarter" idx="26" hasCustomPrompt="1"/>
          </p:nvPr>
        </p:nvSpPr>
        <p:spPr>
          <a:xfrm>
            <a:off x="8324605" y="4103094"/>
            <a:ext cx="3675308" cy="457204"/>
          </a:xfrm>
          <a:prstGeom prst="rect">
            <a:avLst/>
          </a:prstGeom>
        </p:spPr>
        <p:txBody>
          <a:bodyPr anchor="b"/>
          <a:lstStyle>
            <a:lvl1pPr>
              <a:defRPr sz="2400">
                <a:solidFill>
                  <a:srgbClr val="000000"/>
                </a:solidFill>
              </a:defRPr>
            </a:lvl1pPr>
          </a:lstStyle>
          <a:p>
            <a:pPr/>
            <a:r>
              <a:t>New feature/tool</a:t>
            </a:r>
          </a:p>
        </p:txBody>
      </p:sp>
      <p:sp>
        <p:nvSpPr>
          <p:cNvPr id="5628" name="Text Placeholder 23"/>
          <p:cNvSpPr/>
          <p:nvPr>
            <p:ph type="body" sz="quarter" idx="27" hasCustomPrompt="1"/>
          </p:nvPr>
        </p:nvSpPr>
        <p:spPr>
          <a:xfrm>
            <a:off x="8324607" y="5840338"/>
            <a:ext cx="3675308" cy="600428"/>
          </a:xfrm>
          <a:prstGeom prst="rect">
            <a:avLst/>
          </a:prstGeom>
        </p:spPr>
        <p:txBody>
          <a:bodyPr anchor="b"/>
          <a:lstStyle>
            <a:lvl1pPr>
              <a:defRPr sz="1600">
                <a:solidFill>
                  <a:srgbClr val="7C8C9A"/>
                </a:solidFill>
                <a:latin typeface="+mj-lt"/>
                <a:ea typeface="+mj-ea"/>
                <a:cs typeface="+mj-cs"/>
                <a:sym typeface="Mona Sans"/>
              </a:defRPr>
            </a:lvl1pPr>
          </a:lstStyle>
          <a:p>
            <a:pPr/>
            <a:r>
              <a:t>Keep your description under three lines of text</a:t>
            </a:r>
          </a:p>
        </p:txBody>
      </p:sp>
      <p:sp>
        <p:nvSpPr>
          <p:cNvPr id="5629" name="Text Placeholder 23"/>
          <p:cNvSpPr/>
          <p:nvPr>
            <p:ph type="body" sz="quarter" idx="28" hasCustomPrompt="1"/>
          </p:nvPr>
        </p:nvSpPr>
        <p:spPr>
          <a:xfrm>
            <a:off x="8324607" y="3856809"/>
            <a:ext cx="3675308" cy="228538"/>
          </a:xfrm>
          <a:prstGeom prst="rect">
            <a:avLst/>
          </a:prstGeom>
        </p:spPr>
        <p:txBody>
          <a:bodyPr anchor="ctr"/>
          <a:lstStyle>
            <a:lvl1pPr>
              <a:defRPr cap="all" sz="1400">
                <a:solidFill>
                  <a:srgbClr val="7C8C9A"/>
                </a:solidFill>
                <a:latin typeface="Mona Sans Mono"/>
                <a:ea typeface="Mona Sans Mono"/>
                <a:cs typeface="Mona Sans Mono"/>
                <a:sym typeface="Mona Sans Mono"/>
              </a:defRPr>
            </a:lvl1pPr>
          </a:lstStyle>
          <a:p>
            <a:pPr/>
            <a:r>
              <a:t>Beta / Coming soon</a:t>
            </a:r>
          </a:p>
        </p:txBody>
      </p:sp>
      <p:sp>
        <p:nvSpPr>
          <p:cNvPr id="5630" name="Picture Placeholder 17"/>
          <p:cNvSpPr/>
          <p:nvPr>
            <p:ph type="pic" sz="quarter" idx="29"/>
          </p:nvPr>
        </p:nvSpPr>
        <p:spPr>
          <a:xfrm>
            <a:off x="8119743" y="-27349"/>
            <a:ext cx="4069082" cy="3657602"/>
          </a:xfrm>
          <a:prstGeom prst="rect">
            <a:avLst/>
          </a:prstGeom>
        </p:spPr>
        <p:txBody>
          <a:bodyPr lIns="91439" tIns="45719" rIns="91439" bIns="45719">
            <a:noAutofit/>
          </a:bodyPr>
          <a:lstStyle/>
          <a:p>
            <a:pPr/>
          </a:p>
        </p:txBody>
      </p:sp>
      <p:sp>
        <p:nvSpPr>
          <p:cNvPr id="5631" name="Rectangle 10"/>
          <p:cNvSpPr/>
          <p:nvPr/>
        </p:nvSpPr>
        <p:spPr>
          <a:xfrm rot="16200000">
            <a:off x="612193" y="3419854"/>
            <a:ext cx="6858004"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632" name="Rectangle 21"/>
          <p:cNvSpPr/>
          <p:nvPr/>
        </p:nvSpPr>
        <p:spPr>
          <a:xfrm rot="16200000">
            <a:off x="4690583" y="3422648"/>
            <a:ext cx="6858001" cy="12704"/>
          </a:xfrm>
          <a:prstGeom prst="rect">
            <a:avLst/>
          </a:prstGeom>
          <a:solidFill>
            <a:srgbClr val="B0BAC2"/>
          </a:solidFill>
          <a:ln w="12700">
            <a:miter lim="400000"/>
          </a:ln>
        </p:spPr>
        <p:txBody>
          <a:bodyPr lIns="45718" tIns="45718" rIns="45718" bIns="45718" anchor="ctr"/>
          <a:lstStyle/>
          <a:p>
            <a:pPr algn="ctr">
              <a:defRPr>
                <a:solidFill>
                  <a:srgbClr val="FFFFFF"/>
                </a:solidFill>
              </a:defRPr>
            </a:pPr>
          </a:p>
        </p:txBody>
      </p:sp>
      <p:sp>
        <p:nvSpPr>
          <p:cNvPr id="5633" name="Text Placeholder 7"/>
          <p:cNvSpPr/>
          <p:nvPr>
            <p:ph type="body" sz="quarter" idx="30" hasCustomPrompt="1"/>
          </p:nvPr>
        </p:nvSpPr>
        <p:spPr>
          <a:xfrm>
            <a:off x="418130" y="820120"/>
            <a:ext cx="3215724" cy="3953771"/>
          </a:xfrm>
          <a:prstGeom prst="rect">
            <a:avLst/>
          </a:prstGeom>
        </p:spPr>
        <p:txBody>
          <a:bodyPr/>
          <a:lstStyle>
            <a:lvl1pPr>
              <a:defRPr sz="4000">
                <a:solidFill>
                  <a:srgbClr val="000000"/>
                </a:solidFill>
              </a:defRPr>
            </a:lvl1pPr>
          </a:lstStyle>
          <a:p>
            <a:pPr/>
            <a:r>
              <a:t>A value prop    in sentence case that is 12 words or less</a:t>
            </a:r>
          </a:p>
        </p:txBody>
      </p:sp>
      <p:sp>
        <p:nvSpPr>
          <p:cNvPr id="56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Roadmap slide_3 features">
    <p:bg>
      <p:bgPr>
        <a:solidFill>
          <a:srgbClr val="FFFFFF"/>
        </a:solidFill>
      </p:bgPr>
    </p:bg>
    <p:spTree>
      <p:nvGrpSpPr>
        <p:cNvPr id="1" name=""/>
        <p:cNvGrpSpPr/>
        <p:nvPr/>
      </p:nvGrpSpPr>
      <p:grpSpPr>
        <a:xfrm>
          <a:off x="0" y="0"/>
          <a:ext cx="0" cy="0"/>
          <a:chOff x="0" y="0"/>
          <a:chExt cx="0" cy="0"/>
        </a:xfrm>
      </p:grpSpPr>
      <p:grpSp>
        <p:nvGrpSpPr>
          <p:cNvPr id="5643" name="Rectangle 1"/>
          <p:cNvGrpSpPr/>
          <p:nvPr/>
        </p:nvGrpSpPr>
        <p:grpSpPr>
          <a:xfrm>
            <a:off x="12287632" y="5878297"/>
            <a:ext cx="710311" cy="979707"/>
            <a:chOff x="0" y="0"/>
            <a:chExt cx="710309" cy="979705"/>
          </a:xfrm>
        </p:grpSpPr>
        <p:sp>
          <p:nvSpPr>
            <p:cNvPr id="564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4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646" name="Rectangle 2"/>
          <p:cNvGrpSpPr/>
          <p:nvPr/>
        </p:nvGrpSpPr>
        <p:grpSpPr>
          <a:xfrm>
            <a:off x="12287631" y="4898603"/>
            <a:ext cx="710311" cy="979709"/>
            <a:chOff x="0" y="-1"/>
            <a:chExt cx="710309" cy="979708"/>
          </a:xfrm>
        </p:grpSpPr>
        <p:sp>
          <p:nvSpPr>
            <p:cNvPr id="564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4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649" name="Rectangle 3"/>
          <p:cNvGrpSpPr/>
          <p:nvPr/>
        </p:nvGrpSpPr>
        <p:grpSpPr>
          <a:xfrm>
            <a:off x="12287632" y="3918862"/>
            <a:ext cx="710311" cy="979706"/>
            <a:chOff x="0" y="0"/>
            <a:chExt cx="710309" cy="979705"/>
          </a:xfrm>
        </p:grpSpPr>
        <p:sp>
          <p:nvSpPr>
            <p:cNvPr id="564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4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652" name="Rectangle 4"/>
          <p:cNvGrpSpPr/>
          <p:nvPr/>
        </p:nvGrpSpPr>
        <p:grpSpPr>
          <a:xfrm>
            <a:off x="12287631" y="2939171"/>
            <a:ext cx="710311" cy="979707"/>
            <a:chOff x="0" y="0"/>
            <a:chExt cx="710309" cy="979705"/>
          </a:xfrm>
        </p:grpSpPr>
        <p:sp>
          <p:nvSpPr>
            <p:cNvPr id="565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5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655" name="Rectangle 5"/>
          <p:cNvGrpSpPr/>
          <p:nvPr/>
        </p:nvGrpSpPr>
        <p:grpSpPr>
          <a:xfrm>
            <a:off x="12287632" y="1959431"/>
            <a:ext cx="710311" cy="979707"/>
            <a:chOff x="0" y="0"/>
            <a:chExt cx="710309" cy="979705"/>
          </a:xfrm>
        </p:grpSpPr>
        <p:sp>
          <p:nvSpPr>
            <p:cNvPr id="565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5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658" name="Rectangle 6"/>
          <p:cNvGrpSpPr/>
          <p:nvPr/>
        </p:nvGrpSpPr>
        <p:grpSpPr>
          <a:xfrm>
            <a:off x="12287631" y="979736"/>
            <a:ext cx="710311" cy="979707"/>
            <a:chOff x="0" y="0"/>
            <a:chExt cx="710309" cy="979705"/>
          </a:xfrm>
        </p:grpSpPr>
        <p:sp>
          <p:nvSpPr>
            <p:cNvPr id="565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5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661" name="Rectangle 7"/>
          <p:cNvGrpSpPr/>
          <p:nvPr/>
        </p:nvGrpSpPr>
        <p:grpSpPr>
          <a:xfrm>
            <a:off x="12287631" y="-2"/>
            <a:ext cx="710311" cy="979706"/>
            <a:chOff x="0" y="0"/>
            <a:chExt cx="710309" cy="979705"/>
          </a:xfrm>
        </p:grpSpPr>
        <p:sp>
          <p:nvSpPr>
            <p:cNvPr id="565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6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664" name="Rectangle 8"/>
          <p:cNvGrpSpPr/>
          <p:nvPr/>
        </p:nvGrpSpPr>
        <p:grpSpPr>
          <a:xfrm>
            <a:off x="12997439" y="5715013"/>
            <a:ext cx="710311" cy="1142996"/>
            <a:chOff x="0" y="0"/>
            <a:chExt cx="710309" cy="1142994"/>
          </a:xfrm>
        </p:grpSpPr>
        <p:sp>
          <p:nvSpPr>
            <p:cNvPr id="566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6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667" name="Rectangle 9"/>
          <p:cNvGrpSpPr/>
          <p:nvPr/>
        </p:nvGrpSpPr>
        <p:grpSpPr>
          <a:xfrm>
            <a:off x="12997439" y="4572032"/>
            <a:ext cx="710311" cy="1142996"/>
            <a:chOff x="0" y="0"/>
            <a:chExt cx="710309" cy="1142994"/>
          </a:xfrm>
        </p:grpSpPr>
        <p:sp>
          <p:nvSpPr>
            <p:cNvPr id="566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670" name="Rectangle 10"/>
          <p:cNvGrpSpPr/>
          <p:nvPr/>
        </p:nvGrpSpPr>
        <p:grpSpPr>
          <a:xfrm>
            <a:off x="12997439" y="3428998"/>
            <a:ext cx="710311" cy="1142996"/>
            <a:chOff x="0" y="0"/>
            <a:chExt cx="710309" cy="1142994"/>
          </a:xfrm>
        </p:grpSpPr>
        <p:sp>
          <p:nvSpPr>
            <p:cNvPr id="566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673" name="Rectangle 11"/>
          <p:cNvGrpSpPr/>
          <p:nvPr/>
        </p:nvGrpSpPr>
        <p:grpSpPr>
          <a:xfrm>
            <a:off x="12997439" y="2286017"/>
            <a:ext cx="710311" cy="1142996"/>
            <a:chOff x="0" y="0"/>
            <a:chExt cx="710309" cy="1142994"/>
          </a:xfrm>
        </p:grpSpPr>
        <p:sp>
          <p:nvSpPr>
            <p:cNvPr id="567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676" name="Rectangle 12"/>
          <p:cNvGrpSpPr/>
          <p:nvPr/>
        </p:nvGrpSpPr>
        <p:grpSpPr>
          <a:xfrm>
            <a:off x="12997439" y="1142977"/>
            <a:ext cx="710311" cy="1142997"/>
            <a:chOff x="0" y="-1"/>
            <a:chExt cx="710309" cy="1142995"/>
          </a:xfrm>
        </p:grpSpPr>
        <p:sp>
          <p:nvSpPr>
            <p:cNvPr id="567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7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679" name="Rectangle 13"/>
          <p:cNvGrpSpPr/>
          <p:nvPr/>
        </p:nvGrpSpPr>
        <p:grpSpPr>
          <a:xfrm>
            <a:off x="13706754" y="-2365"/>
            <a:ext cx="710311" cy="1142995"/>
            <a:chOff x="0" y="0"/>
            <a:chExt cx="710309" cy="1142994"/>
          </a:xfrm>
        </p:grpSpPr>
        <p:sp>
          <p:nvSpPr>
            <p:cNvPr id="567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682" name="Rectangle 14"/>
          <p:cNvGrpSpPr/>
          <p:nvPr/>
        </p:nvGrpSpPr>
        <p:grpSpPr>
          <a:xfrm>
            <a:off x="13706756" y="5715013"/>
            <a:ext cx="710311" cy="1142996"/>
            <a:chOff x="0" y="0"/>
            <a:chExt cx="710309" cy="1142994"/>
          </a:xfrm>
        </p:grpSpPr>
        <p:sp>
          <p:nvSpPr>
            <p:cNvPr id="568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8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685" name="Rectangle 15"/>
          <p:cNvGrpSpPr/>
          <p:nvPr/>
        </p:nvGrpSpPr>
        <p:grpSpPr>
          <a:xfrm>
            <a:off x="13706754" y="4572032"/>
            <a:ext cx="710311" cy="1142996"/>
            <a:chOff x="0" y="0"/>
            <a:chExt cx="710309" cy="1142994"/>
          </a:xfrm>
        </p:grpSpPr>
        <p:sp>
          <p:nvSpPr>
            <p:cNvPr id="568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8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688" name="Rectangle 16"/>
          <p:cNvGrpSpPr/>
          <p:nvPr/>
        </p:nvGrpSpPr>
        <p:grpSpPr>
          <a:xfrm>
            <a:off x="12996453" y="-1157"/>
            <a:ext cx="710311" cy="1142995"/>
            <a:chOff x="0" y="0"/>
            <a:chExt cx="710309" cy="1142994"/>
          </a:xfrm>
        </p:grpSpPr>
        <p:sp>
          <p:nvSpPr>
            <p:cNvPr id="568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8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691" name="Rectangle 17"/>
          <p:cNvGrpSpPr/>
          <p:nvPr/>
        </p:nvGrpSpPr>
        <p:grpSpPr>
          <a:xfrm>
            <a:off x="13706754" y="2286017"/>
            <a:ext cx="710311" cy="1142996"/>
            <a:chOff x="0" y="0"/>
            <a:chExt cx="710309" cy="1142994"/>
          </a:xfrm>
        </p:grpSpPr>
        <p:sp>
          <p:nvSpPr>
            <p:cNvPr id="568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9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694" name="Rectangle 18"/>
          <p:cNvGrpSpPr/>
          <p:nvPr/>
        </p:nvGrpSpPr>
        <p:grpSpPr>
          <a:xfrm>
            <a:off x="13706756" y="1142977"/>
            <a:ext cx="710311" cy="1142997"/>
            <a:chOff x="0" y="-1"/>
            <a:chExt cx="710309" cy="1142995"/>
          </a:xfrm>
        </p:grpSpPr>
        <p:sp>
          <p:nvSpPr>
            <p:cNvPr id="569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9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697" name="Rectangle 19"/>
          <p:cNvGrpSpPr/>
          <p:nvPr/>
        </p:nvGrpSpPr>
        <p:grpSpPr>
          <a:xfrm>
            <a:off x="13706754" y="3427836"/>
            <a:ext cx="710311" cy="1142996"/>
            <a:chOff x="0" y="0"/>
            <a:chExt cx="710309" cy="1142994"/>
          </a:xfrm>
        </p:grpSpPr>
        <p:sp>
          <p:nvSpPr>
            <p:cNvPr id="569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6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5698" name="Picture 25" descr="Picture 25"/>
          <p:cNvPicPr>
            <a:picLocks noChangeAspect="1"/>
          </p:cNvPicPr>
          <p:nvPr/>
        </p:nvPicPr>
        <p:blipFill>
          <a:blip r:embed="rId2">
            <a:extLst/>
          </a:blip>
          <a:srcRect l="354" t="0" r="353" b="0"/>
          <a:stretch>
            <a:fillRect/>
          </a:stretch>
        </p:blipFill>
        <p:spPr>
          <a:xfrm>
            <a:off x="-4" y="1643032"/>
            <a:ext cx="4051549" cy="2926410"/>
          </a:xfrm>
          <a:prstGeom prst="rect">
            <a:avLst/>
          </a:prstGeom>
          <a:ln w="12700">
            <a:miter lim="400000"/>
          </a:ln>
        </p:spPr>
      </p:pic>
      <p:pic>
        <p:nvPicPr>
          <p:cNvPr id="5699" name="Picture 41" descr="Picture 41"/>
          <p:cNvPicPr>
            <a:picLocks noChangeAspect="1"/>
          </p:cNvPicPr>
          <p:nvPr/>
        </p:nvPicPr>
        <p:blipFill>
          <a:blip r:embed="rId2">
            <a:extLst/>
          </a:blip>
          <a:srcRect l="0" t="63" r="0" b="63"/>
          <a:stretch>
            <a:fillRect/>
          </a:stretch>
        </p:blipFill>
        <p:spPr>
          <a:xfrm>
            <a:off x="4051603" y="1643033"/>
            <a:ext cx="4085617" cy="2926409"/>
          </a:xfrm>
          <a:prstGeom prst="rect">
            <a:avLst/>
          </a:prstGeom>
          <a:ln w="12700">
            <a:miter lim="400000"/>
          </a:ln>
        </p:spPr>
      </p:pic>
      <p:pic>
        <p:nvPicPr>
          <p:cNvPr id="5700" name="Picture 42" descr="Picture 42"/>
          <p:cNvPicPr>
            <a:picLocks noChangeAspect="1"/>
          </p:cNvPicPr>
          <p:nvPr/>
        </p:nvPicPr>
        <p:blipFill>
          <a:blip r:embed="rId2">
            <a:extLst/>
          </a:blip>
          <a:srcRect l="417" t="0" r="416" b="0"/>
          <a:stretch>
            <a:fillRect/>
          </a:stretch>
        </p:blipFill>
        <p:spPr>
          <a:xfrm>
            <a:off x="8142458" y="1643032"/>
            <a:ext cx="4046368" cy="2926410"/>
          </a:xfrm>
          <a:prstGeom prst="rect">
            <a:avLst/>
          </a:prstGeom>
          <a:ln w="12700">
            <a:miter lim="400000"/>
          </a:ln>
        </p:spPr>
      </p:pic>
      <p:sp>
        <p:nvSpPr>
          <p:cNvPr id="5701" name="Rectangle 1"/>
          <p:cNvSpPr/>
          <p:nvPr/>
        </p:nvSpPr>
        <p:spPr>
          <a:xfrm>
            <a:off x="-66" y="1624745"/>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702" name="Body Level One…"/>
          <p:cNvSpPr txBox="1"/>
          <p:nvPr>
            <p:ph type="body" sz="quarter" idx="1" hasCustomPrompt="1"/>
          </p:nvPr>
        </p:nvSpPr>
        <p:spPr>
          <a:xfrm>
            <a:off x="401037" y="261001"/>
            <a:ext cx="11408376" cy="448550"/>
          </a:xfrm>
          <a:prstGeom prst="rect">
            <a:avLst/>
          </a:prstGeom>
        </p:spPr>
        <p:txBody>
          <a:bodyPr anchor="ctr"/>
          <a:lstStyle>
            <a:lvl1pPr>
              <a:defRPr cap="all" sz="1400">
                <a:solidFill>
                  <a:srgbClr val="7C8C9A"/>
                </a:solidFill>
                <a:latin typeface="Mona Sans Mono"/>
                <a:ea typeface="Mona Sans Mono"/>
                <a:cs typeface="Mona Sans Mono"/>
                <a:sym typeface="Mona Sans Mono"/>
              </a:defRPr>
            </a:lvl1pPr>
            <a:lvl2pPr>
              <a:defRPr cap="all" sz="1400">
                <a:solidFill>
                  <a:srgbClr val="7C8C9A"/>
                </a:solidFill>
                <a:latin typeface="Mona Sans Mono"/>
                <a:ea typeface="Mona Sans Mono"/>
                <a:cs typeface="Mona Sans Mono"/>
                <a:sym typeface="Mona Sans Mono"/>
              </a:defRPr>
            </a:lvl2pPr>
            <a:lvl3pPr>
              <a:defRPr cap="all" sz="1400">
                <a:solidFill>
                  <a:srgbClr val="7C8C9A"/>
                </a:solidFill>
                <a:latin typeface="Mona Sans Mono"/>
                <a:ea typeface="Mona Sans Mono"/>
                <a:cs typeface="Mona Sans Mono"/>
                <a:sym typeface="Mona Sans Mono"/>
              </a:defRPr>
            </a:lvl3pPr>
            <a:lvl4pPr>
              <a:defRPr cap="all" sz="1400">
                <a:solidFill>
                  <a:srgbClr val="7C8C9A"/>
                </a:solidFill>
                <a:latin typeface="Mona Sans Mono"/>
                <a:ea typeface="Mona Sans Mono"/>
                <a:cs typeface="Mona Sans Mono"/>
                <a:sym typeface="Mona Sans Mono"/>
              </a:defRPr>
            </a:lvl4pPr>
            <a:lvl5pPr>
              <a:defRPr cap="all" sz="1400">
                <a:solidFill>
                  <a:srgbClr val="7C8C9A"/>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5703" name="Text Placeholder 23"/>
          <p:cNvSpPr/>
          <p:nvPr>
            <p:ph type="body" sz="quarter" idx="21" hasCustomPrompt="1"/>
          </p:nvPr>
        </p:nvSpPr>
        <p:spPr>
          <a:xfrm>
            <a:off x="401035" y="789642"/>
            <a:ext cx="11408379" cy="520342"/>
          </a:xfrm>
          <a:prstGeom prst="rect">
            <a:avLst/>
          </a:prstGeom>
        </p:spPr>
        <p:txBody>
          <a:bodyPr anchor="ctr"/>
          <a:lstStyle>
            <a:lvl1pPr defTabSz="786068">
              <a:lnSpc>
                <a:spcPct val="100000"/>
              </a:lnSpc>
              <a:spcBef>
                <a:spcPts val="800"/>
              </a:spcBef>
              <a:defRPr sz="3400">
                <a:solidFill>
                  <a:srgbClr val="000000"/>
                </a:solidFill>
              </a:defRPr>
            </a:lvl1pPr>
          </a:lstStyle>
          <a:p>
            <a:pPr/>
            <a:r>
              <a:t>Title should be 10 words or less</a:t>
            </a:r>
          </a:p>
        </p:txBody>
      </p:sp>
      <p:sp>
        <p:nvSpPr>
          <p:cNvPr id="5704" name="Picture Placeholder 17"/>
          <p:cNvSpPr/>
          <p:nvPr>
            <p:ph type="pic" sz="quarter" idx="22"/>
          </p:nvPr>
        </p:nvSpPr>
        <p:spPr>
          <a:xfrm>
            <a:off x="-3" y="1624744"/>
            <a:ext cx="4051547" cy="2926410"/>
          </a:xfrm>
          <a:prstGeom prst="rect">
            <a:avLst/>
          </a:prstGeom>
        </p:spPr>
        <p:txBody>
          <a:bodyPr lIns="91439" tIns="45719" rIns="91439" bIns="45719">
            <a:noAutofit/>
          </a:bodyPr>
          <a:lstStyle/>
          <a:p>
            <a:pPr/>
          </a:p>
        </p:txBody>
      </p:sp>
      <p:sp>
        <p:nvSpPr>
          <p:cNvPr id="5705" name="Text Placeholder 23"/>
          <p:cNvSpPr/>
          <p:nvPr>
            <p:ph type="body" sz="quarter" idx="23" hasCustomPrompt="1"/>
          </p:nvPr>
        </p:nvSpPr>
        <p:spPr>
          <a:xfrm>
            <a:off x="400421" y="4986366"/>
            <a:ext cx="3258489" cy="457204"/>
          </a:xfrm>
          <a:prstGeom prst="rect">
            <a:avLst/>
          </a:prstGeom>
        </p:spPr>
        <p:txBody>
          <a:bodyPr anchor="b"/>
          <a:lstStyle>
            <a:lvl1pPr>
              <a:defRPr sz="2400">
                <a:solidFill>
                  <a:srgbClr val="000000"/>
                </a:solidFill>
              </a:defRPr>
            </a:lvl1pPr>
          </a:lstStyle>
          <a:p>
            <a:pPr/>
            <a:r>
              <a:t>New feature/tool</a:t>
            </a:r>
          </a:p>
        </p:txBody>
      </p:sp>
      <p:sp>
        <p:nvSpPr>
          <p:cNvPr id="5706" name="Text Placeholder 23"/>
          <p:cNvSpPr/>
          <p:nvPr>
            <p:ph type="body" sz="quarter" idx="24" hasCustomPrompt="1"/>
          </p:nvPr>
        </p:nvSpPr>
        <p:spPr>
          <a:xfrm>
            <a:off x="400425" y="6066120"/>
            <a:ext cx="3258481" cy="600428"/>
          </a:xfrm>
          <a:prstGeom prst="rect">
            <a:avLst/>
          </a:prstGeom>
        </p:spPr>
        <p:txBody>
          <a:bodyPr anchor="b"/>
          <a:lstStyle>
            <a:lvl1pPr>
              <a:defRPr sz="1600">
                <a:solidFill>
                  <a:srgbClr val="7C8C9A"/>
                </a:solidFill>
                <a:latin typeface="+mj-lt"/>
                <a:ea typeface="+mj-ea"/>
                <a:cs typeface="+mj-cs"/>
                <a:sym typeface="Mona Sans"/>
              </a:defRPr>
            </a:lvl1pPr>
          </a:lstStyle>
          <a:p>
            <a:pPr/>
            <a:r>
              <a:t>Keep your description under three lines of text</a:t>
            </a:r>
          </a:p>
        </p:txBody>
      </p:sp>
      <p:sp>
        <p:nvSpPr>
          <p:cNvPr id="5707" name="Text Placeholder 23"/>
          <p:cNvSpPr/>
          <p:nvPr>
            <p:ph type="body" sz="quarter" idx="25" hasCustomPrompt="1"/>
          </p:nvPr>
        </p:nvSpPr>
        <p:spPr>
          <a:xfrm>
            <a:off x="400425" y="4740080"/>
            <a:ext cx="3258481" cy="228538"/>
          </a:xfrm>
          <a:prstGeom prst="rect">
            <a:avLst/>
          </a:prstGeom>
        </p:spPr>
        <p:txBody>
          <a:bodyPr anchor="ctr"/>
          <a:lstStyle>
            <a:lvl1pPr>
              <a:defRPr cap="all" sz="1400">
                <a:solidFill>
                  <a:srgbClr val="7C8C9A"/>
                </a:solidFill>
                <a:latin typeface="Mona Sans Mono"/>
                <a:ea typeface="Mona Sans Mono"/>
                <a:cs typeface="Mona Sans Mono"/>
                <a:sym typeface="Mona Sans Mono"/>
              </a:defRPr>
            </a:lvl1pPr>
          </a:lstStyle>
          <a:p>
            <a:pPr/>
            <a:r>
              <a:t>Beta / Coming soon</a:t>
            </a:r>
          </a:p>
        </p:txBody>
      </p:sp>
      <p:sp>
        <p:nvSpPr>
          <p:cNvPr id="5708" name="Rectangle 32"/>
          <p:cNvSpPr/>
          <p:nvPr/>
        </p:nvSpPr>
        <p:spPr>
          <a:xfrm rot="16200000">
            <a:off x="5519923" y="4244163"/>
            <a:ext cx="5214971" cy="12704"/>
          </a:xfrm>
          <a:prstGeom prst="rect">
            <a:avLst/>
          </a:prstGeom>
          <a:solidFill>
            <a:srgbClr val="B0BAC2"/>
          </a:solidFill>
          <a:ln w="12700">
            <a:miter lim="400000"/>
          </a:ln>
        </p:spPr>
        <p:txBody>
          <a:bodyPr lIns="45718" tIns="45718" rIns="45718" bIns="45718" anchor="ctr"/>
          <a:lstStyle/>
          <a:p>
            <a:pPr algn="ctr">
              <a:defRPr>
                <a:solidFill>
                  <a:srgbClr val="FFFFFF"/>
                </a:solidFill>
              </a:defRPr>
            </a:pPr>
          </a:p>
        </p:txBody>
      </p:sp>
      <p:sp>
        <p:nvSpPr>
          <p:cNvPr id="5709" name="Rectangle 33"/>
          <p:cNvSpPr/>
          <p:nvPr/>
        </p:nvSpPr>
        <p:spPr>
          <a:xfrm rot="16200000">
            <a:off x="1453934" y="4244163"/>
            <a:ext cx="5214969" cy="12704"/>
          </a:xfrm>
          <a:prstGeom prst="rect">
            <a:avLst/>
          </a:prstGeom>
          <a:solidFill>
            <a:srgbClr val="B0BAC2"/>
          </a:solidFill>
          <a:ln w="12700">
            <a:miter lim="400000"/>
          </a:ln>
        </p:spPr>
        <p:txBody>
          <a:bodyPr lIns="45718" tIns="45718" rIns="45718" bIns="45718" anchor="ctr"/>
          <a:lstStyle/>
          <a:p>
            <a:pPr algn="ctr">
              <a:defRPr>
                <a:solidFill>
                  <a:srgbClr val="FFFFFF"/>
                </a:solidFill>
              </a:defRPr>
            </a:pPr>
          </a:p>
        </p:txBody>
      </p:sp>
      <p:sp>
        <p:nvSpPr>
          <p:cNvPr id="5710" name="Text Placeholder 23"/>
          <p:cNvSpPr/>
          <p:nvPr>
            <p:ph type="body" sz="quarter" idx="26" hasCustomPrompt="1"/>
          </p:nvPr>
        </p:nvSpPr>
        <p:spPr>
          <a:xfrm>
            <a:off x="4465170" y="4986366"/>
            <a:ext cx="3258485" cy="457204"/>
          </a:xfrm>
          <a:prstGeom prst="rect">
            <a:avLst/>
          </a:prstGeom>
        </p:spPr>
        <p:txBody>
          <a:bodyPr anchor="b"/>
          <a:lstStyle>
            <a:lvl1pPr>
              <a:defRPr sz="2400">
                <a:solidFill>
                  <a:srgbClr val="000000"/>
                </a:solidFill>
              </a:defRPr>
            </a:lvl1pPr>
          </a:lstStyle>
          <a:p>
            <a:pPr/>
            <a:r>
              <a:t>New feature/tool</a:t>
            </a:r>
          </a:p>
        </p:txBody>
      </p:sp>
      <p:sp>
        <p:nvSpPr>
          <p:cNvPr id="5711" name="Text Placeholder 23"/>
          <p:cNvSpPr/>
          <p:nvPr>
            <p:ph type="body" sz="quarter" idx="27" hasCustomPrompt="1"/>
          </p:nvPr>
        </p:nvSpPr>
        <p:spPr>
          <a:xfrm>
            <a:off x="4465170" y="6066120"/>
            <a:ext cx="3258485" cy="600428"/>
          </a:xfrm>
          <a:prstGeom prst="rect">
            <a:avLst/>
          </a:prstGeom>
        </p:spPr>
        <p:txBody>
          <a:bodyPr anchor="b"/>
          <a:lstStyle>
            <a:lvl1pPr>
              <a:defRPr sz="1600">
                <a:solidFill>
                  <a:srgbClr val="7C8C9A"/>
                </a:solidFill>
                <a:latin typeface="+mj-lt"/>
                <a:ea typeface="+mj-ea"/>
                <a:cs typeface="+mj-cs"/>
                <a:sym typeface="Mona Sans"/>
              </a:defRPr>
            </a:lvl1pPr>
          </a:lstStyle>
          <a:p>
            <a:pPr/>
            <a:r>
              <a:t>Keep your description under three lines of text</a:t>
            </a:r>
          </a:p>
        </p:txBody>
      </p:sp>
      <p:sp>
        <p:nvSpPr>
          <p:cNvPr id="5712" name="Text Placeholder 23"/>
          <p:cNvSpPr/>
          <p:nvPr>
            <p:ph type="body" sz="quarter" idx="28" hasCustomPrompt="1"/>
          </p:nvPr>
        </p:nvSpPr>
        <p:spPr>
          <a:xfrm>
            <a:off x="4465170" y="4740080"/>
            <a:ext cx="3258485" cy="228538"/>
          </a:xfrm>
          <a:prstGeom prst="rect">
            <a:avLst/>
          </a:prstGeom>
        </p:spPr>
        <p:txBody>
          <a:bodyPr anchor="ctr"/>
          <a:lstStyle>
            <a:lvl1pPr>
              <a:defRPr cap="all" sz="1400">
                <a:solidFill>
                  <a:srgbClr val="7C8C9A"/>
                </a:solidFill>
                <a:latin typeface="Mona Sans Mono"/>
                <a:ea typeface="Mona Sans Mono"/>
                <a:cs typeface="Mona Sans Mono"/>
                <a:sym typeface="Mona Sans Mono"/>
              </a:defRPr>
            </a:lvl1pPr>
          </a:lstStyle>
          <a:p>
            <a:pPr/>
            <a:r>
              <a:t>Beta / Coming soon</a:t>
            </a:r>
          </a:p>
        </p:txBody>
      </p:sp>
      <p:sp>
        <p:nvSpPr>
          <p:cNvPr id="5713" name="Text Placeholder 23"/>
          <p:cNvSpPr/>
          <p:nvPr>
            <p:ph type="body" sz="quarter" idx="29" hasCustomPrompt="1"/>
          </p:nvPr>
        </p:nvSpPr>
        <p:spPr>
          <a:xfrm>
            <a:off x="8517728" y="4986366"/>
            <a:ext cx="3258485" cy="457204"/>
          </a:xfrm>
          <a:prstGeom prst="rect">
            <a:avLst/>
          </a:prstGeom>
        </p:spPr>
        <p:txBody>
          <a:bodyPr anchor="b"/>
          <a:lstStyle>
            <a:lvl1pPr>
              <a:defRPr sz="2400">
                <a:solidFill>
                  <a:srgbClr val="000000"/>
                </a:solidFill>
              </a:defRPr>
            </a:lvl1pPr>
          </a:lstStyle>
          <a:p>
            <a:pPr/>
            <a:r>
              <a:t>New feature/tool</a:t>
            </a:r>
          </a:p>
        </p:txBody>
      </p:sp>
      <p:sp>
        <p:nvSpPr>
          <p:cNvPr id="5714" name="Text Placeholder 23"/>
          <p:cNvSpPr/>
          <p:nvPr>
            <p:ph type="body" sz="quarter" idx="30" hasCustomPrompt="1"/>
          </p:nvPr>
        </p:nvSpPr>
        <p:spPr>
          <a:xfrm>
            <a:off x="8517728" y="6066120"/>
            <a:ext cx="3258485" cy="600428"/>
          </a:xfrm>
          <a:prstGeom prst="rect">
            <a:avLst/>
          </a:prstGeom>
        </p:spPr>
        <p:txBody>
          <a:bodyPr anchor="b"/>
          <a:lstStyle>
            <a:lvl1pPr>
              <a:defRPr sz="1600">
                <a:solidFill>
                  <a:srgbClr val="7C8C9A"/>
                </a:solidFill>
                <a:latin typeface="+mj-lt"/>
                <a:ea typeface="+mj-ea"/>
                <a:cs typeface="+mj-cs"/>
                <a:sym typeface="Mona Sans"/>
              </a:defRPr>
            </a:lvl1pPr>
          </a:lstStyle>
          <a:p>
            <a:pPr/>
            <a:r>
              <a:t>Keep your description under three lines of text</a:t>
            </a:r>
          </a:p>
        </p:txBody>
      </p:sp>
      <p:sp>
        <p:nvSpPr>
          <p:cNvPr id="5715" name="Text Placeholder 23"/>
          <p:cNvSpPr/>
          <p:nvPr>
            <p:ph type="body" sz="quarter" idx="31" hasCustomPrompt="1"/>
          </p:nvPr>
        </p:nvSpPr>
        <p:spPr>
          <a:xfrm>
            <a:off x="8517728" y="4740080"/>
            <a:ext cx="3258485" cy="228538"/>
          </a:xfrm>
          <a:prstGeom prst="rect">
            <a:avLst/>
          </a:prstGeom>
        </p:spPr>
        <p:txBody>
          <a:bodyPr anchor="ctr"/>
          <a:lstStyle>
            <a:lvl1pPr>
              <a:defRPr cap="all" sz="1400">
                <a:solidFill>
                  <a:srgbClr val="7C8C9A"/>
                </a:solidFill>
                <a:latin typeface="Mona Sans Mono"/>
                <a:ea typeface="Mona Sans Mono"/>
                <a:cs typeface="Mona Sans Mono"/>
                <a:sym typeface="Mona Sans Mono"/>
              </a:defRPr>
            </a:lvl1pPr>
          </a:lstStyle>
          <a:p>
            <a:pPr/>
            <a:r>
              <a:t>Beta / Coming soon</a:t>
            </a:r>
          </a:p>
        </p:txBody>
      </p:sp>
      <p:sp>
        <p:nvSpPr>
          <p:cNvPr id="5716" name="Picture Placeholder 17"/>
          <p:cNvSpPr/>
          <p:nvPr>
            <p:ph type="pic" sz="quarter" idx="32"/>
          </p:nvPr>
        </p:nvSpPr>
        <p:spPr>
          <a:xfrm>
            <a:off x="4068641" y="1624744"/>
            <a:ext cx="4051545" cy="2926410"/>
          </a:xfrm>
          <a:prstGeom prst="rect">
            <a:avLst/>
          </a:prstGeom>
        </p:spPr>
        <p:txBody>
          <a:bodyPr lIns="91439" tIns="45719" rIns="91439" bIns="45719">
            <a:noAutofit/>
          </a:bodyPr>
          <a:lstStyle/>
          <a:p>
            <a:pPr/>
          </a:p>
        </p:txBody>
      </p:sp>
      <p:sp>
        <p:nvSpPr>
          <p:cNvPr id="5717" name="Picture Placeholder 17"/>
          <p:cNvSpPr/>
          <p:nvPr>
            <p:ph type="pic" sz="quarter" idx="33"/>
          </p:nvPr>
        </p:nvSpPr>
        <p:spPr>
          <a:xfrm>
            <a:off x="8137283" y="1624744"/>
            <a:ext cx="4051542" cy="2926410"/>
          </a:xfrm>
          <a:prstGeom prst="rect">
            <a:avLst/>
          </a:prstGeom>
        </p:spPr>
        <p:txBody>
          <a:bodyPr lIns="91439" tIns="45719" rIns="91439" bIns="45719">
            <a:noAutofit/>
          </a:bodyPr>
          <a:lstStyle/>
          <a:p>
            <a:pPr/>
          </a:p>
        </p:txBody>
      </p:sp>
      <p:sp>
        <p:nvSpPr>
          <p:cNvPr id="57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bio">
    <p:bg>
      <p:bgPr>
        <a:solidFill>
          <a:srgbClr val="FFFFFF"/>
        </a:solidFill>
      </p:bgPr>
    </p:bg>
    <p:spTree>
      <p:nvGrpSpPr>
        <p:cNvPr id="1" name=""/>
        <p:cNvGrpSpPr/>
        <p:nvPr/>
      </p:nvGrpSpPr>
      <p:grpSpPr>
        <a:xfrm>
          <a:off x="0" y="0"/>
          <a:ext cx="0" cy="0"/>
          <a:chOff x="0" y="0"/>
          <a:chExt cx="0" cy="0"/>
        </a:xfrm>
      </p:grpSpPr>
      <p:grpSp>
        <p:nvGrpSpPr>
          <p:cNvPr id="5727" name="Rectangle 1"/>
          <p:cNvGrpSpPr/>
          <p:nvPr/>
        </p:nvGrpSpPr>
        <p:grpSpPr>
          <a:xfrm>
            <a:off x="12287632" y="5878297"/>
            <a:ext cx="710311" cy="979707"/>
            <a:chOff x="0" y="0"/>
            <a:chExt cx="710309" cy="979705"/>
          </a:xfrm>
        </p:grpSpPr>
        <p:sp>
          <p:nvSpPr>
            <p:cNvPr id="572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2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730" name="Rectangle 2"/>
          <p:cNvGrpSpPr/>
          <p:nvPr/>
        </p:nvGrpSpPr>
        <p:grpSpPr>
          <a:xfrm>
            <a:off x="12287631" y="4898603"/>
            <a:ext cx="710311" cy="979709"/>
            <a:chOff x="0" y="-1"/>
            <a:chExt cx="710309" cy="979708"/>
          </a:xfrm>
        </p:grpSpPr>
        <p:sp>
          <p:nvSpPr>
            <p:cNvPr id="572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2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733" name="Rectangle 3"/>
          <p:cNvGrpSpPr/>
          <p:nvPr/>
        </p:nvGrpSpPr>
        <p:grpSpPr>
          <a:xfrm>
            <a:off x="12287632" y="3918862"/>
            <a:ext cx="710311" cy="979706"/>
            <a:chOff x="0" y="0"/>
            <a:chExt cx="710309" cy="979705"/>
          </a:xfrm>
        </p:grpSpPr>
        <p:sp>
          <p:nvSpPr>
            <p:cNvPr id="573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3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736" name="Rectangle 4"/>
          <p:cNvGrpSpPr/>
          <p:nvPr/>
        </p:nvGrpSpPr>
        <p:grpSpPr>
          <a:xfrm>
            <a:off x="12287631" y="2939171"/>
            <a:ext cx="710311" cy="979707"/>
            <a:chOff x="0" y="0"/>
            <a:chExt cx="710309" cy="979705"/>
          </a:xfrm>
        </p:grpSpPr>
        <p:sp>
          <p:nvSpPr>
            <p:cNvPr id="573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3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739" name="Rectangle 5"/>
          <p:cNvGrpSpPr/>
          <p:nvPr/>
        </p:nvGrpSpPr>
        <p:grpSpPr>
          <a:xfrm>
            <a:off x="12287632" y="1959431"/>
            <a:ext cx="710311" cy="979707"/>
            <a:chOff x="0" y="0"/>
            <a:chExt cx="710309" cy="979705"/>
          </a:xfrm>
        </p:grpSpPr>
        <p:sp>
          <p:nvSpPr>
            <p:cNvPr id="573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3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742" name="Rectangle 6"/>
          <p:cNvGrpSpPr/>
          <p:nvPr/>
        </p:nvGrpSpPr>
        <p:grpSpPr>
          <a:xfrm>
            <a:off x="12287631" y="979736"/>
            <a:ext cx="710311" cy="979707"/>
            <a:chOff x="0" y="0"/>
            <a:chExt cx="710309" cy="979705"/>
          </a:xfrm>
        </p:grpSpPr>
        <p:sp>
          <p:nvSpPr>
            <p:cNvPr id="574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4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745" name="Rectangle 7"/>
          <p:cNvGrpSpPr/>
          <p:nvPr/>
        </p:nvGrpSpPr>
        <p:grpSpPr>
          <a:xfrm>
            <a:off x="12287631" y="-2"/>
            <a:ext cx="710311" cy="979706"/>
            <a:chOff x="0" y="0"/>
            <a:chExt cx="710309" cy="979705"/>
          </a:xfrm>
        </p:grpSpPr>
        <p:sp>
          <p:nvSpPr>
            <p:cNvPr id="574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4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748" name="Rectangle 8"/>
          <p:cNvGrpSpPr/>
          <p:nvPr/>
        </p:nvGrpSpPr>
        <p:grpSpPr>
          <a:xfrm>
            <a:off x="12997439" y="5715013"/>
            <a:ext cx="710311" cy="1142996"/>
            <a:chOff x="0" y="0"/>
            <a:chExt cx="710309" cy="1142994"/>
          </a:xfrm>
        </p:grpSpPr>
        <p:sp>
          <p:nvSpPr>
            <p:cNvPr id="574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4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751" name="Rectangle 9"/>
          <p:cNvGrpSpPr/>
          <p:nvPr/>
        </p:nvGrpSpPr>
        <p:grpSpPr>
          <a:xfrm>
            <a:off x="12997439" y="4572032"/>
            <a:ext cx="710311" cy="1142996"/>
            <a:chOff x="0" y="0"/>
            <a:chExt cx="710309" cy="1142994"/>
          </a:xfrm>
        </p:grpSpPr>
        <p:sp>
          <p:nvSpPr>
            <p:cNvPr id="574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5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754" name="Rectangle 10"/>
          <p:cNvGrpSpPr/>
          <p:nvPr/>
        </p:nvGrpSpPr>
        <p:grpSpPr>
          <a:xfrm>
            <a:off x="12997439" y="3428998"/>
            <a:ext cx="710311" cy="1142996"/>
            <a:chOff x="0" y="0"/>
            <a:chExt cx="710309" cy="1142994"/>
          </a:xfrm>
        </p:grpSpPr>
        <p:sp>
          <p:nvSpPr>
            <p:cNvPr id="575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5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757" name="Rectangle 11"/>
          <p:cNvGrpSpPr/>
          <p:nvPr/>
        </p:nvGrpSpPr>
        <p:grpSpPr>
          <a:xfrm>
            <a:off x="12997439" y="2286017"/>
            <a:ext cx="710311" cy="1142996"/>
            <a:chOff x="0" y="0"/>
            <a:chExt cx="710309" cy="1142994"/>
          </a:xfrm>
        </p:grpSpPr>
        <p:sp>
          <p:nvSpPr>
            <p:cNvPr id="575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5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760" name="Rectangle 12"/>
          <p:cNvGrpSpPr/>
          <p:nvPr/>
        </p:nvGrpSpPr>
        <p:grpSpPr>
          <a:xfrm>
            <a:off x="12997439" y="1142977"/>
            <a:ext cx="710311" cy="1142997"/>
            <a:chOff x="0" y="-1"/>
            <a:chExt cx="710309" cy="1142995"/>
          </a:xfrm>
        </p:grpSpPr>
        <p:sp>
          <p:nvSpPr>
            <p:cNvPr id="575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5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763" name="Rectangle 13"/>
          <p:cNvGrpSpPr/>
          <p:nvPr/>
        </p:nvGrpSpPr>
        <p:grpSpPr>
          <a:xfrm>
            <a:off x="13706754" y="-2365"/>
            <a:ext cx="710311" cy="1142995"/>
            <a:chOff x="0" y="0"/>
            <a:chExt cx="710309" cy="1142994"/>
          </a:xfrm>
        </p:grpSpPr>
        <p:sp>
          <p:nvSpPr>
            <p:cNvPr id="576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6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766" name="Rectangle 14"/>
          <p:cNvGrpSpPr/>
          <p:nvPr/>
        </p:nvGrpSpPr>
        <p:grpSpPr>
          <a:xfrm>
            <a:off x="13706756" y="5715013"/>
            <a:ext cx="710311" cy="1142996"/>
            <a:chOff x="0" y="0"/>
            <a:chExt cx="710309" cy="1142994"/>
          </a:xfrm>
        </p:grpSpPr>
        <p:sp>
          <p:nvSpPr>
            <p:cNvPr id="576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6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769" name="Rectangle 15"/>
          <p:cNvGrpSpPr/>
          <p:nvPr/>
        </p:nvGrpSpPr>
        <p:grpSpPr>
          <a:xfrm>
            <a:off x="13706754" y="4572032"/>
            <a:ext cx="710311" cy="1142996"/>
            <a:chOff x="0" y="0"/>
            <a:chExt cx="710309" cy="1142994"/>
          </a:xfrm>
        </p:grpSpPr>
        <p:sp>
          <p:nvSpPr>
            <p:cNvPr id="576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6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772" name="Rectangle 16"/>
          <p:cNvGrpSpPr/>
          <p:nvPr/>
        </p:nvGrpSpPr>
        <p:grpSpPr>
          <a:xfrm>
            <a:off x="12996453" y="-1157"/>
            <a:ext cx="710311" cy="1142995"/>
            <a:chOff x="0" y="0"/>
            <a:chExt cx="710309" cy="1142994"/>
          </a:xfrm>
        </p:grpSpPr>
        <p:sp>
          <p:nvSpPr>
            <p:cNvPr id="577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7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775" name="Rectangle 17"/>
          <p:cNvGrpSpPr/>
          <p:nvPr/>
        </p:nvGrpSpPr>
        <p:grpSpPr>
          <a:xfrm>
            <a:off x="13706754" y="2286017"/>
            <a:ext cx="710311" cy="1142996"/>
            <a:chOff x="0" y="0"/>
            <a:chExt cx="710309" cy="1142994"/>
          </a:xfrm>
        </p:grpSpPr>
        <p:sp>
          <p:nvSpPr>
            <p:cNvPr id="577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7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778" name="Rectangle 18"/>
          <p:cNvGrpSpPr/>
          <p:nvPr/>
        </p:nvGrpSpPr>
        <p:grpSpPr>
          <a:xfrm>
            <a:off x="13706756" y="1142977"/>
            <a:ext cx="710311" cy="1142997"/>
            <a:chOff x="0" y="-1"/>
            <a:chExt cx="710309" cy="1142995"/>
          </a:xfrm>
        </p:grpSpPr>
        <p:sp>
          <p:nvSpPr>
            <p:cNvPr id="577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7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781" name="Rectangle 19"/>
          <p:cNvGrpSpPr/>
          <p:nvPr/>
        </p:nvGrpSpPr>
        <p:grpSpPr>
          <a:xfrm>
            <a:off x="13706754" y="3427836"/>
            <a:ext cx="710311" cy="1142996"/>
            <a:chOff x="0" y="0"/>
            <a:chExt cx="710309" cy="1142994"/>
          </a:xfrm>
        </p:grpSpPr>
        <p:sp>
          <p:nvSpPr>
            <p:cNvPr id="577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8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5782" name="Picture Placeholder 17"/>
          <p:cNvSpPr/>
          <p:nvPr>
            <p:ph type="pic" sz="half" idx="21"/>
          </p:nvPr>
        </p:nvSpPr>
        <p:spPr>
          <a:xfrm>
            <a:off x="397257" y="402562"/>
            <a:ext cx="5099621" cy="5632921"/>
          </a:xfrm>
          <a:prstGeom prst="rect">
            <a:avLst/>
          </a:prstGeom>
        </p:spPr>
        <p:txBody>
          <a:bodyPr lIns="91439" tIns="45719" rIns="91439" bIns="45719">
            <a:noAutofit/>
          </a:bodyPr>
          <a:lstStyle/>
          <a:p>
            <a:pPr/>
          </a:p>
        </p:txBody>
      </p:sp>
      <p:sp>
        <p:nvSpPr>
          <p:cNvPr id="5783" name="Body Level One…"/>
          <p:cNvSpPr txBox="1"/>
          <p:nvPr>
            <p:ph type="body" sz="half" idx="1" hasCustomPrompt="1"/>
          </p:nvPr>
        </p:nvSpPr>
        <p:spPr>
          <a:xfrm>
            <a:off x="5894135" y="2095493"/>
            <a:ext cx="5896930" cy="3939993"/>
          </a:xfrm>
          <a:prstGeom prst="rect">
            <a:avLst/>
          </a:prstGeom>
        </p:spPr>
        <p:txBody>
          <a:bodyPr anchor="b"/>
          <a:lstStyle>
            <a:lvl1pPr>
              <a:defRPr sz="2000">
                <a:solidFill>
                  <a:srgbClr val="000000"/>
                </a:solidFill>
                <a:latin typeface="+mj-lt"/>
                <a:ea typeface="+mj-ea"/>
                <a:cs typeface="+mj-cs"/>
                <a:sym typeface="Mona Sans"/>
              </a:defRPr>
            </a:lvl1pPr>
            <a:lvl2pPr>
              <a:defRPr sz="2000">
                <a:solidFill>
                  <a:srgbClr val="000000"/>
                </a:solidFill>
                <a:latin typeface="+mj-lt"/>
                <a:ea typeface="+mj-ea"/>
                <a:cs typeface="+mj-cs"/>
                <a:sym typeface="Mona Sans"/>
              </a:defRPr>
            </a:lvl2pPr>
            <a:lvl3pPr>
              <a:defRPr sz="2000">
                <a:solidFill>
                  <a:srgbClr val="000000"/>
                </a:solidFill>
                <a:latin typeface="+mj-lt"/>
                <a:ea typeface="+mj-ea"/>
                <a:cs typeface="+mj-cs"/>
                <a:sym typeface="Mona Sans"/>
              </a:defRPr>
            </a:lvl3pPr>
            <a:lvl4pPr>
              <a:defRPr sz="2000">
                <a:solidFill>
                  <a:srgbClr val="000000"/>
                </a:solidFill>
                <a:latin typeface="+mj-lt"/>
                <a:ea typeface="+mj-ea"/>
                <a:cs typeface="+mj-cs"/>
                <a:sym typeface="Mona Sans"/>
              </a:defRPr>
            </a:lvl4pPr>
            <a:lvl5pPr>
              <a:defRPr sz="2000">
                <a:solidFill>
                  <a:srgbClr val="000000"/>
                </a:solidFill>
                <a:latin typeface="+mj-lt"/>
                <a:ea typeface="+mj-ea"/>
                <a:cs typeface="+mj-cs"/>
                <a:sym typeface="Mona Sans"/>
              </a:defRPr>
            </a:lvl5pPr>
          </a:lstStyle>
          <a:p>
            <a:pPr/>
            <a:r>
              <a:t>Write the speaker bio here</a:t>
            </a:r>
          </a:p>
          <a:p>
            <a:pPr lvl="1"/>
            <a:r>
              <a:t/>
            </a:r>
          </a:p>
          <a:p>
            <a:pPr lvl="2"/>
            <a:r>
              <a:t/>
            </a:r>
          </a:p>
          <a:p>
            <a:pPr lvl="3"/>
            <a:r>
              <a:t/>
            </a:r>
          </a:p>
          <a:p>
            <a:pPr lvl="4"/>
            <a:r>
              <a:t/>
            </a:r>
          </a:p>
        </p:txBody>
      </p:sp>
      <p:sp>
        <p:nvSpPr>
          <p:cNvPr id="5784" name="Text Placeholder 23"/>
          <p:cNvSpPr/>
          <p:nvPr>
            <p:ph type="body" sz="quarter" idx="22" hasCustomPrompt="1"/>
          </p:nvPr>
        </p:nvSpPr>
        <p:spPr>
          <a:xfrm>
            <a:off x="5894135" y="402562"/>
            <a:ext cx="5896930" cy="1035746"/>
          </a:xfrm>
          <a:prstGeom prst="rect">
            <a:avLst/>
          </a:prstGeom>
        </p:spPr>
        <p:txBody>
          <a:bodyPr/>
          <a:lstStyle>
            <a:lvl1pPr>
              <a:defRPr sz="3500">
                <a:solidFill>
                  <a:srgbClr val="000000"/>
                </a:solidFill>
              </a:defRPr>
            </a:lvl1pPr>
          </a:lstStyle>
          <a:p>
            <a:pPr/>
            <a:r>
              <a:t>First &amp;  last name</a:t>
            </a:r>
          </a:p>
        </p:txBody>
      </p:sp>
      <p:sp>
        <p:nvSpPr>
          <p:cNvPr id="5785" name="Text Placeholder 23"/>
          <p:cNvSpPr/>
          <p:nvPr>
            <p:ph type="body" sz="quarter" idx="23" hasCustomPrompt="1"/>
          </p:nvPr>
        </p:nvSpPr>
        <p:spPr>
          <a:xfrm>
            <a:off x="5894135" y="1446686"/>
            <a:ext cx="5896930" cy="238098"/>
          </a:xfrm>
          <a:prstGeom prst="rect">
            <a:avLst/>
          </a:prstGeom>
        </p:spPr>
        <p:txBody>
          <a:bodyPr/>
          <a:lstStyle>
            <a:lvl1pPr>
              <a:defRPr cap="all" sz="1300">
                <a:solidFill>
                  <a:srgbClr val="7C8C9A"/>
                </a:solidFill>
                <a:latin typeface="Mona Sans Mono"/>
                <a:ea typeface="Mona Sans Mono"/>
                <a:cs typeface="Mona Sans Mono"/>
                <a:sym typeface="Mona Sans Mono"/>
              </a:defRPr>
            </a:lvl1pPr>
          </a:lstStyle>
          <a:p>
            <a:pPr/>
            <a:r>
              <a:t>Position title / Company name</a:t>
            </a:r>
          </a:p>
        </p:txBody>
      </p:sp>
      <p:sp>
        <p:nvSpPr>
          <p:cNvPr id="5786" name="Rectangle 1"/>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787" name="Rectangle 10"/>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5788" name="Text Placeholder 13"/>
          <p:cNvSpPr/>
          <p:nvPr>
            <p:ph type="body" sz="quarter" idx="24"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578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bio (2)">
    <p:bg>
      <p:bgPr>
        <a:solidFill>
          <a:srgbClr val="FFFFFF"/>
        </a:solidFill>
      </p:bgPr>
    </p:bg>
    <p:spTree>
      <p:nvGrpSpPr>
        <p:cNvPr id="1" name=""/>
        <p:cNvGrpSpPr/>
        <p:nvPr/>
      </p:nvGrpSpPr>
      <p:grpSpPr>
        <a:xfrm>
          <a:off x="0" y="0"/>
          <a:ext cx="0" cy="0"/>
          <a:chOff x="0" y="0"/>
          <a:chExt cx="0" cy="0"/>
        </a:xfrm>
      </p:grpSpPr>
      <p:grpSp>
        <p:nvGrpSpPr>
          <p:cNvPr id="5798" name="Rectangle 1"/>
          <p:cNvGrpSpPr/>
          <p:nvPr/>
        </p:nvGrpSpPr>
        <p:grpSpPr>
          <a:xfrm>
            <a:off x="12287632" y="5878297"/>
            <a:ext cx="710311" cy="979707"/>
            <a:chOff x="0" y="0"/>
            <a:chExt cx="710309" cy="979705"/>
          </a:xfrm>
        </p:grpSpPr>
        <p:sp>
          <p:nvSpPr>
            <p:cNvPr id="5796"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9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801" name="Rectangle 2"/>
          <p:cNvGrpSpPr/>
          <p:nvPr/>
        </p:nvGrpSpPr>
        <p:grpSpPr>
          <a:xfrm>
            <a:off x="12287631" y="4898603"/>
            <a:ext cx="710311" cy="979709"/>
            <a:chOff x="0" y="-1"/>
            <a:chExt cx="710309" cy="979708"/>
          </a:xfrm>
        </p:grpSpPr>
        <p:sp>
          <p:nvSpPr>
            <p:cNvPr id="5799"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00"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804" name="Rectangle 3"/>
          <p:cNvGrpSpPr/>
          <p:nvPr/>
        </p:nvGrpSpPr>
        <p:grpSpPr>
          <a:xfrm>
            <a:off x="12287632" y="3918862"/>
            <a:ext cx="710311" cy="979706"/>
            <a:chOff x="0" y="0"/>
            <a:chExt cx="710309" cy="979705"/>
          </a:xfrm>
        </p:grpSpPr>
        <p:sp>
          <p:nvSpPr>
            <p:cNvPr id="5802"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0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807" name="Rectangle 4"/>
          <p:cNvGrpSpPr/>
          <p:nvPr/>
        </p:nvGrpSpPr>
        <p:grpSpPr>
          <a:xfrm>
            <a:off x="12287631" y="2939171"/>
            <a:ext cx="710311" cy="979707"/>
            <a:chOff x="0" y="0"/>
            <a:chExt cx="710309" cy="979705"/>
          </a:xfrm>
        </p:grpSpPr>
        <p:sp>
          <p:nvSpPr>
            <p:cNvPr id="5805"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0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810" name="Rectangle 5"/>
          <p:cNvGrpSpPr/>
          <p:nvPr/>
        </p:nvGrpSpPr>
        <p:grpSpPr>
          <a:xfrm>
            <a:off x="12287632" y="1959431"/>
            <a:ext cx="710311" cy="979707"/>
            <a:chOff x="0" y="0"/>
            <a:chExt cx="710309" cy="979705"/>
          </a:xfrm>
        </p:grpSpPr>
        <p:sp>
          <p:nvSpPr>
            <p:cNvPr id="5808"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0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813" name="Rectangle 6"/>
          <p:cNvGrpSpPr/>
          <p:nvPr/>
        </p:nvGrpSpPr>
        <p:grpSpPr>
          <a:xfrm>
            <a:off x="12287631" y="979736"/>
            <a:ext cx="710311" cy="979707"/>
            <a:chOff x="0" y="0"/>
            <a:chExt cx="710309" cy="979705"/>
          </a:xfrm>
        </p:grpSpPr>
        <p:sp>
          <p:nvSpPr>
            <p:cNvPr id="5811"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12"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816" name="Rectangle 7"/>
          <p:cNvGrpSpPr/>
          <p:nvPr/>
        </p:nvGrpSpPr>
        <p:grpSpPr>
          <a:xfrm>
            <a:off x="12287631" y="-2"/>
            <a:ext cx="710311" cy="979706"/>
            <a:chOff x="0" y="0"/>
            <a:chExt cx="710309" cy="979705"/>
          </a:xfrm>
        </p:grpSpPr>
        <p:sp>
          <p:nvSpPr>
            <p:cNvPr id="5814"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1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819" name="Rectangle 8"/>
          <p:cNvGrpSpPr/>
          <p:nvPr/>
        </p:nvGrpSpPr>
        <p:grpSpPr>
          <a:xfrm>
            <a:off x="12997439" y="5715013"/>
            <a:ext cx="710311" cy="1142996"/>
            <a:chOff x="0" y="0"/>
            <a:chExt cx="710309" cy="1142994"/>
          </a:xfrm>
        </p:grpSpPr>
        <p:sp>
          <p:nvSpPr>
            <p:cNvPr id="5817"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1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822" name="Rectangle 9"/>
          <p:cNvGrpSpPr/>
          <p:nvPr/>
        </p:nvGrpSpPr>
        <p:grpSpPr>
          <a:xfrm>
            <a:off x="12997439" y="4572032"/>
            <a:ext cx="710311" cy="1142996"/>
            <a:chOff x="0" y="0"/>
            <a:chExt cx="710309" cy="1142994"/>
          </a:xfrm>
        </p:grpSpPr>
        <p:sp>
          <p:nvSpPr>
            <p:cNvPr id="5820"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2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825" name="Rectangle 10"/>
          <p:cNvGrpSpPr/>
          <p:nvPr/>
        </p:nvGrpSpPr>
        <p:grpSpPr>
          <a:xfrm>
            <a:off x="12997439" y="3428998"/>
            <a:ext cx="710311" cy="1142996"/>
            <a:chOff x="0" y="0"/>
            <a:chExt cx="710309" cy="1142994"/>
          </a:xfrm>
        </p:grpSpPr>
        <p:sp>
          <p:nvSpPr>
            <p:cNvPr id="5823"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2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828" name="Rectangle 11"/>
          <p:cNvGrpSpPr/>
          <p:nvPr/>
        </p:nvGrpSpPr>
        <p:grpSpPr>
          <a:xfrm>
            <a:off x="12997439" y="2286017"/>
            <a:ext cx="710311" cy="1142996"/>
            <a:chOff x="0" y="0"/>
            <a:chExt cx="710309" cy="1142994"/>
          </a:xfrm>
        </p:grpSpPr>
        <p:sp>
          <p:nvSpPr>
            <p:cNvPr id="5826"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2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831" name="Rectangle 12"/>
          <p:cNvGrpSpPr/>
          <p:nvPr/>
        </p:nvGrpSpPr>
        <p:grpSpPr>
          <a:xfrm>
            <a:off x="12997439" y="1142977"/>
            <a:ext cx="710311" cy="1142997"/>
            <a:chOff x="0" y="-1"/>
            <a:chExt cx="710309" cy="1142995"/>
          </a:xfrm>
        </p:grpSpPr>
        <p:sp>
          <p:nvSpPr>
            <p:cNvPr id="5829"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3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834" name="Rectangle 13"/>
          <p:cNvGrpSpPr/>
          <p:nvPr/>
        </p:nvGrpSpPr>
        <p:grpSpPr>
          <a:xfrm>
            <a:off x="13706754" y="-2365"/>
            <a:ext cx="710311" cy="1142995"/>
            <a:chOff x="0" y="0"/>
            <a:chExt cx="710309" cy="1142994"/>
          </a:xfrm>
        </p:grpSpPr>
        <p:sp>
          <p:nvSpPr>
            <p:cNvPr id="5832"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837" name="Rectangle 14"/>
          <p:cNvGrpSpPr/>
          <p:nvPr/>
        </p:nvGrpSpPr>
        <p:grpSpPr>
          <a:xfrm>
            <a:off x="13706756" y="5715013"/>
            <a:ext cx="710311" cy="1142996"/>
            <a:chOff x="0" y="0"/>
            <a:chExt cx="710309" cy="1142994"/>
          </a:xfrm>
        </p:grpSpPr>
        <p:sp>
          <p:nvSpPr>
            <p:cNvPr id="5835"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3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840" name="Rectangle 15"/>
          <p:cNvGrpSpPr/>
          <p:nvPr/>
        </p:nvGrpSpPr>
        <p:grpSpPr>
          <a:xfrm>
            <a:off x="13706754" y="4572032"/>
            <a:ext cx="710311" cy="1142996"/>
            <a:chOff x="0" y="0"/>
            <a:chExt cx="710309" cy="1142994"/>
          </a:xfrm>
        </p:grpSpPr>
        <p:sp>
          <p:nvSpPr>
            <p:cNvPr id="5838"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3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843" name="Rectangle 16"/>
          <p:cNvGrpSpPr/>
          <p:nvPr/>
        </p:nvGrpSpPr>
        <p:grpSpPr>
          <a:xfrm>
            <a:off x="12996453" y="-1157"/>
            <a:ext cx="710311" cy="1142995"/>
            <a:chOff x="0" y="0"/>
            <a:chExt cx="710309" cy="1142994"/>
          </a:xfrm>
        </p:grpSpPr>
        <p:sp>
          <p:nvSpPr>
            <p:cNvPr id="5841"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4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846" name="Rectangle 17"/>
          <p:cNvGrpSpPr/>
          <p:nvPr/>
        </p:nvGrpSpPr>
        <p:grpSpPr>
          <a:xfrm>
            <a:off x="13706754" y="2286017"/>
            <a:ext cx="710311" cy="1142996"/>
            <a:chOff x="0" y="0"/>
            <a:chExt cx="710309" cy="1142994"/>
          </a:xfrm>
        </p:grpSpPr>
        <p:sp>
          <p:nvSpPr>
            <p:cNvPr id="5844"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4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849" name="Rectangle 18"/>
          <p:cNvGrpSpPr/>
          <p:nvPr/>
        </p:nvGrpSpPr>
        <p:grpSpPr>
          <a:xfrm>
            <a:off x="13706756" y="1142977"/>
            <a:ext cx="710311" cy="1142997"/>
            <a:chOff x="0" y="-1"/>
            <a:chExt cx="710309" cy="1142995"/>
          </a:xfrm>
        </p:grpSpPr>
        <p:sp>
          <p:nvSpPr>
            <p:cNvPr id="5847"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4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852" name="Rectangle 19"/>
          <p:cNvGrpSpPr/>
          <p:nvPr/>
        </p:nvGrpSpPr>
        <p:grpSpPr>
          <a:xfrm>
            <a:off x="13706754" y="3427836"/>
            <a:ext cx="710311" cy="1142996"/>
            <a:chOff x="0" y="0"/>
            <a:chExt cx="710309" cy="1142994"/>
          </a:xfrm>
        </p:grpSpPr>
        <p:sp>
          <p:nvSpPr>
            <p:cNvPr id="5850"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5853" name="Picture Placeholder 17"/>
          <p:cNvSpPr/>
          <p:nvPr>
            <p:ph type="pic" sz="half" idx="21"/>
          </p:nvPr>
        </p:nvSpPr>
        <p:spPr>
          <a:xfrm>
            <a:off x="397260" y="402559"/>
            <a:ext cx="5496875" cy="3260405"/>
          </a:xfrm>
          <a:prstGeom prst="rect">
            <a:avLst/>
          </a:prstGeom>
        </p:spPr>
        <p:txBody>
          <a:bodyPr lIns="91439" tIns="45719" rIns="91439" bIns="45719">
            <a:noAutofit/>
          </a:bodyPr>
          <a:lstStyle/>
          <a:p>
            <a:pPr/>
          </a:p>
        </p:txBody>
      </p:sp>
      <p:sp>
        <p:nvSpPr>
          <p:cNvPr id="5854" name="Body Level One…"/>
          <p:cNvSpPr txBox="1"/>
          <p:nvPr>
            <p:ph type="body" sz="quarter" idx="1" hasCustomPrompt="1"/>
          </p:nvPr>
        </p:nvSpPr>
        <p:spPr>
          <a:xfrm>
            <a:off x="397260" y="4828864"/>
            <a:ext cx="5496875" cy="1210975"/>
          </a:xfrm>
          <a:prstGeom prst="rect">
            <a:avLst/>
          </a:prstGeom>
        </p:spPr>
        <p:txBody>
          <a:bodyPr anchor="b"/>
          <a:lstStyle>
            <a:lvl1pPr>
              <a:defRPr sz="2000">
                <a:solidFill>
                  <a:srgbClr val="000000"/>
                </a:solidFill>
                <a:latin typeface="+mj-lt"/>
                <a:ea typeface="+mj-ea"/>
                <a:cs typeface="+mj-cs"/>
                <a:sym typeface="Mona Sans"/>
              </a:defRPr>
            </a:lvl1pPr>
            <a:lvl2pPr>
              <a:defRPr sz="2000">
                <a:solidFill>
                  <a:srgbClr val="000000"/>
                </a:solidFill>
                <a:latin typeface="+mj-lt"/>
                <a:ea typeface="+mj-ea"/>
                <a:cs typeface="+mj-cs"/>
                <a:sym typeface="Mona Sans"/>
              </a:defRPr>
            </a:lvl2pPr>
            <a:lvl3pPr>
              <a:defRPr sz="2000">
                <a:solidFill>
                  <a:srgbClr val="000000"/>
                </a:solidFill>
                <a:latin typeface="+mj-lt"/>
                <a:ea typeface="+mj-ea"/>
                <a:cs typeface="+mj-cs"/>
                <a:sym typeface="Mona Sans"/>
              </a:defRPr>
            </a:lvl3pPr>
            <a:lvl4pPr>
              <a:defRPr sz="2000">
                <a:solidFill>
                  <a:srgbClr val="000000"/>
                </a:solidFill>
                <a:latin typeface="+mj-lt"/>
                <a:ea typeface="+mj-ea"/>
                <a:cs typeface="+mj-cs"/>
                <a:sym typeface="Mona Sans"/>
              </a:defRPr>
            </a:lvl4pPr>
            <a:lvl5pPr>
              <a:defRPr sz="2000">
                <a:solidFill>
                  <a:srgbClr val="000000"/>
                </a:solidFill>
                <a:latin typeface="+mj-lt"/>
                <a:ea typeface="+mj-ea"/>
                <a:cs typeface="+mj-cs"/>
                <a:sym typeface="Mona Sans"/>
              </a:defRPr>
            </a:lvl5pPr>
          </a:lstStyle>
          <a:p>
            <a:pPr/>
            <a:r>
              <a:t>Write the speaker bio here</a:t>
            </a:r>
          </a:p>
          <a:p>
            <a:pPr lvl="1"/>
            <a:r>
              <a:t/>
            </a:r>
          </a:p>
          <a:p>
            <a:pPr lvl="2"/>
            <a:r>
              <a:t/>
            </a:r>
          </a:p>
          <a:p>
            <a:pPr lvl="3"/>
            <a:r>
              <a:t/>
            </a:r>
          </a:p>
          <a:p>
            <a:pPr lvl="4"/>
            <a:r>
              <a:t/>
            </a:r>
          </a:p>
        </p:txBody>
      </p:sp>
      <p:sp>
        <p:nvSpPr>
          <p:cNvPr id="5855" name="Text Placeholder 23"/>
          <p:cNvSpPr/>
          <p:nvPr>
            <p:ph type="body" sz="quarter" idx="22" hasCustomPrompt="1"/>
          </p:nvPr>
        </p:nvSpPr>
        <p:spPr>
          <a:xfrm>
            <a:off x="397260" y="3997099"/>
            <a:ext cx="5496875" cy="448780"/>
          </a:xfrm>
          <a:prstGeom prst="rect">
            <a:avLst/>
          </a:prstGeom>
        </p:spPr>
        <p:txBody>
          <a:bodyPr/>
          <a:lstStyle>
            <a:lvl1pPr defTabSz="831771">
              <a:spcBef>
                <a:spcPts val="900"/>
              </a:spcBef>
              <a:defRPr sz="2900">
                <a:solidFill>
                  <a:srgbClr val="000000"/>
                </a:solidFill>
              </a:defRPr>
            </a:lvl1pPr>
          </a:lstStyle>
          <a:p>
            <a:pPr/>
            <a:r>
              <a:t>First &amp; last name</a:t>
            </a:r>
          </a:p>
        </p:txBody>
      </p:sp>
      <p:sp>
        <p:nvSpPr>
          <p:cNvPr id="5856" name="Text Placeholder 23"/>
          <p:cNvSpPr/>
          <p:nvPr>
            <p:ph type="body" sz="quarter" idx="23" hasCustomPrompt="1"/>
          </p:nvPr>
        </p:nvSpPr>
        <p:spPr>
          <a:xfrm>
            <a:off x="397260" y="4474536"/>
            <a:ext cx="5496875" cy="222361"/>
          </a:xfrm>
          <a:prstGeom prst="rect">
            <a:avLst/>
          </a:prstGeom>
        </p:spPr>
        <p:txBody>
          <a:bodyPr/>
          <a:lstStyle>
            <a:lvl1pPr>
              <a:defRPr cap="all" sz="1300">
                <a:solidFill>
                  <a:srgbClr val="7C8C9A"/>
                </a:solidFill>
                <a:latin typeface="Mona Sans Mono"/>
                <a:ea typeface="Mona Sans Mono"/>
                <a:cs typeface="Mona Sans Mono"/>
                <a:sym typeface="Mona Sans Mono"/>
              </a:defRPr>
            </a:lvl1pPr>
          </a:lstStyle>
          <a:p>
            <a:pPr/>
            <a:r>
              <a:t>Position title / Company name</a:t>
            </a:r>
          </a:p>
        </p:txBody>
      </p:sp>
      <p:sp>
        <p:nvSpPr>
          <p:cNvPr id="5857" name="Picture Placeholder 17"/>
          <p:cNvSpPr/>
          <p:nvPr>
            <p:ph type="pic" sz="half" idx="24"/>
          </p:nvPr>
        </p:nvSpPr>
        <p:spPr>
          <a:xfrm>
            <a:off x="6294185" y="402559"/>
            <a:ext cx="5496879" cy="3260405"/>
          </a:xfrm>
          <a:prstGeom prst="rect">
            <a:avLst/>
          </a:prstGeom>
        </p:spPr>
        <p:txBody>
          <a:bodyPr lIns="91439" tIns="45719" rIns="91439" bIns="45719">
            <a:noAutofit/>
          </a:bodyPr>
          <a:lstStyle/>
          <a:p>
            <a:pPr/>
          </a:p>
        </p:txBody>
      </p:sp>
      <p:sp>
        <p:nvSpPr>
          <p:cNvPr id="5858" name="Text Placeholder 23"/>
          <p:cNvSpPr/>
          <p:nvPr>
            <p:ph type="body" sz="quarter" idx="25" hasCustomPrompt="1"/>
          </p:nvPr>
        </p:nvSpPr>
        <p:spPr>
          <a:xfrm>
            <a:off x="6293563" y="4828864"/>
            <a:ext cx="5496879" cy="1210975"/>
          </a:xfrm>
          <a:prstGeom prst="rect">
            <a:avLst/>
          </a:prstGeom>
        </p:spPr>
        <p:txBody>
          <a:bodyPr anchor="b"/>
          <a:lstStyle>
            <a:lvl1pPr>
              <a:defRPr sz="2000">
                <a:solidFill>
                  <a:srgbClr val="000000"/>
                </a:solidFill>
                <a:latin typeface="+mj-lt"/>
                <a:ea typeface="+mj-ea"/>
                <a:cs typeface="+mj-cs"/>
                <a:sym typeface="Mona Sans"/>
              </a:defRPr>
            </a:lvl1pPr>
          </a:lstStyle>
          <a:p>
            <a:pPr/>
            <a:r>
              <a:t>Write the speaker bio here</a:t>
            </a:r>
          </a:p>
        </p:txBody>
      </p:sp>
      <p:sp>
        <p:nvSpPr>
          <p:cNvPr id="5859" name="Text Placeholder 23"/>
          <p:cNvSpPr/>
          <p:nvPr>
            <p:ph type="body" sz="quarter" idx="26" hasCustomPrompt="1"/>
          </p:nvPr>
        </p:nvSpPr>
        <p:spPr>
          <a:xfrm>
            <a:off x="6293563" y="3997099"/>
            <a:ext cx="5496879" cy="448780"/>
          </a:xfrm>
          <a:prstGeom prst="rect">
            <a:avLst/>
          </a:prstGeom>
        </p:spPr>
        <p:txBody>
          <a:bodyPr/>
          <a:lstStyle>
            <a:lvl1pPr defTabSz="831771">
              <a:spcBef>
                <a:spcPts val="900"/>
              </a:spcBef>
              <a:defRPr sz="2900">
                <a:solidFill>
                  <a:srgbClr val="000000"/>
                </a:solidFill>
              </a:defRPr>
            </a:lvl1pPr>
          </a:lstStyle>
          <a:p>
            <a:pPr/>
            <a:r>
              <a:t>First &amp; last name</a:t>
            </a:r>
          </a:p>
        </p:txBody>
      </p:sp>
      <p:sp>
        <p:nvSpPr>
          <p:cNvPr id="5860" name="Text Placeholder 23"/>
          <p:cNvSpPr/>
          <p:nvPr>
            <p:ph type="body" sz="quarter" idx="27" hasCustomPrompt="1"/>
          </p:nvPr>
        </p:nvSpPr>
        <p:spPr>
          <a:xfrm>
            <a:off x="6293563" y="4474536"/>
            <a:ext cx="5496879" cy="222361"/>
          </a:xfrm>
          <a:prstGeom prst="rect">
            <a:avLst/>
          </a:prstGeom>
        </p:spPr>
        <p:txBody>
          <a:bodyPr/>
          <a:lstStyle>
            <a:lvl1pPr>
              <a:defRPr cap="all" sz="1300">
                <a:solidFill>
                  <a:srgbClr val="7C8C9A"/>
                </a:solidFill>
                <a:latin typeface="Mona Sans Mono"/>
                <a:ea typeface="Mona Sans Mono"/>
                <a:cs typeface="Mona Sans Mono"/>
                <a:sym typeface="Mona Sans Mono"/>
              </a:defRPr>
            </a:lvl1pPr>
          </a:lstStyle>
          <a:p>
            <a:pPr/>
            <a:r>
              <a:t>Position title / Company name</a:t>
            </a:r>
          </a:p>
        </p:txBody>
      </p:sp>
      <p:sp>
        <p:nvSpPr>
          <p:cNvPr id="5861" name="Rectangle 9"/>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862" name="Rectangle 10"/>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5863" name="Text Placeholder 13"/>
          <p:cNvSpPr/>
          <p:nvPr>
            <p:ph type="body" sz="quarter" idx="28"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58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bio (3)">
    <p:bg>
      <p:bgPr>
        <a:solidFill>
          <a:srgbClr val="FFFFFF"/>
        </a:solidFill>
      </p:bgPr>
    </p:bg>
    <p:spTree>
      <p:nvGrpSpPr>
        <p:cNvPr id="1" name=""/>
        <p:cNvGrpSpPr/>
        <p:nvPr/>
      </p:nvGrpSpPr>
      <p:grpSpPr>
        <a:xfrm>
          <a:off x="0" y="0"/>
          <a:ext cx="0" cy="0"/>
          <a:chOff x="0" y="0"/>
          <a:chExt cx="0" cy="0"/>
        </a:xfrm>
      </p:grpSpPr>
      <p:grpSp>
        <p:nvGrpSpPr>
          <p:cNvPr id="5873" name="Rectangle 1"/>
          <p:cNvGrpSpPr/>
          <p:nvPr/>
        </p:nvGrpSpPr>
        <p:grpSpPr>
          <a:xfrm>
            <a:off x="12287632" y="5878297"/>
            <a:ext cx="710311" cy="979707"/>
            <a:chOff x="0" y="0"/>
            <a:chExt cx="710309" cy="979705"/>
          </a:xfrm>
        </p:grpSpPr>
        <p:sp>
          <p:nvSpPr>
            <p:cNvPr id="587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7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876" name="Rectangle 2"/>
          <p:cNvGrpSpPr/>
          <p:nvPr/>
        </p:nvGrpSpPr>
        <p:grpSpPr>
          <a:xfrm>
            <a:off x="12287631" y="4898603"/>
            <a:ext cx="710311" cy="979709"/>
            <a:chOff x="0" y="-1"/>
            <a:chExt cx="710309" cy="979708"/>
          </a:xfrm>
        </p:grpSpPr>
        <p:sp>
          <p:nvSpPr>
            <p:cNvPr id="587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7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879" name="Rectangle 3"/>
          <p:cNvGrpSpPr/>
          <p:nvPr/>
        </p:nvGrpSpPr>
        <p:grpSpPr>
          <a:xfrm>
            <a:off x="12287632" y="3918862"/>
            <a:ext cx="710311" cy="979706"/>
            <a:chOff x="0" y="0"/>
            <a:chExt cx="710309" cy="979705"/>
          </a:xfrm>
        </p:grpSpPr>
        <p:sp>
          <p:nvSpPr>
            <p:cNvPr id="587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7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882" name="Rectangle 4"/>
          <p:cNvGrpSpPr/>
          <p:nvPr/>
        </p:nvGrpSpPr>
        <p:grpSpPr>
          <a:xfrm>
            <a:off x="12287631" y="2939171"/>
            <a:ext cx="710311" cy="979707"/>
            <a:chOff x="0" y="0"/>
            <a:chExt cx="710309" cy="979705"/>
          </a:xfrm>
        </p:grpSpPr>
        <p:sp>
          <p:nvSpPr>
            <p:cNvPr id="588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8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885" name="Rectangle 5"/>
          <p:cNvGrpSpPr/>
          <p:nvPr/>
        </p:nvGrpSpPr>
        <p:grpSpPr>
          <a:xfrm>
            <a:off x="12287632" y="1959431"/>
            <a:ext cx="710311" cy="979707"/>
            <a:chOff x="0" y="0"/>
            <a:chExt cx="710309" cy="979705"/>
          </a:xfrm>
        </p:grpSpPr>
        <p:sp>
          <p:nvSpPr>
            <p:cNvPr id="588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8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888" name="Rectangle 6"/>
          <p:cNvGrpSpPr/>
          <p:nvPr/>
        </p:nvGrpSpPr>
        <p:grpSpPr>
          <a:xfrm>
            <a:off x="12287631" y="979736"/>
            <a:ext cx="710311" cy="979707"/>
            <a:chOff x="0" y="0"/>
            <a:chExt cx="710309" cy="979705"/>
          </a:xfrm>
        </p:grpSpPr>
        <p:sp>
          <p:nvSpPr>
            <p:cNvPr id="588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8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891" name="Rectangle 7"/>
          <p:cNvGrpSpPr/>
          <p:nvPr/>
        </p:nvGrpSpPr>
        <p:grpSpPr>
          <a:xfrm>
            <a:off x="12287631" y="-2"/>
            <a:ext cx="710311" cy="979706"/>
            <a:chOff x="0" y="0"/>
            <a:chExt cx="710309" cy="979705"/>
          </a:xfrm>
        </p:grpSpPr>
        <p:sp>
          <p:nvSpPr>
            <p:cNvPr id="588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9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894" name="Rectangle 8"/>
          <p:cNvGrpSpPr/>
          <p:nvPr/>
        </p:nvGrpSpPr>
        <p:grpSpPr>
          <a:xfrm>
            <a:off x="12997439" y="5715013"/>
            <a:ext cx="710311" cy="1142996"/>
            <a:chOff x="0" y="0"/>
            <a:chExt cx="710309" cy="1142994"/>
          </a:xfrm>
        </p:grpSpPr>
        <p:sp>
          <p:nvSpPr>
            <p:cNvPr id="589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9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897" name="Rectangle 9"/>
          <p:cNvGrpSpPr/>
          <p:nvPr/>
        </p:nvGrpSpPr>
        <p:grpSpPr>
          <a:xfrm>
            <a:off x="12997439" y="4572032"/>
            <a:ext cx="710311" cy="1142996"/>
            <a:chOff x="0" y="0"/>
            <a:chExt cx="710309" cy="1142994"/>
          </a:xfrm>
        </p:grpSpPr>
        <p:sp>
          <p:nvSpPr>
            <p:cNvPr id="589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900" name="Rectangle 10"/>
          <p:cNvGrpSpPr/>
          <p:nvPr/>
        </p:nvGrpSpPr>
        <p:grpSpPr>
          <a:xfrm>
            <a:off x="12997439" y="3428998"/>
            <a:ext cx="710311" cy="1142996"/>
            <a:chOff x="0" y="0"/>
            <a:chExt cx="710309" cy="1142994"/>
          </a:xfrm>
        </p:grpSpPr>
        <p:sp>
          <p:nvSpPr>
            <p:cNvPr id="589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89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903" name="Rectangle 11"/>
          <p:cNvGrpSpPr/>
          <p:nvPr/>
        </p:nvGrpSpPr>
        <p:grpSpPr>
          <a:xfrm>
            <a:off x="12997439" y="2286017"/>
            <a:ext cx="710311" cy="1142996"/>
            <a:chOff x="0" y="0"/>
            <a:chExt cx="710309" cy="1142994"/>
          </a:xfrm>
        </p:grpSpPr>
        <p:sp>
          <p:nvSpPr>
            <p:cNvPr id="590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0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906" name="Rectangle 12"/>
          <p:cNvGrpSpPr/>
          <p:nvPr/>
        </p:nvGrpSpPr>
        <p:grpSpPr>
          <a:xfrm>
            <a:off x="12997439" y="1142977"/>
            <a:ext cx="710311" cy="1142997"/>
            <a:chOff x="0" y="-1"/>
            <a:chExt cx="710309" cy="1142995"/>
          </a:xfrm>
        </p:grpSpPr>
        <p:sp>
          <p:nvSpPr>
            <p:cNvPr id="590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0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909" name="Rectangle 13"/>
          <p:cNvGrpSpPr/>
          <p:nvPr/>
        </p:nvGrpSpPr>
        <p:grpSpPr>
          <a:xfrm>
            <a:off x="13706754" y="-2365"/>
            <a:ext cx="710311" cy="1142995"/>
            <a:chOff x="0" y="0"/>
            <a:chExt cx="710309" cy="1142994"/>
          </a:xfrm>
        </p:grpSpPr>
        <p:sp>
          <p:nvSpPr>
            <p:cNvPr id="590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0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912" name="Rectangle 14"/>
          <p:cNvGrpSpPr/>
          <p:nvPr/>
        </p:nvGrpSpPr>
        <p:grpSpPr>
          <a:xfrm>
            <a:off x="13706756" y="5715013"/>
            <a:ext cx="710311" cy="1142996"/>
            <a:chOff x="0" y="0"/>
            <a:chExt cx="710309" cy="1142994"/>
          </a:xfrm>
        </p:grpSpPr>
        <p:sp>
          <p:nvSpPr>
            <p:cNvPr id="591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915" name="Rectangle 15"/>
          <p:cNvGrpSpPr/>
          <p:nvPr/>
        </p:nvGrpSpPr>
        <p:grpSpPr>
          <a:xfrm>
            <a:off x="13706754" y="4572032"/>
            <a:ext cx="710311" cy="1142996"/>
            <a:chOff x="0" y="0"/>
            <a:chExt cx="710309" cy="1142994"/>
          </a:xfrm>
        </p:grpSpPr>
        <p:sp>
          <p:nvSpPr>
            <p:cNvPr id="591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1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918" name="Rectangle 16"/>
          <p:cNvGrpSpPr/>
          <p:nvPr/>
        </p:nvGrpSpPr>
        <p:grpSpPr>
          <a:xfrm>
            <a:off x="12996453" y="-1157"/>
            <a:ext cx="710311" cy="1142995"/>
            <a:chOff x="0" y="0"/>
            <a:chExt cx="710309" cy="1142994"/>
          </a:xfrm>
        </p:grpSpPr>
        <p:sp>
          <p:nvSpPr>
            <p:cNvPr id="591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1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921" name="Rectangle 17"/>
          <p:cNvGrpSpPr/>
          <p:nvPr/>
        </p:nvGrpSpPr>
        <p:grpSpPr>
          <a:xfrm>
            <a:off x="13706754" y="2286017"/>
            <a:ext cx="710311" cy="1142996"/>
            <a:chOff x="0" y="0"/>
            <a:chExt cx="710309" cy="1142994"/>
          </a:xfrm>
        </p:grpSpPr>
        <p:sp>
          <p:nvSpPr>
            <p:cNvPr id="591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924" name="Rectangle 18"/>
          <p:cNvGrpSpPr/>
          <p:nvPr/>
        </p:nvGrpSpPr>
        <p:grpSpPr>
          <a:xfrm>
            <a:off x="13706756" y="1142977"/>
            <a:ext cx="710311" cy="1142997"/>
            <a:chOff x="0" y="-1"/>
            <a:chExt cx="710309" cy="1142995"/>
          </a:xfrm>
        </p:grpSpPr>
        <p:sp>
          <p:nvSpPr>
            <p:cNvPr id="592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2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927" name="Rectangle 19"/>
          <p:cNvGrpSpPr/>
          <p:nvPr/>
        </p:nvGrpSpPr>
        <p:grpSpPr>
          <a:xfrm>
            <a:off x="13706754" y="3427836"/>
            <a:ext cx="710311" cy="1142996"/>
            <a:chOff x="0" y="0"/>
            <a:chExt cx="710309" cy="1142994"/>
          </a:xfrm>
        </p:grpSpPr>
        <p:sp>
          <p:nvSpPr>
            <p:cNvPr id="592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2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5928" name="Picture Placeholder 17"/>
          <p:cNvSpPr/>
          <p:nvPr>
            <p:ph type="pic" sz="quarter" idx="21"/>
          </p:nvPr>
        </p:nvSpPr>
        <p:spPr>
          <a:xfrm>
            <a:off x="400941" y="402559"/>
            <a:ext cx="3528356" cy="3260405"/>
          </a:xfrm>
          <a:prstGeom prst="rect">
            <a:avLst/>
          </a:prstGeom>
        </p:spPr>
        <p:txBody>
          <a:bodyPr lIns="91439" tIns="45719" rIns="91439" bIns="45719">
            <a:noAutofit/>
          </a:bodyPr>
          <a:lstStyle/>
          <a:p>
            <a:pPr/>
          </a:p>
        </p:txBody>
      </p:sp>
      <p:sp>
        <p:nvSpPr>
          <p:cNvPr id="5929" name="Body Level One…"/>
          <p:cNvSpPr txBox="1"/>
          <p:nvPr>
            <p:ph type="body" sz="quarter" idx="1" hasCustomPrompt="1"/>
          </p:nvPr>
        </p:nvSpPr>
        <p:spPr>
          <a:xfrm>
            <a:off x="397260" y="4828864"/>
            <a:ext cx="3527467" cy="1210975"/>
          </a:xfrm>
          <a:prstGeom prst="rect">
            <a:avLst/>
          </a:prstGeom>
        </p:spPr>
        <p:txBody>
          <a:bodyPr anchor="b"/>
          <a:lstStyle>
            <a:lvl1pPr>
              <a:defRPr sz="2000">
                <a:solidFill>
                  <a:srgbClr val="000000"/>
                </a:solidFill>
                <a:latin typeface="+mj-lt"/>
                <a:ea typeface="+mj-ea"/>
                <a:cs typeface="+mj-cs"/>
                <a:sym typeface="Mona Sans"/>
              </a:defRPr>
            </a:lvl1pPr>
            <a:lvl2pPr>
              <a:defRPr sz="2000">
                <a:solidFill>
                  <a:srgbClr val="000000"/>
                </a:solidFill>
                <a:latin typeface="+mj-lt"/>
                <a:ea typeface="+mj-ea"/>
                <a:cs typeface="+mj-cs"/>
                <a:sym typeface="Mona Sans"/>
              </a:defRPr>
            </a:lvl2pPr>
            <a:lvl3pPr>
              <a:defRPr sz="2000">
                <a:solidFill>
                  <a:srgbClr val="000000"/>
                </a:solidFill>
                <a:latin typeface="+mj-lt"/>
                <a:ea typeface="+mj-ea"/>
                <a:cs typeface="+mj-cs"/>
                <a:sym typeface="Mona Sans"/>
              </a:defRPr>
            </a:lvl3pPr>
            <a:lvl4pPr>
              <a:defRPr sz="2000">
                <a:solidFill>
                  <a:srgbClr val="000000"/>
                </a:solidFill>
                <a:latin typeface="+mj-lt"/>
                <a:ea typeface="+mj-ea"/>
                <a:cs typeface="+mj-cs"/>
                <a:sym typeface="Mona Sans"/>
              </a:defRPr>
            </a:lvl4pPr>
            <a:lvl5pPr>
              <a:defRPr sz="2000">
                <a:solidFill>
                  <a:srgbClr val="000000"/>
                </a:solidFill>
                <a:latin typeface="+mj-lt"/>
                <a:ea typeface="+mj-ea"/>
                <a:cs typeface="+mj-cs"/>
                <a:sym typeface="Mona Sans"/>
              </a:defRPr>
            </a:lvl5pPr>
          </a:lstStyle>
          <a:p>
            <a:pPr/>
            <a:r>
              <a:t>Write the speaker bio here</a:t>
            </a:r>
          </a:p>
          <a:p>
            <a:pPr lvl="1"/>
            <a:r>
              <a:t/>
            </a:r>
          </a:p>
          <a:p>
            <a:pPr lvl="2"/>
            <a:r>
              <a:t/>
            </a:r>
          </a:p>
          <a:p>
            <a:pPr lvl="3"/>
            <a:r>
              <a:t/>
            </a:r>
          </a:p>
          <a:p>
            <a:pPr lvl="4"/>
            <a:r>
              <a:t/>
            </a:r>
          </a:p>
        </p:txBody>
      </p:sp>
      <p:sp>
        <p:nvSpPr>
          <p:cNvPr id="5930" name="Text Placeholder 23"/>
          <p:cNvSpPr/>
          <p:nvPr>
            <p:ph type="body" sz="quarter" idx="22" hasCustomPrompt="1"/>
          </p:nvPr>
        </p:nvSpPr>
        <p:spPr>
          <a:xfrm>
            <a:off x="397257" y="3997099"/>
            <a:ext cx="3527471" cy="448780"/>
          </a:xfrm>
          <a:prstGeom prst="rect">
            <a:avLst/>
          </a:prstGeom>
        </p:spPr>
        <p:txBody>
          <a:bodyPr/>
          <a:lstStyle>
            <a:lvl1pPr defTabSz="831771">
              <a:spcBef>
                <a:spcPts val="900"/>
              </a:spcBef>
              <a:defRPr sz="2900">
                <a:solidFill>
                  <a:srgbClr val="000000"/>
                </a:solidFill>
              </a:defRPr>
            </a:lvl1pPr>
          </a:lstStyle>
          <a:p>
            <a:pPr/>
            <a:r>
              <a:t>First &amp; last name</a:t>
            </a:r>
          </a:p>
        </p:txBody>
      </p:sp>
      <p:sp>
        <p:nvSpPr>
          <p:cNvPr id="5931" name="Text Placeholder 23"/>
          <p:cNvSpPr/>
          <p:nvPr>
            <p:ph type="body" sz="quarter" idx="23" hasCustomPrompt="1"/>
          </p:nvPr>
        </p:nvSpPr>
        <p:spPr>
          <a:xfrm>
            <a:off x="397257" y="4474536"/>
            <a:ext cx="3527471" cy="222361"/>
          </a:xfrm>
          <a:prstGeom prst="rect">
            <a:avLst/>
          </a:prstGeom>
        </p:spPr>
        <p:txBody>
          <a:bodyPr/>
          <a:lstStyle>
            <a:lvl1pPr>
              <a:defRPr cap="all" sz="1300">
                <a:solidFill>
                  <a:srgbClr val="7C8C9A"/>
                </a:solidFill>
                <a:latin typeface="Mona Sans Mono"/>
                <a:ea typeface="Mona Sans Mono"/>
                <a:cs typeface="Mona Sans Mono"/>
                <a:sym typeface="Mona Sans Mono"/>
              </a:defRPr>
            </a:lvl1pPr>
          </a:lstStyle>
          <a:p>
            <a:pPr/>
            <a:r>
              <a:t>Position title / Company name</a:t>
            </a:r>
          </a:p>
        </p:txBody>
      </p:sp>
      <p:sp>
        <p:nvSpPr>
          <p:cNvPr id="5932" name="Text Placeholder 23"/>
          <p:cNvSpPr/>
          <p:nvPr>
            <p:ph type="body" sz="quarter" idx="24" hasCustomPrompt="1"/>
          </p:nvPr>
        </p:nvSpPr>
        <p:spPr>
          <a:xfrm>
            <a:off x="4330236" y="4828864"/>
            <a:ext cx="3527467" cy="1210975"/>
          </a:xfrm>
          <a:prstGeom prst="rect">
            <a:avLst/>
          </a:prstGeom>
        </p:spPr>
        <p:txBody>
          <a:bodyPr anchor="b"/>
          <a:lstStyle>
            <a:lvl1pPr>
              <a:defRPr sz="2000">
                <a:solidFill>
                  <a:srgbClr val="000000"/>
                </a:solidFill>
                <a:latin typeface="+mj-lt"/>
                <a:ea typeface="+mj-ea"/>
                <a:cs typeface="+mj-cs"/>
                <a:sym typeface="Mona Sans"/>
              </a:defRPr>
            </a:lvl1pPr>
          </a:lstStyle>
          <a:p>
            <a:pPr/>
            <a:r>
              <a:t>Write the speaker bio here</a:t>
            </a:r>
          </a:p>
        </p:txBody>
      </p:sp>
      <p:sp>
        <p:nvSpPr>
          <p:cNvPr id="5933" name="Text Placeholder 23"/>
          <p:cNvSpPr/>
          <p:nvPr>
            <p:ph type="body" sz="quarter" idx="25" hasCustomPrompt="1"/>
          </p:nvPr>
        </p:nvSpPr>
        <p:spPr>
          <a:xfrm>
            <a:off x="4330236" y="3997099"/>
            <a:ext cx="3527467" cy="448780"/>
          </a:xfrm>
          <a:prstGeom prst="rect">
            <a:avLst/>
          </a:prstGeom>
        </p:spPr>
        <p:txBody>
          <a:bodyPr/>
          <a:lstStyle>
            <a:lvl1pPr defTabSz="831771">
              <a:spcBef>
                <a:spcPts val="900"/>
              </a:spcBef>
              <a:defRPr sz="2900">
                <a:solidFill>
                  <a:srgbClr val="000000"/>
                </a:solidFill>
              </a:defRPr>
            </a:lvl1pPr>
          </a:lstStyle>
          <a:p>
            <a:pPr/>
            <a:r>
              <a:t>First &amp; last name</a:t>
            </a:r>
          </a:p>
        </p:txBody>
      </p:sp>
      <p:sp>
        <p:nvSpPr>
          <p:cNvPr id="5934" name="Text Placeholder 23"/>
          <p:cNvSpPr/>
          <p:nvPr>
            <p:ph type="body" sz="quarter" idx="26" hasCustomPrompt="1"/>
          </p:nvPr>
        </p:nvSpPr>
        <p:spPr>
          <a:xfrm>
            <a:off x="4330236" y="4474536"/>
            <a:ext cx="3527467" cy="222361"/>
          </a:xfrm>
          <a:prstGeom prst="rect">
            <a:avLst/>
          </a:prstGeom>
        </p:spPr>
        <p:txBody>
          <a:bodyPr/>
          <a:lstStyle>
            <a:lvl1pPr>
              <a:defRPr cap="all" sz="1300">
                <a:solidFill>
                  <a:srgbClr val="7C8C9A"/>
                </a:solidFill>
                <a:latin typeface="Mona Sans Mono"/>
                <a:ea typeface="Mona Sans Mono"/>
                <a:cs typeface="Mona Sans Mono"/>
                <a:sym typeface="Mona Sans Mono"/>
              </a:defRPr>
            </a:lvl1pPr>
          </a:lstStyle>
          <a:p>
            <a:pPr/>
            <a:r>
              <a:t>Position title / Company name</a:t>
            </a:r>
          </a:p>
        </p:txBody>
      </p:sp>
      <p:sp>
        <p:nvSpPr>
          <p:cNvPr id="5935" name="Picture Placeholder 17"/>
          <p:cNvSpPr/>
          <p:nvPr>
            <p:ph type="pic" sz="quarter" idx="27"/>
          </p:nvPr>
        </p:nvSpPr>
        <p:spPr>
          <a:xfrm>
            <a:off x="4330236" y="402559"/>
            <a:ext cx="3528358" cy="3260405"/>
          </a:xfrm>
          <a:prstGeom prst="rect">
            <a:avLst/>
          </a:prstGeom>
        </p:spPr>
        <p:txBody>
          <a:bodyPr lIns="91439" tIns="45719" rIns="91439" bIns="45719">
            <a:noAutofit/>
          </a:bodyPr>
          <a:lstStyle/>
          <a:p>
            <a:pPr/>
          </a:p>
        </p:txBody>
      </p:sp>
      <p:sp>
        <p:nvSpPr>
          <p:cNvPr id="5936" name="Picture Placeholder 17"/>
          <p:cNvSpPr/>
          <p:nvPr>
            <p:ph type="pic" sz="quarter" idx="28"/>
          </p:nvPr>
        </p:nvSpPr>
        <p:spPr>
          <a:xfrm>
            <a:off x="8259529" y="402559"/>
            <a:ext cx="3528359" cy="3260405"/>
          </a:xfrm>
          <a:prstGeom prst="rect">
            <a:avLst/>
          </a:prstGeom>
        </p:spPr>
        <p:txBody>
          <a:bodyPr lIns="91439" tIns="45719" rIns="91439" bIns="45719">
            <a:noAutofit/>
          </a:bodyPr>
          <a:lstStyle/>
          <a:p>
            <a:pPr/>
          </a:p>
        </p:txBody>
      </p:sp>
      <p:sp>
        <p:nvSpPr>
          <p:cNvPr id="5937" name="Text Placeholder 23"/>
          <p:cNvSpPr/>
          <p:nvPr>
            <p:ph type="body" sz="quarter" idx="29" hasCustomPrompt="1"/>
          </p:nvPr>
        </p:nvSpPr>
        <p:spPr>
          <a:xfrm>
            <a:off x="8255850" y="4828864"/>
            <a:ext cx="3527467" cy="1210975"/>
          </a:xfrm>
          <a:prstGeom prst="rect">
            <a:avLst/>
          </a:prstGeom>
        </p:spPr>
        <p:txBody>
          <a:bodyPr anchor="b"/>
          <a:lstStyle>
            <a:lvl1pPr>
              <a:defRPr sz="2000">
                <a:solidFill>
                  <a:srgbClr val="000000"/>
                </a:solidFill>
                <a:latin typeface="+mj-lt"/>
                <a:ea typeface="+mj-ea"/>
                <a:cs typeface="+mj-cs"/>
                <a:sym typeface="Mona Sans"/>
              </a:defRPr>
            </a:lvl1pPr>
          </a:lstStyle>
          <a:p>
            <a:pPr/>
            <a:r>
              <a:t>Write the speaker bio here</a:t>
            </a:r>
          </a:p>
        </p:txBody>
      </p:sp>
      <p:sp>
        <p:nvSpPr>
          <p:cNvPr id="5938" name="Text Placeholder 23"/>
          <p:cNvSpPr/>
          <p:nvPr>
            <p:ph type="body" sz="quarter" idx="30" hasCustomPrompt="1"/>
          </p:nvPr>
        </p:nvSpPr>
        <p:spPr>
          <a:xfrm>
            <a:off x="8255850" y="3997099"/>
            <a:ext cx="3527467" cy="448780"/>
          </a:xfrm>
          <a:prstGeom prst="rect">
            <a:avLst/>
          </a:prstGeom>
        </p:spPr>
        <p:txBody>
          <a:bodyPr/>
          <a:lstStyle>
            <a:lvl1pPr defTabSz="831771">
              <a:spcBef>
                <a:spcPts val="900"/>
              </a:spcBef>
              <a:defRPr sz="2900">
                <a:solidFill>
                  <a:srgbClr val="000000"/>
                </a:solidFill>
              </a:defRPr>
            </a:lvl1pPr>
          </a:lstStyle>
          <a:p>
            <a:pPr/>
            <a:r>
              <a:t>First &amp; last name</a:t>
            </a:r>
          </a:p>
        </p:txBody>
      </p:sp>
      <p:sp>
        <p:nvSpPr>
          <p:cNvPr id="5939" name="Text Placeholder 23"/>
          <p:cNvSpPr/>
          <p:nvPr>
            <p:ph type="body" sz="quarter" idx="31" hasCustomPrompt="1"/>
          </p:nvPr>
        </p:nvSpPr>
        <p:spPr>
          <a:xfrm>
            <a:off x="8255850" y="4474536"/>
            <a:ext cx="3527467" cy="222361"/>
          </a:xfrm>
          <a:prstGeom prst="rect">
            <a:avLst/>
          </a:prstGeom>
        </p:spPr>
        <p:txBody>
          <a:bodyPr/>
          <a:lstStyle>
            <a:lvl1pPr>
              <a:defRPr cap="all" sz="1300">
                <a:solidFill>
                  <a:srgbClr val="7C8C9A"/>
                </a:solidFill>
                <a:latin typeface="Mona Sans Mono"/>
                <a:ea typeface="Mona Sans Mono"/>
                <a:cs typeface="Mona Sans Mono"/>
                <a:sym typeface="Mona Sans Mono"/>
              </a:defRPr>
            </a:lvl1pPr>
          </a:lstStyle>
          <a:p>
            <a:pPr/>
            <a:r>
              <a:t>Position title / Company name</a:t>
            </a:r>
          </a:p>
        </p:txBody>
      </p:sp>
      <p:sp>
        <p:nvSpPr>
          <p:cNvPr id="5940" name="Rectangle 9"/>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5941" name="Rectangle 10"/>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5942" name="Text Placeholder 13"/>
          <p:cNvSpPr/>
          <p:nvPr>
            <p:ph type="body" sz="quarter" idx="32"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594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bio (4)">
    <p:bg>
      <p:bgPr>
        <a:solidFill>
          <a:srgbClr val="FFFFFF"/>
        </a:solidFill>
      </p:bgPr>
    </p:bg>
    <p:spTree>
      <p:nvGrpSpPr>
        <p:cNvPr id="1" name=""/>
        <p:cNvGrpSpPr/>
        <p:nvPr/>
      </p:nvGrpSpPr>
      <p:grpSpPr>
        <a:xfrm>
          <a:off x="0" y="0"/>
          <a:ext cx="0" cy="0"/>
          <a:chOff x="0" y="0"/>
          <a:chExt cx="0" cy="0"/>
        </a:xfrm>
      </p:grpSpPr>
      <p:grpSp>
        <p:nvGrpSpPr>
          <p:cNvPr id="5952" name="Rectangle 1"/>
          <p:cNvGrpSpPr/>
          <p:nvPr/>
        </p:nvGrpSpPr>
        <p:grpSpPr>
          <a:xfrm>
            <a:off x="12287632" y="5878297"/>
            <a:ext cx="710311" cy="979707"/>
            <a:chOff x="0" y="0"/>
            <a:chExt cx="710309" cy="979705"/>
          </a:xfrm>
        </p:grpSpPr>
        <p:sp>
          <p:nvSpPr>
            <p:cNvPr id="5950"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5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5955" name="Rectangle 2"/>
          <p:cNvGrpSpPr/>
          <p:nvPr/>
        </p:nvGrpSpPr>
        <p:grpSpPr>
          <a:xfrm>
            <a:off x="12287631" y="4898603"/>
            <a:ext cx="710311" cy="979709"/>
            <a:chOff x="0" y="-1"/>
            <a:chExt cx="710309" cy="979708"/>
          </a:xfrm>
        </p:grpSpPr>
        <p:sp>
          <p:nvSpPr>
            <p:cNvPr id="5953"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54"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5958" name="Rectangle 3"/>
          <p:cNvGrpSpPr/>
          <p:nvPr/>
        </p:nvGrpSpPr>
        <p:grpSpPr>
          <a:xfrm>
            <a:off x="12287632" y="3918862"/>
            <a:ext cx="710311" cy="979706"/>
            <a:chOff x="0" y="0"/>
            <a:chExt cx="710309" cy="979705"/>
          </a:xfrm>
        </p:grpSpPr>
        <p:sp>
          <p:nvSpPr>
            <p:cNvPr id="5956"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5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5961" name="Rectangle 4"/>
          <p:cNvGrpSpPr/>
          <p:nvPr/>
        </p:nvGrpSpPr>
        <p:grpSpPr>
          <a:xfrm>
            <a:off x="12287631" y="2939171"/>
            <a:ext cx="710311" cy="979707"/>
            <a:chOff x="0" y="0"/>
            <a:chExt cx="710309" cy="979705"/>
          </a:xfrm>
        </p:grpSpPr>
        <p:sp>
          <p:nvSpPr>
            <p:cNvPr id="5959"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6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5964" name="Rectangle 5"/>
          <p:cNvGrpSpPr/>
          <p:nvPr/>
        </p:nvGrpSpPr>
        <p:grpSpPr>
          <a:xfrm>
            <a:off x="12287632" y="1959431"/>
            <a:ext cx="710311" cy="979707"/>
            <a:chOff x="0" y="0"/>
            <a:chExt cx="710309" cy="979705"/>
          </a:xfrm>
        </p:grpSpPr>
        <p:sp>
          <p:nvSpPr>
            <p:cNvPr id="5962"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6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5967" name="Rectangle 6"/>
          <p:cNvGrpSpPr/>
          <p:nvPr/>
        </p:nvGrpSpPr>
        <p:grpSpPr>
          <a:xfrm>
            <a:off x="12287631" y="979736"/>
            <a:ext cx="710311" cy="979707"/>
            <a:chOff x="0" y="0"/>
            <a:chExt cx="710309" cy="979705"/>
          </a:xfrm>
        </p:grpSpPr>
        <p:sp>
          <p:nvSpPr>
            <p:cNvPr id="5965"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66"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5970" name="Rectangle 7"/>
          <p:cNvGrpSpPr/>
          <p:nvPr/>
        </p:nvGrpSpPr>
        <p:grpSpPr>
          <a:xfrm>
            <a:off x="12287631" y="-2"/>
            <a:ext cx="710311" cy="979706"/>
            <a:chOff x="0" y="0"/>
            <a:chExt cx="710309" cy="979705"/>
          </a:xfrm>
        </p:grpSpPr>
        <p:sp>
          <p:nvSpPr>
            <p:cNvPr id="5968"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6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5973" name="Rectangle 8"/>
          <p:cNvGrpSpPr/>
          <p:nvPr/>
        </p:nvGrpSpPr>
        <p:grpSpPr>
          <a:xfrm>
            <a:off x="12997439" y="5715013"/>
            <a:ext cx="710311" cy="1142996"/>
            <a:chOff x="0" y="0"/>
            <a:chExt cx="710309" cy="1142994"/>
          </a:xfrm>
        </p:grpSpPr>
        <p:sp>
          <p:nvSpPr>
            <p:cNvPr id="5971"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5976" name="Rectangle 9"/>
          <p:cNvGrpSpPr/>
          <p:nvPr/>
        </p:nvGrpSpPr>
        <p:grpSpPr>
          <a:xfrm>
            <a:off x="12997439" y="4572032"/>
            <a:ext cx="710311" cy="1142996"/>
            <a:chOff x="0" y="0"/>
            <a:chExt cx="710309" cy="1142994"/>
          </a:xfrm>
        </p:grpSpPr>
        <p:sp>
          <p:nvSpPr>
            <p:cNvPr id="5974"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7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5979" name="Rectangle 10"/>
          <p:cNvGrpSpPr/>
          <p:nvPr/>
        </p:nvGrpSpPr>
        <p:grpSpPr>
          <a:xfrm>
            <a:off x="12997439" y="3428998"/>
            <a:ext cx="710311" cy="1142996"/>
            <a:chOff x="0" y="0"/>
            <a:chExt cx="710309" cy="1142994"/>
          </a:xfrm>
        </p:grpSpPr>
        <p:sp>
          <p:nvSpPr>
            <p:cNvPr id="5977"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5982" name="Rectangle 11"/>
          <p:cNvGrpSpPr/>
          <p:nvPr/>
        </p:nvGrpSpPr>
        <p:grpSpPr>
          <a:xfrm>
            <a:off x="12997439" y="2286017"/>
            <a:ext cx="710311" cy="1142996"/>
            <a:chOff x="0" y="0"/>
            <a:chExt cx="710309" cy="1142994"/>
          </a:xfrm>
        </p:grpSpPr>
        <p:sp>
          <p:nvSpPr>
            <p:cNvPr id="5980"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8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5985" name="Rectangle 12"/>
          <p:cNvGrpSpPr/>
          <p:nvPr/>
        </p:nvGrpSpPr>
        <p:grpSpPr>
          <a:xfrm>
            <a:off x="12997439" y="1142977"/>
            <a:ext cx="710311" cy="1142997"/>
            <a:chOff x="0" y="-1"/>
            <a:chExt cx="710309" cy="1142995"/>
          </a:xfrm>
        </p:grpSpPr>
        <p:sp>
          <p:nvSpPr>
            <p:cNvPr id="5983"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8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5988" name="Rectangle 13"/>
          <p:cNvGrpSpPr/>
          <p:nvPr/>
        </p:nvGrpSpPr>
        <p:grpSpPr>
          <a:xfrm>
            <a:off x="13706754" y="-2365"/>
            <a:ext cx="710311" cy="1142995"/>
            <a:chOff x="0" y="0"/>
            <a:chExt cx="710309" cy="1142994"/>
          </a:xfrm>
        </p:grpSpPr>
        <p:sp>
          <p:nvSpPr>
            <p:cNvPr id="5986"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8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5991" name="Rectangle 14"/>
          <p:cNvGrpSpPr/>
          <p:nvPr/>
        </p:nvGrpSpPr>
        <p:grpSpPr>
          <a:xfrm>
            <a:off x="13706756" y="5715013"/>
            <a:ext cx="710311" cy="1142996"/>
            <a:chOff x="0" y="0"/>
            <a:chExt cx="710309" cy="1142994"/>
          </a:xfrm>
        </p:grpSpPr>
        <p:sp>
          <p:nvSpPr>
            <p:cNvPr id="5989"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9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5994" name="Rectangle 15"/>
          <p:cNvGrpSpPr/>
          <p:nvPr/>
        </p:nvGrpSpPr>
        <p:grpSpPr>
          <a:xfrm>
            <a:off x="13706754" y="4572032"/>
            <a:ext cx="710311" cy="1142996"/>
            <a:chOff x="0" y="0"/>
            <a:chExt cx="710309" cy="1142994"/>
          </a:xfrm>
        </p:grpSpPr>
        <p:sp>
          <p:nvSpPr>
            <p:cNvPr id="5992"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9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5997" name="Rectangle 16"/>
          <p:cNvGrpSpPr/>
          <p:nvPr/>
        </p:nvGrpSpPr>
        <p:grpSpPr>
          <a:xfrm>
            <a:off x="12996453" y="-1157"/>
            <a:ext cx="710311" cy="1142995"/>
            <a:chOff x="0" y="0"/>
            <a:chExt cx="710309" cy="1142994"/>
          </a:xfrm>
        </p:grpSpPr>
        <p:sp>
          <p:nvSpPr>
            <p:cNvPr id="5995"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000" name="Rectangle 17"/>
          <p:cNvGrpSpPr/>
          <p:nvPr/>
        </p:nvGrpSpPr>
        <p:grpSpPr>
          <a:xfrm>
            <a:off x="13706754" y="2286017"/>
            <a:ext cx="710311" cy="1142996"/>
            <a:chOff x="0" y="0"/>
            <a:chExt cx="710309" cy="1142994"/>
          </a:xfrm>
        </p:grpSpPr>
        <p:sp>
          <p:nvSpPr>
            <p:cNvPr id="5998"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99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003" name="Rectangle 18"/>
          <p:cNvGrpSpPr/>
          <p:nvPr/>
        </p:nvGrpSpPr>
        <p:grpSpPr>
          <a:xfrm>
            <a:off x="13706756" y="1142977"/>
            <a:ext cx="710311" cy="1142997"/>
            <a:chOff x="0" y="-1"/>
            <a:chExt cx="710309" cy="1142995"/>
          </a:xfrm>
        </p:grpSpPr>
        <p:sp>
          <p:nvSpPr>
            <p:cNvPr id="6001"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0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006" name="Rectangle 19"/>
          <p:cNvGrpSpPr/>
          <p:nvPr/>
        </p:nvGrpSpPr>
        <p:grpSpPr>
          <a:xfrm>
            <a:off x="13706754" y="3427836"/>
            <a:ext cx="710311" cy="1142996"/>
            <a:chOff x="0" y="0"/>
            <a:chExt cx="710309" cy="1142994"/>
          </a:xfrm>
        </p:grpSpPr>
        <p:sp>
          <p:nvSpPr>
            <p:cNvPr id="6004"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0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007" name="Picture Placeholder 17"/>
          <p:cNvSpPr/>
          <p:nvPr>
            <p:ph type="pic" sz="quarter" idx="21"/>
          </p:nvPr>
        </p:nvSpPr>
        <p:spPr>
          <a:xfrm>
            <a:off x="406303" y="402559"/>
            <a:ext cx="2539328" cy="3260405"/>
          </a:xfrm>
          <a:prstGeom prst="rect">
            <a:avLst/>
          </a:prstGeom>
        </p:spPr>
        <p:txBody>
          <a:bodyPr lIns="91439" tIns="45719" rIns="91439" bIns="45719">
            <a:noAutofit/>
          </a:bodyPr>
          <a:lstStyle/>
          <a:p>
            <a:pPr/>
          </a:p>
        </p:txBody>
      </p:sp>
      <p:sp>
        <p:nvSpPr>
          <p:cNvPr id="6008" name="Body Level One…"/>
          <p:cNvSpPr txBox="1"/>
          <p:nvPr>
            <p:ph type="body" sz="quarter" idx="1" hasCustomPrompt="1"/>
          </p:nvPr>
        </p:nvSpPr>
        <p:spPr>
          <a:xfrm>
            <a:off x="399150" y="4828864"/>
            <a:ext cx="2546482" cy="1210975"/>
          </a:xfrm>
          <a:prstGeom prst="rect">
            <a:avLst/>
          </a:prstGeom>
        </p:spPr>
        <p:txBody>
          <a:bodyPr anchor="b"/>
          <a:lstStyle>
            <a:lvl1pPr>
              <a:defRPr sz="1600">
                <a:solidFill>
                  <a:srgbClr val="000000"/>
                </a:solidFill>
                <a:latin typeface="+mj-lt"/>
                <a:ea typeface="+mj-ea"/>
                <a:cs typeface="+mj-cs"/>
                <a:sym typeface="Mona Sans"/>
              </a:defRPr>
            </a:lvl1pPr>
            <a:lvl2pPr>
              <a:defRPr sz="1600">
                <a:solidFill>
                  <a:srgbClr val="000000"/>
                </a:solidFill>
                <a:latin typeface="+mj-lt"/>
                <a:ea typeface="+mj-ea"/>
                <a:cs typeface="+mj-cs"/>
                <a:sym typeface="Mona Sans"/>
              </a:defRPr>
            </a:lvl2pPr>
            <a:lvl3pPr>
              <a:defRPr sz="1600">
                <a:solidFill>
                  <a:srgbClr val="000000"/>
                </a:solidFill>
                <a:latin typeface="+mj-lt"/>
                <a:ea typeface="+mj-ea"/>
                <a:cs typeface="+mj-cs"/>
                <a:sym typeface="Mona Sans"/>
              </a:defRPr>
            </a:lvl3pPr>
            <a:lvl4pPr>
              <a:defRPr sz="1600">
                <a:solidFill>
                  <a:srgbClr val="000000"/>
                </a:solidFill>
                <a:latin typeface="+mj-lt"/>
                <a:ea typeface="+mj-ea"/>
                <a:cs typeface="+mj-cs"/>
                <a:sym typeface="Mona Sans"/>
              </a:defRPr>
            </a:lvl4pPr>
            <a:lvl5pPr>
              <a:defRPr sz="1600">
                <a:solidFill>
                  <a:srgbClr val="000000"/>
                </a:solidFill>
                <a:latin typeface="+mj-lt"/>
                <a:ea typeface="+mj-ea"/>
                <a:cs typeface="+mj-cs"/>
                <a:sym typeface="Mona Sans"/>
              </a:defRPr>
            </a:lvl5pPr>
          </a:lstStyle>
          <a:p>
            <a:pPr/>
            <a:r>
              <a:t>Write the speaker bio here</a:t>
            </a:r>
          </a:p>
          <a:p>
            <a:pPr lvl="1"/>
            <a:r>
              <a:t/>
            </a:r>
          </a:p>
          <a:p>
            <a:pPr lvl="2"/>
            <a:r>
              <a:t/>
            </a:r>
          </a:p>
          <a:p>
            <a:pPr lvl="3"/>
            <a:r>
              <a:t/>
            </a:r>
          </a:p>
          <a:p>
            <a:pPr lvl="4"/>
            <a:r>
              <a:t/>
            </a:r>
          </a:p>
        </p:txBody>
      </p:sp>
      <p:sp>
        <p:nvSpPr>
          <p:cNvPr id="6009" name="Text Placeholder 23"/>
          <p:cNvSpPr/>
          <p:nvPr>
            <p:ph type="body" sz="quarter" idx="22" hasCustomPrompt="1"/>
          </p:nvPr>
        </p:nvSpPr>
        <p:spPr>
          <a:xfrm>
            <a:off x="399150" y="3997099"/>
            <a:ext cx="2546482" cy="448780"/>
          </a:xfrm>
          <a:prstGeom prst="rect">
            <a:avLst/>
          </a:prstGeom>
        </p:spPr>
        <p:txBody>
          <a:bodyPr/>
          <a:lstStyle>
            <a:lvl1pPr>
              <a:defRPr sz="2400">
                <a:solidFill>
                  <a:srgbClr val="000000"/>
                </a:solidFill>
              </a:defRPr>
            </a:lvl1pPr>
          </a:lstStyle>
          <a:p>
            <a:pPr/>
            <a:r>
              <a:t>First &amp; last name</a:t>
            </a:r>
          </a:p>
        </p:txBody>
      </p:sp>
      <p:sp>
        <p:nvSpPr>
          <p:cNvPr id="6010" name="Text Placeholder 23"/>
          <p:cNvSpPr/>
          <p:nvPr>
            <p:ph type="body" sz="quarter" idx="23" hasCustomPrompt="1"/>
          </p:nvPr>
        </p:nvSpPr>
        <p:spPr>
          <a:xfrm>
            <a:off x="399150" y="4474536"/>
            <a:ext cx="2546482" cy="222361"/>
          </a:xfrm>
          <a:prstGeom prst="rect">
            <a:avLst/>
          </a:prstGeom>
        </p:spPr>
        <p:txBody>
          <a:bodyPr/>
          <a:lstStyle>
            <a:lvl1pPr>
              <a:defRPr cap="all" sz="1000">
                <a:solidFill>
                  <a:srgbClr val="7C8C9A"/>
                </a:solidFill>
                <a:latin typeface="Mona Sans Mono"/>
                <a:ea typeface="Mona Sans Mono"/>
                <a:cs typeface="Mona Sans Mono"/>
                <a:sym typeface="Mona Sans Mono"/>
              </a:defRPr>
            </a:lvl1pPr>
          </a:lstStyle>
          <a:p>
            <a:pPr/>
            <a:r>
              <a:t>Position title / Company name</a:t>
            </a:r>
          </a:p>
        </p:txBody>
      </p:sp>
      <p:sp>
        <p:nvSpPr>
          <p:cNvPr id="6011" name="Picture Placeholder 17"/>
          <p:cNvSpPr/>
          <p:nvPr>
            <p:ph type="pic" sz="quarter" idx="24"/>
          </p:nvPr>
        </p:nvSpPr>
        <p:spPr>
          <a:xfrm>
            <a:off x="3351934" y="402559"/>
            <a:ext cx="2539332" cy="3260405"/>
          </a:xfrm>
          <a:prstGeom prst="rect">
            <a:avLst/>
          </a:prstGeom>
        </p:spPr>
        <p:txBody>
          <a:bodyPr lIns="91439" tIns="45719" rIns="91439" bIns="45719">
            <a:noAutofit/>
          </a:bodyPr>
          <a:lstStyle/>
          <a:p>
            <a:pPr/>
          </a:p>
        </p:txBody>
      </p:sp>
      <p:sp>
        <p:nvSpPr>
          <p:cNvPr id="6012" name="Picture Placeholder 17"/>
          <p:cNvSpPr/>
          <p:nvPr>
            <p:ph type="pic" sz="quarter" idx="25"/>
          </p:nvPr>
        </p:nvSpPr>
        <p:spPr>
          <a:xfrm>
            <a:off x="6297564" y="402559"/>
            <a:ext cx="2539329" cy="3260405"/>
          </a:xfrm>
          <a:prstGeom prst="rect">
            <a:avLst/>
          </a:prstGeom>
        </p:spPr>
        <p:txBody>
          <a:bodyPr lIns="91439" tIns="45719" rIns="91439" bIns="45719">
            <a:noAutofit/>
          </a:bodyPr>
          <a:lstStyle/>
          <a:p>
            <a:pPr/>
          </a:p>
        </p:txBody>
      </p:sp>
      <p:sp>
        <p:nvSpPr>
          <p:cNvPr id="6013" name="Picture Placeholder 17"/>
          <p:cNvSpPr/>
          <p:nvPr>
            <p:ph type="pic" sz="quarter" idx="26"/>
          </p:nvPr>
        </p:nvSpPr>
        <p:spPr>
          <a:xfrm>
            <a:off x="9243196" y="402559"/>
            <a:ext cx="2539332" cy="3260405"/>
          </a:xfrm>
          <a:prstGeom prst="rect">
            <a:avLst/>
          </a:prstGeom>
        </p:spPr>
        <p:txBody>
          <a:bodyPr lIns="91439" tIns="45719" rIns="91439" bIns="45719">
            <a:noAutofit/>
          </a:bodyPr>
          <a:lstStyle/>
          <a:p>
            <a:pPr/>
          </a:p>
        </p:txBody>
      </p:sp>
      <p:sp>
        <p:nvSpPr>
          <p:cNvPr id="6014" name="Text Placeholder 23"/>
          <p:cNvSpPr/>
          <p:nvPr>
            <p:ph type="body" sz="quarter" idx="27" hasCustomPrompt="1"/>
          </p:nvPr>
        </p:nvSpPr>
        <p:spPr>
          <a:xfrm>
            <a:off x="3347303" y="4828864"/>
            <a:ext cx="2546483" cy="1210975"/>
          </a:xfrm>
          <a:prstGeom prst="rect">
            <a:avLst/>
          </a:prstGeom>
        </p:spPr>
        <p:txBody>
          <a:bodyPr anchor="b"/>
          <a:lstStyle>
            <a:lvl1pPr>
              <a:defRPr sz="1600">
                <a:solidFill>
                  <a:srgbClr val="000000"/>
                </a:solidFill>
                <a:latin typeface="+mj-lt"/>
                <a:ea typeface="+mj-ea"/>
                <a:cs typeface="+mj-cs"/>
                <a:sym typeface="Mona Sans"/>
              </a:defRPr>
            </a:lvl1pPr>
          </a:lstStyle>
          <a:p>
            <a:pPr/>
            <a:r>
              <a:t>Write the speaker bio here</a:t>
            </a:r>
          </a:p>
        </p:txBody>
      </p:sp>
      <p:sp>
        <p:nvSpPr>
          <p:cNvPr id="6015" name="Text Placeholder 23"/>
          <p:cNvSpPr/>
          <p:nvPr>
            <p:ph type="body" sz="quarter" idx="28" hasCustomPrompt="1"/>
          </p:nvPr>
        </p:nvSpPr>
        <p:spPr>
          <a:xfrm>
            <a:off x="3347303" y="3997099"/>
            <a:ext cx="2546483" cy="448780"/>
          </a:xfrm>
          <a:prstGeom prst="rect">
            <a:avLst/>
          </a:prstGeom>
        </p:spPr>
        <p:txBody>
          <a:bodyPr/>
          <a:lstStyle>
            <a:lvl1pPr>
              <a:defRPr sz="2400">
                <a:solidFill>
                  <a:srgbClr val="000000"/>
                </a:solidFill>
              </a:defRPr>
            </a:lvl1pPr>
          </a:lstStyle>
          <a:p>
            <a:pPr/>
            <a:r>
              <a:t>First &amp; last name</a:t>
            </a:r>
          </a:p>
        </p:txBody>
      </p:sp>
      <p:sp>
        <p:nvSpPr>
          <p:cNvPr id="6016" name="Text Placeholder 23"/>
          <p:cNvSpPr/>
          <p:nvPr>
            <p:ph type="body" sz="quarter" idx="29" hasCustomPrompt="1"/>
          </p:nvPr>
        </p:nvSpPr>
        <p:spPr>
          <a:xfrm>
            <a:off x="3347303" y="4474536"/>
            <a:ext cx="2546483" cy="222361"/>
          </a:xfrm>
          <a:prstGeom prst="rect">
            <a:avLst/>
          </a:prstGeom>
        </p:spPr>
        <p:txBody>
          <a:bodyPr/>
          <a:lstStyle>
            <a:lvl1pPr>
              <a:defRPr cap="all" sz="1000">
                <a:solidFill>
                  <a:srgbClr val="7C8C9A"/>
                </a:solidFill>
                <a:latin typeface="Mona Sans Mono"/>
                <a:ea typeface="Mona Sans Mono"/>
                <a:cs typeface="Mona Sans Mono"/>
                <a:sym typeface="Mona Sans Mono"/>
              </a:defRPr>
            </a:lvl1pPr>
          </a:lstStyle>
          <a:p>
            <a:pPr/>
            <a:r>
              <a:t>Position title / Company name</a:t>
            </a:r>
          </a:p>
        </p:txBody>
      </p:sp>
      <p:sp>
        <p:nvSpPr>
          <p:cNvPr id="6017" name="Text Placeholder 23"/>
          <p:cNvSpPr/>
          <p:nvPr>
            <p:ph type="body" sz="quarter" idx="30" hasCustomPrompt="1"/>
          </p:nvPr>
        </p:nvSpPr>
        <p:spPr>
          <a:xfrm>
            <a:off x="6295454" y="4828864"/>
            <a:ext cx="2546483" cy="1210975"/>
          </a:xfrm>
          <a:prstGeom prst="rect">
            <a:avLst/>
          </a:prstGeom>
        </p:spPr>
        <p:txBody>
          <a:bodyPr anchor="b"/>
          <a:lstStyle>
            <a:lvl1pPr>
              <a:defRPr sz="1600">
                <a:solidFill>
                  <a:srgbClr val="000000"/>
                </a:solidFill>
                <a:latin typeface="+mj-lt"/>
                <a:ea typeface="+mj-ea"/>
                <a:cs typeface="+mj-cs"/>
                <a:sym typeface="Mona Sans"/>
              </a:defRPr>
            </a:lvl1pPr>
          </a:lstStyle>
          <a:p>
            <a:pPr/>
            <a:r>
              <a:t>Write the speaker bio here</a:t>
            </a:r>
          </a:p>
        </p:txBody>
      </p:sp>
      <p:sp>
        <p:nvSpPr>
          <p:cNvPr id="6018" name="Text Placeholder 23"/>
          <p:cNvSpPr/>
          <p:nvPr>
            <p:ph type="body" sz="quarter" idx="31" hasCustomPrompt="1"/>
          </p:nvPr>
        </p:nvSpPr>
        <p:spPr>
          <a:xfrm>
            <a:off x="6295454" y="3997099"/>
            <a:ext cx="2546483" cy="448780"/>
          </a:xfrm>
          <a:prstGeom prst="rect">
            <a:avLst/>
          </a:prstGeom>
        </p:spPr>
        <p:txBody>
          <a:bodyPr/>
          <a:lstStyle>
            <a:lvl1pPr>
              <a:defRPr sz="2400">
                <a:solidFill>
                  <a:srgbClr val="000000"/>
                </a:solidFill>
              </a:defRPr>
            </a:lvl1pPr>
          </a:lstStyle>
          <a:p>
            <a:pPr/>
            <a:r>
              <a:t>First &amp; last name</a:t>
            </a:r>
          </a:p>
        </p:txBody>
      </p:sp>
      <p:sp>
        <p:nvSpPr>
          <p:cNvPr id="6019" name="Text Placeholder 23"/>
          <p:cNvSpPr/>
          <p:nvPr>
            <p:ph type="body" sz="quarter" idx="32" hasCustomPrompt="1"/>
          </p:nvPr>
        </p:nvSpPr>
        <p:spPr>
          <a:xfrm>
            <a:off x="6295454" y="4474536"/>
            <a:ext cx="2546483" cy="222361"/>
          </a:xfrm>
          <a:prstGeom prst="rect">
            <a:avLst/>
          </a:prstGeom>
        </p:spPr>
        <p:txBody>
          <a:bodyPr/>
          <a:lstStyle>
            <a:lvl1pPr>
              <a:defRPr cap="all" sz="1000">
                <a:solidFill>
                  <a:srgbClr val="7C8C9A"/>
                </a:solidFill>
                <a:latin typeface="Mona Sans Mono"/>
                <a:ea typeface="Mona Sans Mono"/>
                <a:cs typeface="Mona Sans Mono"/>
                <a:sym typeface="Mona Sans Mono"/>
              </a:defRPr>
            </a:lvl1pPr>
          </a:lstStyle>
          <a:p>
            <a:pPr/>
            <a:r>
              <a:t>Position title / Company name</a:t>
            </a:r>
          </a:p>
        </p:txBody>
      </p:sp>
      <p:sp>
        <p:nvSpPr>
          <p:cNvPr id="6020" name="Text Placeholder 23"/>
          <p:cNvSpPr/>
          <p:nvPr>
            <p:ph type="body" sz="quarter" idx="33" hasCustomPrompt="1"/>
          </p:nvPr>
        </p:nvSpPr>
        <p:spPr>
          <a:xfrm>
            <a:off x="9243607" y="4828864"/>
            <a:ext cx="2546483" cy="1210975"/>
          </a:xfrm>
          <a:prstGeom prst="rect">
            <a:avLst/>
          </a:prstGeom>
        </p:spPr>
        <p:txBody>
          <a:bodyPr anchor="b"/>
          <a:lstStyle>
            <a:lvl1pPr>
              <a:defRPr sz="1600">
                <a:solidFill>
                  <a:srgbClr val="000000"/>
                </a:solidFill>
                <a:latin typeface="+mj-lt"/>
                <a:ea typeface="+mj-ea"/>
                <a:cs typeface="+mj-cs"/>
                <a:sym typeface="Mona Sans"/>
              </a:defRPr>
            </a:lvl1pPr>
          </a:lstStyle>
          <a:p>
            <a:pPr/>
            <a:r>
              <a:t>Write the speaker bio here</a:t>
            </a:r>
          </a:p>
        </p:txBody>
      </p:sp>
      <p:sp>
        <p:nvSpPr>
          <p:cNvPr id="6021" name="Text Placeholder 23"/>
          <p:cNvSpPr/>
          <p:nvPr>
            <p:ph type="body" sz="quarter" idx="34" hasCustomPrompt="1"/>
          </p:nvPr>
        </p:nvSpPr>
        <p:spPr>
          <a:xfrm>
            <a:off x="9243607" y="3997099"/>
            <a:ext cx="2546483" cy="448780"/>
          </a:xfrm>
          <a:prstGeom prst="rect">
            <a:avLst/>
          </a:prstGeom>
        </p:spPr>
        <p:txBody>
          <a:bodyPr/>
          <a:lstStyle>
            <a:lvl1pPr>
              <a:defRPr sz="2400">
                <a:solidFill>
                  <a:srgbClr val="000000"/>
                </a:solidFill>
              </a:defRPr>
            </a:lvl1pPr>
          </a:lstStyle>
          <a:p>
            <a:pPr/>
            <a:r>
              <a:t>First &amp; last name</a:t>
            </a:r>
          </a:p>
        </p:txBody>
      </p:sp>
      <p:sp>
        <p:nvSpPr>
          <p:cNvPr id="6022" name="Text Placeholder 23"/>
          <p:cNvSpPr/>
          <p:nvPr>
            <p:ph type="body" sz="quarter" idx="35" hasCustomPrompt="1"/>
          </p:nvPr>
        </p:nvSpPr>
        <p:spPr>
          <a:xfrm>
            <a:off x="9243607" y="4474536"/>
            <a:ext cx="2546483" cy="222361"/>
          </a:xfrm>
          <a:prstGeom prst="rect">
            <a:avLst/>
          </a:prstGeom>
        </p:spPr>
        <p:txBody>
          <a:bodyPr/>
          <a:lstStyle>
            <a:lvl1pPr>
              <a:defRPr cap="all" sz="1000">
                <a:solidFill>
                  <a:srgbClr val="7C8C9A"/>
                </a:solidFill>
                <a:latin typeface="Mona Sans Mono"/>
                <a:ea typeface="Mona Sans Mono"/>
                <a:cs typeface="Mona Sans Mono"/>
                <a:sym typeface="Mona Sans Mono"/>
              </a:defRPr>
            </a:lvl1pPr>
          </a:lstStyle>
          <a:p>
            <a:pPr/>
            <a:r>
              <a:t>Position title / Company name</a:t>
            </a:r>
          </a:p>
        </p:txBody>
      </p:sp>
      <p:sp>
        <p:nvSpPr>
          <p:cNvPr id="6023" name="Rectangle 9"/>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024" name="Rectangle 10"/>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6025" name="Text Placeholder 13"/>
          <p:cNvSpPr/>
          <p:nvPr>
            <p:ph type="body" sz="quarter" idx="36"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60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eaker bio (6)">
    <p:bg>
      <p:bgPr>
        <a:solidFill>
          <a:srgbClr val="FFFFFF"/>
        </a:solidFill>
      </p:bgPr>
    </p:bg>
    <p:spTree>
      <p:nvGrpSpPr>
        <p:cNvPr id="1" name=""/>
        <p:cNvGrpSpPr/>
        <p:nvPr/>
      </p:nvGrpSpPr>
      <p:grpSpPr>
        <a:xfrm>
          <a:off x="0" y="0"/>
          <a:ext cx="0" cy="0"/>
          <a:chOff x="0" y="0"/>
          <a:chExt cx="0" cy="0"/>
        </a:xfrm>
      </p:grpSpPr>
      <p:grpSp>
        <p:nvGrpSpPr>
          <p:cNvPr id="6035" name="Rectangle 1"/>
          <p:cNvGrpSpPr/>
          <p:nvPr/>
        </p:nvGrpSpPr>
        <p:grpSpPr>
          <a:xfrm>
            <a:off x="12287632" y="5878297"/>
            <a:ext cx="710311" cy="979707"/>
            <a:chOff x="0" y="0"/>
            <a:chExt cx="710309" cy="979705"/>
          </a:xfrm>
        </p:grpSpPr>
        <p:sp>
          <p:nvSpPr>
            <p:cNvPr id="6033"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3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6038" name="Rectangle 2"/>
          <p:cNvGrpSpPr/>
          <p:nvPr/>
        </p:nvGrpSpPr>
        <p:grpSpPr>
          <a:xfrm>
            <a:off x="12287631" y="4898603"/>
            <a:ext cx="710311" cy="979709"/>
            <a:chOff x="0" y="-1"/>
            <a:chExt cx="710309" cy="979708"/>
          </a:xfrm>
        </p:grpSpPr>
        <p:sp>
          <p:nvSpPr>
            <p:cNvPr id="6036"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37"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6041" name="Rectangle 3"/>
          <p:cNvGrpSpPr/>
          <p:nvPr/>
        </p:nvGrpSpPr>
        <p:grpSpPr>
          <a:xfrm>
            <a:off x="12287632" y="3918862"/>
            <a:ext cx="710311" cy="979706"/>
            <a:chOff x="0" y="0"/>
            <a:chExt cx="710309" cy="979705"/>
          </a:xfrm>
        </p:grpSpPr>
        <p:sp>
          <p:nvSpPr>
            <p:cNvPr id="6039"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4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6044" name="Rectangle 4"/>
          <p:cNvGrpSpPr/>
          <p:nvPr/>
        </p:nvGrpSpPr>
        <p:grpSpPr>
          <a:xfrm>
            <a:off x="12287631" y="2939171"/>
            <a:ext cx="710311" cy="979707"/>
            <a:chOff x="0" y="0"/>
            <a:chExt cx="710309" cy="979705"/>
          </a:xfrm>
        </p:grpSpPr>
        <p:sp>
          <p:nvSpPr>
            <p:cNvPr id="6042"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4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6047" name="Rectangle 5"/>
          <p:cNvGrpSpPr/>
          <p:nvPr/>
        </p:nvGrpSpPr>
        <p:grpSpPr>
          <a:xfrm>
            <a:off x="12287632" y="1959431"/>
            <a:ext cx="710311" cy="979707"/>
            <a:chOff x="0" y="0"/>
            <a:chExt cx="710309" cy="979705"/>
          </a:xfrm>
        </p:grpSpPr>
        <p:sp>
          <p:nvSpPr>
            <p:cNvPr id="6045"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4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6050" name="Rectangle 6"/>
          <p:cNvGrpSpPr/>
          <p:nvPr/>
        </p:nvGrpSpPr>
        <p:grpSpPr>
          <a:xfrm>
            <a:off x="12287631" y="979736"/>
            <a:ext cx="710311" cy="979707"/>
            <a:chOff x="0" y="0"/>
            <a:chExt cx="710309" cy="979705"/>
          </a:xfrm>
        </p:grpSpPr>
        <p:sp>
          <p:nvSpPr>
            <p:cNvPr id="6048"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49"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6053" name="Rectangle 7"/>
          <p:cNvGrpSpPr/>
          <p:nvPr/>
        </p:nvGrpSpPr>
        <p:grpSpPr>
          <a:xfrm>
            <a:off x="12287631" y="-2"/>
            <a:ext cx="710311" cy="979706"/>
            <a:chOff x="0" y="0"/>
            <a:chExt cx="710309" cy="979705"/>
          </a:xfrm>
        </p:grpSpPr>
        <p:sp>
          <p:nvSpPr>
            <p:cNvPr id="6051"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5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056" name="Rectangle 8"/>
          <p:cNvGrpSpPr/>
          <p:nvPr/>
        </p:nvGrpSpPr>
        <p:grpSpPr>
          <a:xfrm>
            <a:off x="12997439" y="5715013"/>
            <a:ext cx="710311" cy="1142996"/>
            <a:chOff x="0" y="0"/>
            <a:chExt cx="710309" cy="1142994"/>
          </a:xfrm>
        </p:grpSpPr>
        <p:sp>
          <p:nvSpPr>
            <p:cNvPr id="6054"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5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059" name="Rectangle 9"/>
          <p:cNvGrpSpPr/>
          <p:nvPr/>
        </p:nvGrpSpPr>
        <p:grpSpPr>
          <a:xfrm>
            <a:off x="12997439" y="4572032"/>
            <a:ext cx="710311" cy="1142996"/>
            <a:chOff x="0" y="0"/>
            <a:chExt cx="710309" cy="1142994"/>
          </a:xfrm>
        </p:grpSpPr>
        <p:sp>
          <p:nvSpPr>
            <p:cNvPr id="6057"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5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062" name="Rectangle 10"/>
          <p:cNvGrpSpPr/>
          <p:nvPr/>
        </p:nvGrpSpPr>
        <p:grpSpPr>
          <a:xfrm>
            <a:off x="12997439" y="3428998"/>
            <a:ext cx="710311" cy="1142996"/>
            <a:chOff x="0" y="0"/>
            <a:chExt cx="710309" cy="1142994"/>
          </a:xfrm>
        </p:grpSpPr>
        <p:sp>
          <p:nvSpPr>
            <p:cNvPr id="6060"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065" name="Rectangle 11"/>
          <p:cNvGrpSpPr/>
          <p:nvPr/>
        </p:nvGrpSpPr>
        <p:grpSpPr>
          <a:xfrm>
            <a:off x="12997439" y="2286017"/>
            <a:ext cx="710311" cy="1142996"/>
            <a:chOff x="0" y="0"/>
            <a:chExt cx="710309" cy="1142994"/>
          </a:xfrm>
        </p:grpSpPr>
        <p:sp>
          <p:nvSpPr>
            <p:cNvPr id="6063"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6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068" name="Rectangle 12"/>
          <p:cNvGrpSpPr/>
          <p:nvPr/>
        </p:nvGrpSpPr>
        <p:grpSpPr>
          <a:xfrm>
            <a:off x="12997439" y="1142977"/>
            <a:ext cx="710311" cy="1142997"/>
            <a:chOff x="0" y="-1"/>
            <a:chExt cx="710309" cy="1142995"/>
          </a:xfrm>
        </p:grpSpPr>
        <p:sp>
          <p:nvSpPr>
            <p:cNvPr id="6066"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6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071" name="Rectangle 13"/>
          <p:cNvGrpSpPr/>
          <p:nvPr/>
        </p:nvGrpSpPr>
        <p:grpSpPr>
          <a:xfrm>
            <a:off x="13706754" y="-2365"/>
            <a:ext cx="710311" cy="1142995"/>
            <a:chOff x="0" y="0"/>
            <a:chExt cx="710309" cy="1142994"/>
          </a:xfrm>
        </p:grpSpPr>
        <p:sp>
          <p:nvSpPr>
            <p:cNvPr id="6069"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074" name="Rectangle 14"/>
          <p:cNvGrpSpPr/>
          <p:nvPr/>
        </p:nvGrpSpPr>
        <p:grpSpPr>
          <a:xfrm>
            <a:off x="13706756" y="5715013"/>
            <a:ext cx="710311" cy="1142996"/>
            <a:chOff x="0" y="0"/>
            <a:chExt cx="710309" cy="1142994"/>
          </a:xfrm>
        </p:grpSpPr>
        <p:sp>
          <p:nvSpPr>
            <p:cNvPr id="6072"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7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077" name="Rectangle 15"/>
          <p:cNvGrpSpPr/>
          <p:nvPr/>
        </p:nvGrpSpPr>
        <p:grpSpPr>
          <a:xfrm>
            <a:off x="13706754" y="4572032"/>
            <a:ext cx="710311" cy="1142996"/>
            <a:chOff x="0" y="0"/>
            <a:chExt cx="710309" cy="1142994"/>
          </a:xfrm>
        </p:grpSpPr>
        <p:sp>
          <p:nvSpPr>
            <p:cNvPr id="6075"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7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080" name="Rectangle 16"/>
          <p:cNvGrpSpPr/>
          <p:nvPr/>
        </p:nvGrpSpPr>
        <p:grpSpPr>
          <a:xfrm>
            <a:off x="12996453" y="-1157"/>
            <a:ext cx="710311" cy="1142995"/>
            <a:chOff x="0" y="0"/>
            <a:chExt cx="710309" cy="1142994"/>
          </a:xfrm>
        </p:grpSpPr>
        <p:sp>
          <p:nvSpPr>
            <p:cNvPr id="6078"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083" name="Rectangle 17"/>
          <p:cNvGrpSpPr/>
          <p:nvPr/>
        </p:nvGrpSpPr>
        <p:grpSpPr>
          <a:xfrm>
            <a:off x="13706754" y="2286017"/>
            <a:ext cx="710311" cy="1142996"/>
            <a:chOff x="0" y="0"/>
            <a:chExt cx="710309" cy="1142994"/>
          </a:xfrm>
        </p:grpSpPr>
        <p:sp>
          <p:nvSpPr>
            <p:cNvPr id="6081"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8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086" name="Rectangle 18"/>
          <p:cNvGrpSpPr/>
          <p:nvPr/>
        </p:nvGrpSpPr>
        <p:grpSpPr>
          <a:xfrm>
            <a:off x="13706756" y="1142977"/>
            <a:ext cx="710311" cy="1142997"/>
            <a:chOff x="0" y="-1"/>
            <a:chExt cx="710309" cy="1142995"/>
          </a:xfrm>
        </p:grpSpPr>
        <p:sp>
          <p:nvSpPr>
            <p:cNvPr id="6084"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8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089" name="Rectangle 19"/>
          <p:cNvGrpSpPr/>
          <p:nvPr/>
        </p:nvGrpSpPr>
        <p:grpSpPr>
          <a:xfrm>
            <a:off x="13706754" y="3427836"/>
            <a:ext cx="710311" cy="1142996"/>
            <a:chOff x="0" y="0"/>
            <a:chExt cx="710309" cy="1142994"/>
          </a:xfrm>
        </p:grpSpPr>
        <p:sp>
          <p:nvSpPr>
            <p:cNvPr id="6087"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08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090" name="Picture Placeholder 17"/>
          <p:cNvSpPr/>
          <p:nvPr>
            <p:ph type="pic" sz="quarter" idx="21"/>
          </p:nvPr>
        </p:nvSpPr>
        <p:spPr>
          <a:xfrm>
            <a:off x="406303" y="402563"/>
            <a:ext cx="2636443" cy="1626574"/>
          </a:xfrm>
          <a:prstGeom prst="rect">
            <a:avLst/>
          </a:prstGeom>
        </p:spPr>
        <p:txBody>
          <a:bodyPr lIns="91439" tIns="45719" rIns="91439" bIns="45719">
            <a:noAutofit/>
          </a:bodyPr>
          <a:lstStyle/>
          <a:p>
            <a:pPr/>
          </a:p>
        </p:txBody>
      </p:sp>
      <p:sp>
        <p:nvSpPr>
          <p:cNvPr id="6091" name="Body Level One…"/>
          <p:cNvSpPr txBox="1"/>
          <p:nvPr>
            <p:ph type="body" sz="quarter" idx="1" hasCustomPrompt="1"/>
          </p:nvPr>
        </p:nvSpPr>
        <p:spPr>
          <a:xfrm>
            <a:off x="3266337" y="991336"/>
            <a:ext cx="2546483" cy="1037802"/>
          </a:xfrm>
          <a:prstGeom prst="rect">
            <a:avLst/>
          </a:prstGeom>
        </p:spPr>
        <p:txBody>
          <a:bodyPr anchor="b"/>
          <a:lstStyle>
            <a:lvl1pPr>
              <a:defRPr sz="1600">
                <a:solidFill>
                  <a:srgbClr val="000000"/>
                </a:solidFill>
                <a:latin typeface="+mj-lt"/>
                <a:ea typeface="+mj-ea"/>
                <a:cs typeface="+mj-cs"/>
                <a:sym typeface="Mona Sans"/>
              </a:defRPr>
            </a:lvl1pPr>
            <a:lvl2pPr>
              <a:defRPr sz="1600">
                <a:solidFill>
                  <a:srgbClr val="000000"/>
                </a:solidFill>
                <a:latin typeface="+mj-lt"/>
                <a:ea typeface="+mj-ea"/>
                <a:cs typeface="+mj-cs"/>
                <a:sym typeface="Mona Sans"/>
              </a:defRPr>
            </a:lvl2pPr>
            <a:lvl3pPr>
              <a:defRPr sz="1600">
                <a:solidFill>
                  <a:srgbClr val="000000"/>
                </a:solidFill>
                <a:latin typeface="+mj-lt"/>
                <a:ea typeface="+mj-ea"/>
                <a:cs typeface="+mj-cs"/>
                <a:sym typeface="Mona Sans"/>
              </a:defRPr>
            </a:lvl3pPr>
            <a:lvl4pPr>
              <a:defRPr sz="1600">
                <a:solidFill>
                  <a:srgbClr val="000000"/>
                </a:solidFill>
                <a:latin typeface="+mj-lt"/>
                <a:ea typeface="+mj-ea"/>
                <a:cs typeface="+mj-cs"/>
                <a:sym typeface="Mona Sans"/>
              </a:defRPr>
            </a:lvl4pPr>
            <a:lvl5pPr>
              <a:defRPr sz="1600">
                <a:solidFill>
                  <a:srgbClr val="000000"/>
                </a:solidFill>
                <a:latin typeface="+mj-lt"/>
                <a:ea typeface="+mj-ea"/>
                <a:cs typeface="+mj-cs"/>
                <a:sym typeface="Mona Sans"/>
              </a:defRPr>
            </a:lvl5pPr>
          </a:lstStyle>
          <a:p>
            <a:pPr/>
            <a:r>
              <a:t>Write the speaker bio here</a:t>
            </a:r>
          </a:p>
          <a:p>
            <a:pPr lvl="1"/>
            <a:r>
              <a:t/>
            </a:r>
          </a:p>
          <a:p>
            <a:pPr lvl="2"/>
            <a:r>
              <a:t/>
            </a:r>
          </a:p>
          <a:p>
            <a:pPr lvl="3"/>
            <a:r>
              <a:t/>
            </a:r>
          </a:p>
          <a:p>
            <a:pPr lvl="4"/>
            <a:r>
              <a:t/>
            </a:r>
          </a:p>
        </p:txBody>
      </p:sp>
      <p:sp>
        <p:nvSpPr>
          <p:cNvPr id="6092" name="Text Placeholder 23"/>
          <p:cNvSpPr/>
          <p:nvPr>
            <p:ph type="body" sz="quarter" idx="22" hasCustomPrompt="1"/>
          </p:nvPr>
        </p:nvSpPr>
        <p:spPr>
          <a:xfrm>
            <a:off x="3266337" y="402562"/>
            <a:ext cx="2546484" cy="222361"/>
          </a:xfrm>
          <a:prstGeom prst="rect">
            <a:avLst/>
          </a:prstGeom>
        </p:spPr>
        <p:txBody>
          <a:bodyPr/>
          <a:lstStyle>
            <a:lvl1pPr defTabSz="694665">
              <a:spcBef>
                <a:spcPts val="700"/>
              </a:spcBef>
              <a:defRPr sz="1500">
                <a:solidFill>
                  <a:srgbClr val="000000"/>
                </a:solidFill>
              </a:defRPr>
            </a:lvl1pPr>
          </a:lstStyle>
          <a:p>
            <a:pPr/>
            <a:r>
              <a:t>First &amp; last name</a:t>
            </a:r>
          </a:p>
        </p:txBody>
      </p:sp>
      <p:sp>
        <p:nvSpPr>
          <p:cNvPr id="6093" name="Text Placeholder 23"/>
          <p:cNvSpPr/>
          <p:nvPr>
            <p:ph type="body" sz="quarter" idx="23" hasCustomPrompt="1"/>
          </p:nvPr>
        </p:nvSpPr>
        <p:spPr>
          <a:xfrm>
            <a:off x="3266337" y="730730"/>
            <a:ext cx="2546484" cy="160025"/>
          </a:xfrm>
          <a:prstGeom prst="rect">
            <a:avLst/>
          </a:prstGeom>
        </p:spPr>
        <p:txBody>
          <a:bodyPr/>
          <a:lstStyle>
            <a:lvl1pPr>
              <a:defRPr cap="all" sz="900">
                <a:solidFill>
                  <a:srgbClr val="7C8C9A"/>
                </a:solidFill>
                <a:latin typeface="Mona Sans Mono"/>
                <a:ea typeface="Mona Sans Mono"/>
                <a:cs typeface="Mona Sans Mono"/>
                <a:sym typeface="Mona Sans Mono"/>
              </a:defRPr>
            </a:lvl1pPr>
          </a:lstStyle>
          <a:p>
            <a:pPr/>
            <a:r>
              <a:t>Position title / Company name</a:t>
            </a:r>
          </a:p>
        </p:txBody>
      </p:sp>
      <p:sp>
        <p:nvSpPr>
          <p:cNvPr id="6094" name="Picture Placeholder 17"/>
          <p:cNvSpPr/>
          <p:nvPr>
            <p:ph type="pic" sz="quarter" idx="24"/>
          </p:nvPr>
        </p:nvSpPr>
        <p:spPr>
          <a:xfrm>
            <a:off x="406303" y="2408725"/>
            <a:ext cx="2636443" cy="1626576"/>
          </a:xfrm>
          <a:prstGeom prst="rect">
            <a:avLst/>
          </a:prstGeom>
        </p:spPr>
        <p:txBody>
          <a:bodyPr lIns="91439" tIns="45719" rIns="91439" bIns="45719">
            <a:noAutofit/>
          </a:bodyPr>
          <a:lstStyle/>
          <a:p>
            <a:pPr/>
          </a:p>
        </p:txBody>
      </p:sp>
      <p:sp>
        <p:nvSpPr>
          <p:cNvPr id="6095" name="Text Placeholder 23"/>
          <p:cNvSpPr/>
          <p:nvPr>
            <p:ph type="body" sz="quarter" idx="25" hasCustomPrompt="1"/>
          </p:nvPr>
        </p:nvSpPr>
        <p:spPr>
          <a:xfrm>
            <a:off x="3266337" y="2993463"/>
            <a:ext cx="2546484" cy="1037802"/>
          </a:xfrm>
          <a:prstGeom prst="rect">
            <a:avLst/>
          </a:prstGeom>
        </p:spPr>
        <p:txBody>
          <a:bodyPr anchor="b"/>
          <a:lstStyle>
            <a:lvl1pPr>
              <a:defRPr sz="1600">
                <a:solidFill>
                  <a:srgbClr val="000000"/>
                </a:solidFill>
                <a:latin typeface="+mj-lt"/>
                <a:ea typeface="+mj-ea"/>
                <a:cs typeface="+mj-cs"/>
                <a:sym typeface="Mona Sans"/>
              </a:defRPr>
            </a:lvl1pPr>
          </a:lstStyle>
          <a:p>
            <a:pPr/>
            <a:r>
              <a:t>Write the speaker bio here</a:t>
            </a:r>
          </a:p>
        </p:txBody>
      </p:sp>
      <p:sp>
        <p:nvSpPr>
          <p:cNvPr id="6096" name="Text Placeholder 23"/>
          <p:cNvSpPr/>
          <p:nvPr>
            <p:ph type="body" sz="quarter" idx="26" hasCustomPrompt="1"/>
          </p:nvPr>
        </p:nvSpPr>
        <p:spPr>
          <a:xfrm>
            <a:off x="3266337" y="2404691"/>
            <a:ext cx="2546484" cy="222361"/>
          </a:xfrm>
          <a:prstGeom prst="rect">
            <a:avLst/>
          </a:prstGeom>
        </p:spPr>
        <p:txBody>
          <a:bodyPr/>
          <a:lstStyle>
            <a:lvl1pPr defTabSz="694665">
              <a:spcBef>
                <a:spcPts val="700"/>
              </a:spcBef>
              <a:defRPr sz="1500">
                <a:solidFill>
                  <a:srgbClr val="000000"/>
                </a:solidFill>
              </a:defRPr>
            </a:lvl1pPr>
          </a:lstStyle>
          <a:p>
            <a:pPr/>
            <a:r>
              <a:t>First &amp; last name</a:t>
            </a:r>
          </a:p>
        </p:txBody>
      </p:sp>
      <p:sp>
        <p:nvSpPr>
          <p:cNvPr id="6097" name="Text Placeholder 23"/>
          <p:cNvSpPr/>
          <p:nvPr>
            <p:ph type="body" sz="quarter" idx="27" hasCustomPrompt="1"/>
          </p:nvPr>
        </p:nvSpPr>
        <p:spPr>
          <a:xfrm>
            <a:off x="3266337" y="2732861"/>
            <a:ext cx="2546484" cy="160025"/>
          </a:xfrm>
          <a:prstGeom prst="rect">
            <a:avLst/>
          </a:prstGeom>
        </p:spPr>
        <p:txBody>
          <a:bodyPr/>
          <a:lstStyle>
            <a:lvl1pPr>
              <a:defRPr cap="all" sz="900">
                <a:solidFill>
                  <a:srgbClr val="7C8C9A"/>
                </a:solidFill>
                <a:latin typeface="Mona Sans Mono"/>
                <a:ea typeface="Mona Sans Mono"/>
                <a:cs typeface="Mona Sans Mono"/>
                <a:sym typeface="Mona Sans Mono"/>
              </a:defRPr>
            </a:lvl1pPr>
          </a:lstStyle>
          <a:p>
            <a:pPr/>
            <a:r>
              <a:t>Position title / Company name</a:t>
            </a:r>
          </a:p>
        </p:txBody>
      </p:sp>
      <p:sp>
        <p:nvSpPr>
          <p:cNvPr id="6098" name="Picture Placeholder 17"/>
          <p:cNvSpPr/>
          <p:nvPr>
            <p:ph type="pic" sz="quarter" idx="28"/>
          </p:nvPr>
        </p:nvSpPr>
        <p:spPr>
          <a:xfrm>
            <a:off x="399150" y="4414887"/>
            <a:ext cx="2636444" cy="1626578"/>
          </a:xfrm>
          <a:prstGeom prst="rect">
            <a:avLst/>
          </a:prstGeom>
        </p:spPr>
        <p:txBody>
          <a:bodyPr lIns="91439" tIns="45719" rIns="91439" bIns="45719">
            <a:noAutofit/>
          </a:bodyPr>
          <a:lstStyle/>
          <a:p>
            <a:pPr/>
          </a:p>
        </p:txBody>
      </p:sp>
      <p:sp>
        <p:nvSpPr>
          <p:cNvPr id="6099" name="Text Placeholder 23"/>
          <p:cNvSpPr/>
          <p:nvPr>
            <p:ph type="body" sz="quarter" idx="29" hasCustomPrompt="1"/>
          </p:nvPr>
        </p:nvSpPr>
        <p:spPr>
          <a:xfrm>
            <a:off x="3266337" y="5003660"/>
            <a:ext cx="2546484" cy="1037802"/>
          </a:xfrm>
          <a:prstGeom prst="rect">
            <a:avLst/>
          </a:prstGeom>
        </p:spPr>
        <p:txBody>
          <a:bodyPr anchor="b"/>
          <a:lstStyle>
            <a:lvl1pPr>
              <a:defRPr sz="1600">
                <a:solidFill>
                  <a:srgbClr val="000000"/>
                </a:solidFill>
                <a:latin typeface="+mj-lt"/>
                <a:ea typeface="+mj-ea"/>
                <a:cs typeface="+mj-cs"/>
                <a:sym typeface="Mona Sans"/>
              </a:defRPr>
            </a:lvl1pPr>
          </a:lstStyle>
          <a:p>
            <a:pPr/>
            <a:r>
              <a:t>Write the speaker bio here</a:t>
            </a:r>
          </a:p>
        </p:txBody>
      </p:sp>
      <p:sp>
        <p:nvSpPr>
          <p:cNvPr id="6100" name="Text Placeholder 23"/>
          <p:cNvSpPr/>
          <p:nvPr>
            <p:ph type="body" sz="quarter" idx="30" hasCustomPrompt="1"/>
          </p:nvPr>
        </p:nvSpPr>
        <p:spPr>
          <a:xfrm>
            <a:off x="3266337" y="4414885"/>
            <a:ext cx="2546484" cy="222361"/>
          </a:xfrm>
          <a:prstGeom prst="rect">
            <a:avLst/>
          </a:prstGeom>
        </p:spPr>
        <p:txBody>
          <a:bodyPr/>
          <a:lstStyle>
            <a:lvl1pPr defTabSz="694665">
              <a:spcBef>
                <a:spcPts val="700"/>
              </a:spcBef>
              <a:defRPr sz="1500">
                <a:solidFill>
                  <a:srgbClr val="000000"/>
                </a:solidFill>
              </a:defRPr>
            </a:lvl1pPr>
          </a:lstStyle>
          <a:p>
            <a:pPr/>
            <a:r>
              <a:t>First &amp; last name</a:t>
            </a:r>
          </a:p>
        </p:txBody>
      </p:sp>
      <p:sp>
        <p:nvSpPr>
          <p:cNvPr id="6101" name="Text Placeholder 23"/>
          <p:cNvSpPr/>
          <p:nvPr>
            <p:ph type="body" sz="quarter" idx="31" hasCustomPrompt="1"/>
          </p:nvPr>
        </p:nvSpPr>
        <p:spPr>
          <a:xfrm>
            <a:off x="3266337" y="4743055"/>
            <a:ext cx="2546484" cy="160025"/>
          </a:xfrm>
          <a:prstGeom prst="rect">
            <a:avLst/>
          </a:prstGeom>
        </p:spPr>
        <p:txBody>
          <a:bodyPr/>
          <a:lstStyle>
            <a:lvl1pPr>
              <a:defRPr cap="all" sz="900">
                <a:solidFill>
                  <a:srgbClr val="7C8C9A"/>
                </a:solidFill>
                <a:latin typeface="Mona Sans Mono"/>
                <a:ea typeface="Mona Sans Mono"/>
                <a:cs typeface="Mona Sans Mono"/>
                <a:sym typeface="Mona Sans Mono"/>
              </a:defRPr>
            </a:lvl1pPr>
          </a:lstStyle>
          <a:p>
            <a:pPr/>
            <a:r>
              <a:t>Position title / Company name</a:t>
            </a:r>
          </a:p>
        </p:txBody>
      </p:sp>
      <p:sp>
        <p:nvSpPr>
          <p:cNvPr id="6102" name="Picture Placeholder 17"/>
          <p:cNvSpPr/>
          <p:nvPr>
            <p:ph type="pic" sz="quarter" idx="32"/>
          </p:nvPr>
        </p:nvSpPr>
        <p:spPr>
          <a:xfrm>
            <a:off x="6302604" y="402563"/>
            <a:ext cx="2636444" cy="1626574"/>
          </a:xfrm>
          <a:prstGeom prst="rect">
            <a:avLst/>
          </a:prstGeom>
        </p:spPr>
        <p:txBody>
          <a:bodyPr lIns="91439" tIns="45719" rIns="91439" bIns="45719">
            <a:noAutofit/>
          </a:bodyPr>
          <a:lstStyle/>
          <a:p>
            <a:pPr/>
          </a:p>
        </p:txBody>
      </p:sp>
      <p:sp>
        <p:nvSpPr>
          <p:cNvPr id="6103" name="Text Placeholder 23"/>
          <p:cNvSpPr/>
          <p:nvPr>
            <p:ph type="body" sz="quarter" idx="33" hasCustomPrompt="1"/>
          </p:nvPr>
        </p:nvSpPr>
        <p:spPr>
          <a:xfrm>
            <a:off x="9162642" y="991336"/>
            <a:ext cx="2546483" cy="1037801"/>
          </a:xfrm>
          <a:prstGeom prst="rect">
            <a:avLst/>
          </a:prstGeom>
        </p:spPr>
        <p:txBody>
          <a:bodyPr anchor="b"/>
          <a:lstStyle>
            <a:lvl1pPr>
              <a:defRPr sz="1600">
                <a:solidFill>
                  <a:srgbClr val="000000"/>
                </a:solidFill>
                <a:latin typeface="+mj-lt"/>
                <a:ea typeface="+mj-ea"/>
                <a:cs typeface="+mj-cs"/>
                <a:sym typeface="Mona Sans"/>
              </a:defRPr>
            </a:lvl1pPr>
          </a:lstStyle>
          <a:p>
            <a:pPr/>
            <a:r>
              <a:t>Write the speaker bio here</a:t>
            </a:r>
          </a:p>
        </p:txBody>
      </p:sp>
      <p:sp>
        <p:nvSpPr>
          <p:cNvPr id="6104" name="Text Placeholder 23"/>
          <p:cNvSpPr/>
          <p:nvPr>
            <p:ph type="body" sz="quarter" idx="34" hasCustomPrompt="1"/>
          </p:nvPr>
        </p:nvSpPr>
        <p:spPr>
          <a:xfrm>
            <a:off x="9162642" y="402562"/>
            <a:ext cx="2546483" cy="222361"/>
          </a:xfrm>
          <a:prstGeom prst="rect">
            <a:avLst/>
          </a:prstGeom>
        </p:spPr>
        <p:txBody>
          <a:bodyPr/>
          <a:lstStyle>
            <a:lvl1pPr defTabSz="694665">
              <a:spcBef>
                <a:spcPts val="700"/>
              </a:spcBef>
              <a:defRPr sz="1500">
                <a:solidFill>
                  <a:srgbClr val="000000"/>
                </a:solidFill>
              </a:defRPr>
            </a:lvl1pPr>
          </a:lstStyle>
          <a:p>
            <a:pPr/>
            <a:r>
              <a:t>First &amp; last name</a:t>
            </a:r>
          </a:p>
        </p:txBody>
      </p:sp>
      <p:sp>
        <p:nvSpPr>
          <p:cNvPr id="6105" name="Text Placeholder 23"/>
          <p:cNvSpPr/>
          <p:nvPr>
            <p:ph type="body" sz="quarter" idx="35" hasCustomPrompt="1"/>
          </p:nvPr>
        </p:nvSpPr>
        <p:spPr>
          <a:xfrm>
            <a:off x="9162642" y="730730"/>
            <a:ext cx="2546483" cy="160025"/>
          </a:xfrm>
          <a:prstGeom prst="rect">
            <a:avLst/>
          </a:prstGeom>
        </p:spPr>
        <p:txBody>
          <a:bodyPr/>
          <a:lstStyle>
            <a:lvl1pPr>
              <a:defRPr cap="all" sz="900">
                <a:solidFill>
                  <a:srgbClr val="7C8C9A"/>
                </a:solidFill>
                <a:latin typeface="Mona Sans Mono"/>
                <a:ea typeface="Mona Sans Mono"/>
                <a:cs typeface="Mona Sans Mono"/>
                <a:sym typeface="Mona Sans Mono"/>
              </a:defRPr>
            </a:lvl1pPr>
          </a:lstStyle>
          <a:p>
            <a:pPr/>
            <a:r>
              <a:t>Position title / Company name</a:t>
            </a:r>
          </a:p>
        </p:txBody>
      </p:sp>
      <p:sp>
        <p:nvSpPr>
          <p:cNvPr id="6106" name="Picture Placeholder 17"/>
          <p:cNvSpPr/>
          <p:nvPr>
            <p:ph type="pic" sz="quarter" idx="36"/>
          </p:nvPr>
        </p:nvSpPr>
        <p:spPr>
          <a:xfrm>
            <a:off x="6302604" y="2408725"/>
            <a:ext cx="2636444" cy="1626576"/>
          </a:xfrm>
          <a:prstGeom prst="rect">
            <a:avLst/>
          </a:prstGeom>
        </p:spPr>
        <p:txBody>
          <a:bodyPr lIns="91439" tIns="45719" rIns="91439" bIns="45719">
            <a:noAutofit/>
          </a:bodyPr>
          <a:lstStyle/>
          <a:p>
            <a:pPr/>
          </a:p>
        </p:txBody>
      </p:sp>
      <p:sp>
        <p:nvSpPr>
          <p:cNvPr id="6107" name="Text Placeholder 23"/>
          <p:cNvSpPr/>
          <p:nvPr>
            <p:ph type="body" sz="quarter" idx="37" hasCustomPrompt="1"/>
          </p:nvPr>
        </p:nvSpPr>
        <p:spPr>
          <a:xfrm>
            <a:off x="9162642" y="2993463"/>
            <a:ext cx="2546483" cy="1037802"/>
          </a:xfrm>
          <a:prstGeom prst="rect">
            <a:avLst/>
          </a:prstGeom>
        </p:spPr>
        <p:txBody>
          <a:bodyPr anchor="b"/>
          <a:lstStyle>
            <a:lvl1pPr>
              <a:defRPr sz="1600">
                <a:solidFill>
                  <a:srgbClr val="000000"/>
                </a:solidFill>
                <a:latin typeface="+mj-lt"/>
                <a:ea typeface="+mj-ea"/>
                <a:cs typeface="+mj-cs"/>
                <a:sym typeface="Mona Sans"/>
              </a:defRPr>
            </a:lvl1pPr>
          </a:lstStyle>
          <a:p>
            <a:pPr/>
            <a:r>
              <a:t>Write the speaker bio here</a:t>
            </a:r>
          </a:p>
        </p:txBody>
      </p:sp>
      <p:sp>
        <p:nvSpPr>
          <p:cNvPr id="6108" name="Text Placeholder 23"/>
          <p:cNvSpPr/>
          <p:nvPr>
            <p:ph type="body" sz="quarter" idx="38" hasCustomPrompt="1"/>
          </p:nvPr>
        </p:nvSpPr>
        <p:spPr>
          <a:xfrm>
            <a:off x="9162642" y="2404691"/>
            <a:ext cx="2546483" cy="222361"/>
          </a:xfrm>
          <a:prstGeom prst="rect">
            <a:avLst/>
          </a:prstGeom>
        </p:spPr>
        <p:txBody>
          <a:bodyPr/>
          <a:lstStyle>
            <a:lvl1pPr defTabSz="694665">
              <a:spcBef>
                <a:spcPts val="700"/>
              </a:spcBef>
              <a:defRPr sz="1500">
                <a:solidFill>
                  <a:srgbClr val="000000"/>
                </a:solidFill>
              </a:defRPr>
            </a:lvl1pPr>
          </a:lstStyle>
          <a:p>
            <a:pPr/>
            <a:r>
              <a:t>First &amp; last name</a:t>
            </a:r>
          </a:p>
        </p:txBody>
      </p:sp>
      <p:sp>
        <p:nvSpPr>
          <p:cNvPr id="6109" name="Text Placeholder 23"/>
          <p:cNvSpPr/>
          <p:nvPr>
            <p:ph type="body" sz="quarter" idx="39" hasCustomPrompt="1"/>
          </p:nvPr>
        </p:nvSpPr>
        <p:spPr>
          <a:xfrm>
            <a:off x="9162642" y="2732861"/>
            <a:ext cx="2546483" cy="160025"/>
          </a:xfrm>
          <a:prstGeom prst="rect">
            <a:avLst/>
          </a:prstGeom>
        </p:spPr>
        <p:txBody>
          <a:bodyPr/>
          <a:lstStyle>
            <a:lvl1pPr>
              <a:defRPr cap="all" sz="900">
                <a:solidFill>
                  <a:srgbClr val="7C8C9A"/>
                </a:solidFill>
                <a:latin typeface="Mona Sans Mono"/>
                <a:ea typeface="Mona Sans Mono"/>
                <a:cs typeface="Mona Sans Mono"/>
                <a:sym typeface="Mona Sans Mono"/>
              </a:defRPr>
            </a:lvl1pPr>
          </a:lstStyle>
          <a:p>
            <a:pPr/>
            <a:r>
              <a:t>Position title / Company name</a:t>
            </a:r>
          </a:p>
        </p:txBody>
      </p:sp>
      <p:sp>
        <p:nvSpPr>
          <p:cNvPr id="6110" name="Picture Placeholder 17"/>
          <p:cNvSpPr/>
          <p:nvPr>
            <p:ph type="pic" sz="quarter" idx="40"/>
          </p:nvPr>
        </p:nvSpPr>
        <p:spPr>
          <a:xfrm>
            <a:off x="6295454" y="4414887"/>
            <a:ext cx="2636446" cy="1626578"/>
          </a:xfrm>
          <a:prstGeom prst="rect">
            <a:avLst/>
          </a:prstGeom>
        </p:spPr>
        <p:txBody>
          <a:bodyPr lIns="91439" tIns="45719" rIns="91439" bIns="45719">
            <a:noAutofit/>
          </a:bodyPr>
          <a:lstStyle/>
          <a:p>
            <a:pPr/>
          </a:p>
        </p:txBody>
      </p:sp>
      <p:sp>
        <p:nvSpPr>
          <p:cNvPr id="6111" name="Text Placeholder 23"/>
          <p:cNvSpPr/>
          <p:nvPr>
            <p:ph type="body" sz="quarter" idx="41" hasCustomPrompt="1"/>
          </p:nvPr>
        </p:nvSpPr>
        <p:spPr>
          <a:xfrm>
            <a:off x="9162642" y="5003660"/>
            <a:ext cx="2546483" cy="1037802"/>
          </a:xfrm>
          <a:prstGeom prst="rect">
            <a:avLst/>
          </a:prstGeom>
        </p:spPr>
        <p:txBody>
          <a:bodyPr anchor="b"/>
          <a:lstStyle>
            <a:lvl1pPr>
              <a:defRPr sz="1600">
                <a:solidFill>
                  <a:srgbClr val="000000"/>
                </a:solidFill>
                <a:latin typeface="+mj-lt"/>
                <a:ea typeface="+mj-ea"/>
                <a:cs typeface="+mj-cs"/>
                <a:sym typeface="Mona Sans"/>
              </a:defRPr>
            </a:lvl1pPr>
          </a:lstStyle>
          <a:p>
            <a:pPr/>
            <a:r>
              <a:t>Write the speaker bio here</a:t>
            </a:r>
          </a:p>
        </p:txBody>
      </p:sp>
      <p:sp>
        <p:nvSpPr>
          <p:cNvPr id="6112" name="Text Placeholder 23"/>
          <p:cNvSpPr/>
          <p:nvPr>
            <p:ph type="body" sz="quarter" idx="42" hasCustomPrompt="1"/>
          </p:nvPr>
        </p:nvSpPr>
        <p:spPr>
          <a:xfrm>
            <a:off x="9162642" y="4414885"/>
            <a:ext cx="2546483" cy="222361"/>
          </a:xfrm>
          <a:prstGeom prst="rect">
            <a:avLst/>
          </a:prstGeom>
        </p:spPr>
        <p:txBody>
          <a:bodyPr/>
          <a:lstStyle>
            <a:lvl1pPr defTabSz="694665">
              <a:spcBef>
                <a:spcPts val="700"/>
              </a:spcBef>
              <a:defRPr sz="1500">
                <a:solidFill>
                  <a:srgbClr val="000000"/>
                </a:solidFill>
              </a:defRPr>
            </a:lvl1pPr>
          </a:lstStyle>
          <a:p>
            <a:pPr/>
            <a:r>
              <a:t>First &amp; last name</a:t>
            </a:r>
          </a:p>
        </p:txBody>
      </p:sp>
      <p:sp>
        <p:nvSpPr>
          <p:cNvPr id="6113" name="Text Placeholder 23"/>
          <p:cNvSpPr/>
          <p:nvPr>
            <p:ph type="body" sz="quarter" idx="43" hasCustomPrompt="1"/>
          </p:nvPr>
        </p:nvSpPr>
        <p:spPr>
          <a:xfrm>
            <a:off x="9162642" y="4743055"/>
            <a:ext cx="2546483" cy="160025"/>
          </a:xfrm>
          <a:prstGeom prst="rect">
            <a:avLst/>
          </a:prstGeom>
        </p:spPr>
        <p:txBody>
          <a:bodyPr/>
          <a:lstStyle>
            <a:lvl1pPr>
              <a:defRPr cap="all" sz="900">
                <a:solidFill>
                  <a:srgbClr val="7C8C9A"/>
                </a:solidFill>
                <a:latin typeface="Mona Sans Mono"/>
                <a:ea typeface="Mona Sans Mono"/>
                <a:cs typeface="Mona Sans Mono"/>
                <a:sym typeface="Mona Sans Mono"/>
              </a:defRPr>
            </a:lvl1pPr>
          </a:lstStyle>
          <a:p>
            <a:pPr/>
            <a:r>
              <a:t>Position title / Company name</a:t>
            </a:r>
          </a:p>
        </p:txBody>
      </p:sp>
      <p:sp>
        <p:nvSpPr>
          <p:cNvPr id="6114" name="Rectangle 9"/>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115" name="Rectangle 10"/>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6116" name="Text Placeholder 13"/>
          <p:cNvSpPr/>
          <p:nvPr>
            <p:ph type="body" sz="quarter" idx="44"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6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bg>
      <p:bgPr>
        <a:solidFill>
          <a:srgbClr val="FFFFFF"/>
        </a:solidFill>
      </p:bgPr>
    </p:bg>
    <p:spTree>
      <p:nvGrpSpPr>
        <p:cNvPr id="1" name=""/>
        <p:cNvGrpSpPr/>
        <p:nvPr/>
      </p:nvGrpSpPr>
      <p:grpSpPr>
        <a:xfrm>
          <a:off x="0" y="0"/>
          <a:ext cx="0" cy="0"/>
          <a:chOff x="0" y="0"/>
          <a:chExt cx="0" cy="0"/>
        </a:xfrm>
      </p:grpSpPr>
      <p:grpSp>
        <p:nvGrpSpPr>
          <p:cNvPr id="6126" name="Rectangle 1"/>
          <p:cNvGrpSpPr/>
          <p:nvPr/>
        </p:nvGrpSpPr>
        <p:grpSpPr>
          <a:xfrm>
            <a:off x="12287632" y="5878297"/>
            <a:ext cx="710311" cy="979707"/>
            <a:chOff x="0" y="0"/>
            <a:chExt cx="710309" cy="979705"/>
          </a:xfrm>
        </p:grpSpPr>
        <p:sp>
          <p:nvSpPr>
            <p:cNvPr id="612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2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6129" name="Rectangle 2"/>
          <p:cNvGrpSpPr/>
          <p:nvPr/>
        </p:nvGrpSpPr>
        <p:grpSpPr>
          <a:xfrm>
            <a:off x="12287631" y="4898603"/>
            <a:ext cx="710311" cy="979709"/>
            <a:chOff x="0" y="-1"/>
            <a:chExt cx="710309" cy="979708"/>
          </a:xfrm>
        </p:grpSpPr>
        <p:sp>
          <p:nvSpPr>
            <p:cNvPr id="612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2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6132" name="Rectangle 3"/>
          <p:cNvGrpSpPr/>
          <p:nvPr/>
        </p:nvGrpSpPr>
        <p:grpSpPr>
          <a:xfrm>
            <a:off x="12287632" y="3918862"/>
            <a:ext cx="710311" cy="979706"/>
            <a:chOff x="0" y="0"/>
            <a:chExt cx="710309" cy="979705"/>
          </a:xfrm>
        </p:grpSpPr>
        <p:sp>
          <p:nvSpPr>
            <p:cNvPr id="613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3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6135" name="Rectangle 4"/>
          <p:cNvGrpSpPr/>
          <p:nvPr/>
        </p:nvGrpSpPr>
        <p:grpSpPr>
          <a:xfrm>
            <a:off x="12287631" y="2939171"/>
            <a:ext cx="710311" cy="979707"/>
            <a:chOff x="0" y="0"/>
            <a:chExt cx="710309" cy="979705"/>
          </a:xfrm>
        </p:grpSpPr>
        <p:sp>
          <p:nvSpPr>
            <p:cNvPr id="613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3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6138" name="Rectangle 5"/>
          <p:cNvGrpSpPr/>
          <p:nvPr/>
        </p:nvGrpSpPr>
        <p:grpSpPr>
          <a:xfrm>
            <a:off x="12287632" y="1959431"/>
            <a:ext cx="710311" cy="979707"/>
            <a:chOff x="0" y="0"/>
            <a:chExt cx="710309" cy="979705"/>
          </a:xfrm>
        </p:grpSpPr>
        <p:sp>
          <p:nvSpPr>
            <p:cNvPr id="613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3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6141" name="Rectangle 6"/>
          <p:cNvGrpSpPr/>
          <p:nvPr/>
        </p:nvGrpSpPr>
        <p:grpSpPr>
          <a:xfrm>
            <a:off x="12287631" y="979736"/>
            <a:ext cx="710311" cy="979707"/>
            <a:chOff x="0" y="0"/>
            <a:chExt cx="710309" cy="979705"/>
          </a:xfrm>
        </p:grpSpPr>
        <p:sp>
          <p:nvSpPr>
            <p:cNvPr id="613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4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6144" name="Rectangle 7"/>
          <p:cNvGrpSpPr/>
          <p:nvPr/>
        </p:nvGrpSpPr>
        <p:grpSpPr>
          <a:xfrm>
            <a:off x="12287631" y="-2"/>
            <a:ext cx="710311" cy="979706"/>
            <a:chOff x="0" y="0"/>
            <a:chExt cx="710309" cy="979705"/>
          </a:xfrm>
        </p:grpSpPr>
        <p:sp>
          <p:nvSpPr>
            <p:cNvPr id="614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4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147" name="Rectangle 8"/>
          <p:cNvGrpSpPr/>
          <p:nvPr/>
        </p:nvGrpSpPr>
        <p:grpSpPr>
          <a:xfrm>
            <a:off x="12997439" y="5715013"/>
            <a:ext cx="710311" cy="1142996"/>
            <a:chOff x="0" y="0"/>
            <a:chExt cx="710309" cy="1142994"/>
          </a:xfrm>
        </p:grpSpPr>
        <p:sp>
          <p:nvSpPr>
            <p:cNvPr id="614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150" name="Rectangle 9"/>
          <p:cNvGrpSpPr/>
          <p:nvPr/>
        </p:nvGrpSpPr>
        <p:grpSpPr>
          <a:xfrm>
            <a:off x="12997439" y="4572032"/>
            <a:ext cx="710311" cy="1142996"/>
            <a:chOff x="0" y="0"/>
            <a:chExt cx="710309" cy="1142994"/>
          </a:xfrm>
        </p:grpSpPr>
        <p:sp>
          <p:nvSpPr>
            <p:cNvPr id="614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4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153" name="Rectangle 10"/>
          <p:cNvGrpSpPr/>
          <p:nvPr/>
        </p:nvGrpSpPr>
        <p:grpSpPr>
          <a:xfrm>
            <a:off x="12997439" y="3428998"/>
            <a:ext cx="710311" cy="1142996"/>
            <a:chOff x="0" y="0"/>
            <a:chExt cx="710309" cy="1142994"/>
          </a:xfrm>
        </p:grpSpPr>
        <p:sp>
          <p:nvSpPr>
            <p:cNvPr id="615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5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156" name="Rectangle 11"/>
          <p:cNvGrpSpPr/>
          <p:nvPr/>
        </p:nvGrpSpPr>
        <p:grpSpPr>
          <a:xfrm>
            <a:off x="12997439" y="2286017"/>
            <a:ext cx="710311" cy="1142996"/>
            <a:chOff x="0" y="0"/>
            <a:chExt cx="710309" cy="1142994"/>
          </a:xfrm>
        </p:grpSpPr>
        <p:sp>
          <p:nvSpPr>
            <p:cNvPr id="615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5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159" name="Rectangle 12"/>
          <p:cNvGrpSpPr/>
          <p:nvPr/>
        </p:nvGrpSpPr>
        <p:grpSpPr>
          <a:xfrm>
            <a:off x="12997439" y="1142977"/>
            <a:ext cx="710311" cy="1142997"/>
            <a:chOff x="0" y="-1"/>
            <a:chExt cx="710309" cy="1142995"/>
          </a:xfrm>
        </p:grpSpPr>
        <p:sp>
          <p:nvSpPr>
            <p:cNvPr id="615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5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162" name="Rectangle 13"/>
          <p:cNvGrpSpPr/>
          <p:nvPr/>
        </p:nvGrpSpPr>
        <p:grpSpPr>
          <a:xfrm>
            <a:off x="13706754" y="-2365"/>
            <a:ext cx="710311" cy="1142995"/>
            <a:chOff x="0" y="0"/>
            <a:chExt cx="710309" cy="1142994"/>
          </a:xfrm>
        </p:grpSpPr>
        <p:sp>
          <p:nvSpPr>
            <p:cNvPr id="616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165" name="Rectangle 14"/>
          <p:cNvGrpSpPr/>
          <p:nvPr/>
        </p:nvGrpSpPr>
        <p:grpSpPr>
          <a:xfrm>
            <a:off x="13706756" y="5715013"/>
            <a:ext cx="710311" cy="1142996"/>
            <a:chOff x="0" y="0"/>
            <a:chExt cx="710309" cy="1142994"/>
          </a:xfrm>
        </p:grpSpPr>
        <p:sp>
          <p:nvSpPr>
            <p:cNvPr id="616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6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168" name="Rectangle 15"/>
          <p:cNvGrpSpPr/>
          <p:nvPr/>
        </p:nvGrpSpPr>
        <p:grpSpPr>
          <a:xfrm>
            <a:off x="13706754" y="4572032"/>
            <a:ext cx="710311" cy="1142996"/>
            <a:chOff x="0" y="0"/>
            <a:chExt cx="710309" cy="1142994"/>
          </a:xfrm>
        </p:grpSpPr>
        <p:sp>
          <p:nvSpPr>
            <p:cNvPr id="616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6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171" name="Rectangle 16"/>
          <p:cNvGrpSpPr/>
          <p:nvPr/>
        </p:nvGrpSpPr>
        <p:grpSpPr>
          <a:xfrm>
            <a:off x="12996453" y="-1157"/>
            <a:ext cx="710311" cy="1142995"/>
            <a:chOff x="0" y="0"/>
            <a:chExt cx="710309" cy="1142994"/>
          </a:xfrm>
        </p:grpSpPr>
        <p:sp>
          <p:nvSpPr>
            <p:cNvPr id="616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174" name="Rectangle 17"/>
          <p:cNvGrpSpPr/>
          <p:nvPr/>
        </p:nvGrpSpPr>
        <p:grpSpPr>
          <a:xfrm>
            <a:off x="13706754" y="2286017"/>
            <a:ext cx="710311" cy="1142996"/>
            <a:chOff x="0" y="0"/>
            <a:chExt cx="710309" cy="1142994"/>
          </a:xfrm>
        </p:grpSpPr>
        <p:sp>
          <p:nvSpPr>
            <p:cNvPr id="617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7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177" name="Rectangle 18"/>
          <p:cNvGrpSpPr/>
          <p:nvPr/>
        </p:nvGrpSpPr>
        <p:grpSpPr>
          <a:xfrm>
            <a:off x="13706756" y="1142977"/>
            <a:ext cx="710311" cy="1142997"/>
            <a:chOff x="0" y="-1"/>
            <a:chExt cx="710309" cy="1142995"/>
          </a:xfrm>
        </p:grpSpPr>
        <p:sp>
          <p:nvSpPr>
            <p:cNvPr id="617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7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180" name="Rectangle 19"/>
          <p:cNvGrpSpPr/>
          <p:nvPr/>
        </p:nvGrpSpPr>
        <p:grpSpPr>
          <a:xfrm>
            <a:off x="13706754" y="3427836"/>
            <a:ext cx="710311" cy="1142996"/>
            <a:chOff x="0" y="0"/>
            <a:chExt cx="710309" cy="1142994"/>
          </a:xfrm>
        </p:grpSpPr>
        <p:sp>
          <p:nvSpPr>
            <p:cNvPr id="617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181" name="Body Level One…"/>
          <p:cNvSpPr txBox="1"/>
          <p:nvPr>
            <p:ph type="body" idx="1"/>
          </p:nvPr>
        </p:nvSpPr>
        <p:spPr>
          <a:xfrm>
            <a:off x="402335" y="1710900"/>
            <a:ext cx="11379583" cy="4327581"/>
          </a:xfrm>
          <a:prstGeom prst="rect">
            <a:avLst/>
          </a:prstGeom>
        </p:spPr>
        <p:txBody>
          <a:bodyPr/>
          <a:lstStyle>
            <a:lvl1pPr>
              <a:defRPr sz="2100">
                <a:solidFill>
                  <a:srgbClr val="000000"/>
                </a:solidFill>
                <a:latin typeface="+mj-lt"/>
                <a:ea typeface="+mj-ea"/>
                <a:cs typeface="+mj-cs"/>
                <a:sym typeface="Mona Sans"/>
              </a:defRPr>
            </a:lvl1pPr>
            <a:lvl2pPr>
              <a:defRPr sz="2100">
                <a:solidFill>
                  <a:srgbClr val="000000"/>
                </a:solidFill>
                <a:latin typeface="+mj-lt"/>
                <a:ea typeface="+mj-ea"/>
                <a:cs typeface="+mj-cs"/>
                <a:sym typeface="Mona Sans"/>
              </a:defRPr>
            </a:lvl2pPr>
            <a:lvl3pPr>
              <a:defRPr sz="2100">
                <a:solidFill>
                  <a:srgbClr val="000000"/>
                </a:solidFill>
                <a:latin typeface="+mj-lt"/>
                <a:ea typeface="+mj-ea"/>
                <a:cs typeface="+mj-cs"/>
                <a:sym typeface="Mona Sans"/>
              </a:defRPr>
            </a:lvl3pPr>
            <a:lvl4pPr>
              <a:defRPr sz="2100">
                <a:solidFill>
                  <a:srgbClr val="000000"/>
                </a:solidFill>
                <a:latin typeface="+mj-lt"/>
                <a:ea typeface="+mj-ea"/>
                <a:cs typeface="+mj-cs"/>
                <a:sym typeface="Mona Sans"/>
              </a:defRPr>
            </a:lvl4pPr>
            <a:lvl5pPr>
              <a:defRPr sz="2100">
                <a:solidFill>
                  <a:srgbClr val="000000"/>
                </a:solidFill>
                <a:latin typeface="+mj-lt"/>
                <a:ea typeface="+mj-ea"/>
                <a:cs typeface="+mj-cs"/>
                <a:sym typeface="Mona Sans"/>
              </a:defRPr>
            </a:lvl5pPr>
          </a:lstStyle>
          <a:p>
            <a:pPr/>
            <a:r>
              <a:t>Body Level One</a:t>
            </a:r>
          </a:p>
          <a:p>
            <a:pPr lvl="1"/>
            <a:r>
              <a:t>Body Level Two</a:t>
            </a:r>
          </a:p>
          <a:p>
            <a:pPr lvl="2"/>
            <a:r>
              <a:t>Body Level Three</a:t>
            </a:r>
          </a:p>
          <a:p>
            <a:pPr lvl="3"/>
            <a:r>
              <a:t>Body Level Four</a:t>
            </a:r>
          </a:p>
          <a:p>
            <a:pPr lvl="4"/>
            <a:r>
              <a:t>Body Level Five</a:t>
            </a:r>
          </a:p>
        </p:txBody>
      </p:sp>
      <p:sp>
        <p:nvSpPr>
          <p:cNvPr id="6182" name="Text Placeholder 23"/>
          <p:cNvSpPr/>
          <p:nvPr>
            <p:ph type="body" sz="quarter" idx="21" hasCustomPrompt="1"/>
          </p:nvPr>
        </p:nvSpPr>
        <p:spPr>
          <a:xfrm>
            <a:off x="402333" y="398215"/>
            <a:ext cx="11388732" cy="365765"/>
          </a:xfrm>
          <a:prstGeom prst="rect">
            <a:avLst/>
          </a:prstGeom>
        </p:spPr>
        <p:txBody>
          <a:bodyPr lIns="45718" tIns="45718" rIns="45718" bIns="45718" anchor="ctr"/>
          <a:lstStyle>
            <a:lvl1pPr>
              <a:defRPr cap="all" sz="1400">
                <a:solidFill>
                  <a:srgbClr val="7C8C9A"/>
                </a:solidFill>
                <a:latin typeface="Mona Sans Mono"/>
                <a:ea typeface="Mona Sans Mono"/>
                <a:cs typeface="Mona Sans Mono"/>
                <a:sym typeface="Mona Sans Mono"/>
              </a:defRPr>
            </a:lvl1pPr>
          </a:lstStyle>
          <a:p>
            <a:pPr/>
            <a:r>
              <a:t>Optional header</a:t>
            </a:r>
          </a:p>
        </p:txBody>
      </p:sp>
      <p:sp>
        <p:nvSpPr>
          <p:cNvPr id="6183" name="Text Placeholder 16"/>
          <p:cNvSpPr/>
          <p:nvPr>
            <p:ph type="body" sz="quarter" idx="22" hasCustomPrompt="1"/>
          </p:nvPr>
        </p:nvSpPr>
        <p:spPr>
          <a:xfrm>
            <a:off x="402333" y="796386"/>
            <a:ext cx="11388732" cy="914289"/>
          </a:xfrm>
          <a:prstGeom prst="rect">
            <a:avLst/>
          </a:prstGeom>
        </p:spPr>
        <p:txBody>
          <a:bodyPr/>
          <a:lstStyle>
            <a:lvl1pPr>
              <a:defRPr sz="4800">
                <a:solidFill>
                  <a:srgbClr val="000000"/>
                </a:solidFill>
              </a:defRPr>
            </a:lvl1pPr>
          </a:lstStyle>
          <a:p>
            <a:pPr/>
            <a:r>
              <a:t>Title should be less than 10 words</a:t>
            </a:r>
          </a:p>
        </p:txBody>
      </p:sp>
      <p:sp>
        <p:nvSpPr>
          <p:cNvPr id="6184" name="Rectangle 4"/>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185" name="Rectangle 9"/>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6186" name="Text Placeholder 13"/>
          <p:cNvSpPr/>
          <p:nvPr>
            <p:ph type="body" sz="quarter" idx="23"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618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Subtitle">
    <p:bg>
      <p:bgPr>
        <a:solidFill>
          <a:srgbClr val="FFFFFF"/>
        </a:solidFill>
      </p:bgPr>
    </p:bg>
    <p:spTree>
      <p:nvGrpSpPr>
        <p:cNvPr id="1" name=""/>
        <p:cNvGrpSpPr/>
        <p:nvPr/>
      </p:nvGrpSpPr>
      <p:grpSpPr>
        <a:xfrm>
          <a:off x="0" y="0"/>
          <a:ext cx="0" cy="0"/>
          <a:chOff x="0" y="0"/>
          <a:chExt cx="0" cy="0"/>
        </a:xfrm>
      </p:grpSpPr>
      <p:grpSp>
        <p:nvGrpSpPr>
          <p:cNvPr id="6196" name="Rectangle 1"/>
          <p:cNvGrpSpPr/>
          <p:nvPr/>
        </p:nvGrpSpPr>
        <p:grpSpPr>
          <a:xfrm>
            <a:off x="12287632" y="5878297"/>
            <a:ext cx="710311" cy="979707"/>
            <a:chOff x="0" y="0"/>
            <a:chExt cx="710309" cy="979705"/>
          </a:xfrm>
        </p:grpSpPr>
        <p:sp>
          <p:nvSpPr>
            <p:cNvPr id="619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9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6199" name="Rectangle 2"/>
          <p:cNvGrpSpPr/>
          <p:nvPr/>
        </p:nvGrpSpPr>
        <p:grpSpPr>
          <a:xfrm>
            <a:off x="12287631" y="4898603"/>
            <a:ext cx="710311" cy="979709"/>
            <a:chOff x="0" y="-1"/>
            <a:chExt cx="710309" cy="979708"/>
          </a:xfrm>
        </p:grpSpPr>
        <p:sp>
          <p:nvSpPr>
            <p:cNvPr id="619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19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6202" name="Rectangle 3"/>
          <p:cNvGrpSpPr/>
          <p:nvPr/>
        </p:nvGrpSpPr>
        <p:grpSpPr>
          <a:xfrm>
            <a:off x="12287632" y="3918862"/>
            <a:ext cx="710311" cy="979706"/>
            <a:chOff x="0" y="0"/>
            <a:chExt cx="710309" cy="979705"/>
          </a:xfrm>
        </p:grpSpPr>
        <p:sp>
          <p:nvSpPr>
            <p:cNvPr id="620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0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6205" name="Rectangle 4"/>
          <p:cNvGrpSpPr/>
          <p:nvPr/>
        </p:nvGrpSpPr>
        <p:grpSpPr>
          <a:xfrm>
            <a:off x="12287631" y="2939171"/>
            <a:ext cx="710311" cy="979707"/>
            <a:chOff x="0" y="0"/>
            <a:chExt cx="710309" cy="979705"/>
          </a:xfrm>
        </p:grpSpPr>
        <p:sp>
          <p:nvSpPr>
            <p:cNvPr id="620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0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6208" name="Rectangle 5"/>
          <p:cNvGrpSpPr/>
          <p:nvPr/>
        </p:nvGrpSpPr>
        <p:grpSpPr>
          <a:xfrm>
            <a:off x="12287632" y="1959431"/>
            <a:ext cx="710311" cy="979707"/>
            <a:chOff x="0" y="0"/>
            <a:chExt cx="710309" cy="979705"/>
          </a:xfrm>
        </p:grpSpPr>
        <p:sp>
          <p:nvSpPr>
            <p:cNvPr id="620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0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6211" name="Rectangle 6"/>
          <p:cNvGrpSpPr/>
          <p:nvPr/>
        </p:nvGrpSpPr>
        <p:grpSpPr>
          <a:xfrm>
            <a:off x="12287631" y="979736"/>
            <a:ext cx="710311" cy="979707"/>
            <a:chOff x="0" y="0"/>
            <a:chExt cx="710309" cy="979705"/>
          </a:xfrm>
        </p:grpSpPr>
        <p:sp>
          <p:nvSpPr>
            <p:cNvPr id="620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1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6214" name="Rectangle 7"/>
          <p:cNvGrpSpPr/>
          <p:nvPr/>
        </p:nvGrpSpPr>
        <p:grpSpPr>
          <a:xfrm>
            <a:off x="12287631" y="-2"/>
            <a:ext cx="710311" cy="979706"/>
            <a:chOff x="0" y="0"/>
            <a:chExt cx="710309" cy="979705"/>
          </a:xfrm>
        </p:grpSpPr>
        <p:sp>
          <p:nvSpPr>
            <p:cNvPr id="621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1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217" name="Rectangle 8"/>
          <p:cNvGrpSpPr/>
          <p:nvPr/>
        </p:nvGrpSpPr>
        <p:grpSpPr>
          <a:xfrm>
            <a:off x="12997439" y="5715013"/>
            <a:ext cx="710311" cy="1142996"/>
            <a:chOff x="0" y="0"/>
            <a:chExt cx="710309" cy="1142994"/>
          </a:xfrm>
        </p:grpSpPr>
        <p:sp>
          <p:nvSpPr>
            <p:cNvPr id="621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220" name="Rectangle 9"/>
          <p:cNvGrpSpPr/>
          <p:nvPr/>
        </p:nvGrpSpPr>
        <p:grpSpPr>
          <a:xfrm>
            <a:off x="12997439" y="4572032"/>
            <a:ext cx="710311" cy="1142996"/>
            <a:chOff x="0" y="0"/>
            <a:chExt cx="710309" cy="1142994"/>
          </a:xfrm>
        </p:grpSpPr>
        <p:sp>
          <p:nvSpPr>
            <p:cNvPr id="621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223" name="Rectangle 10"/>
          <p:cNvGrpSpPr/>
          <p:nvPr/>
        </p:nvGrpSpPr>
        <p:grpSpPr>
          <a:xfrm>
            <a:off x="12997439" y="3428998"/>
            <a:ext cx="710311" cy="1142996"/>
            <a:chOff x="0" y="0"/>
            <a:chExt cx="710309" cy="1142994"/>
          </a:xfrm>
        </p:grpSpPr>
        <p:sp>
          <p:nvSpPr>
            <p:cNvPr id="622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226" name="Rectangle 11"/>
          <p:cNvGrpSpPr/>
          <p:nvPr/>
        </p:nvGrpSpPr>
        <p:grpSpPr>
          <a:xfrm>
            <a:off x="12997439" y="2286017"/>
            <a:ext cx="710311" cy="1142996"/>
            <a:chOff x="0" y="0"/>
            <a:chExt cx="710309" cy="1142994"/>
          </a:xfrm>
        </p:grpSpPr>
        <p:sp>
          <p:nvSpPr>
            <p:cNvPr id="622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2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229" name="Rectangle 12"/>
          <p:cNvGrpSpPr/>
          <p:nvPr/>
        </p:nvGrpSpPr>
        <p:grpSpPr>
          <a:xfrm>
            <a:off x="12997439" y="1142977"/>
            <a:ext cx="710311" cy="1142997"/>
            <a:chOff x="0" y="-1"/>
            <a:chExt cx="710309" cy="1142995"/>
          </a:xfrm>
        </p:grpSpPr>
        <p:sp>
          <p:nvSpPr>
            <p:cNvPr id="622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2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232" name="Rectangle 13"/>
          <p:cNvGrpSpPr/>
          <p:nvPr/>
        </p:nvGrpSpPr>
        <p:grpSpPr>
          <a:xfrm>
            <a:off x="13706754" y="-2365"/>
            <a:ext cx="710311" cy="1142995"/>
            <a:chOff x="0" y="0"/>
            <a:chExt cx="710309" cy="1142994"/>
          </a:xfrm>
        </p:grpSpPr>
        <p:sp>
          <p:nvSpPr>
            <p:cNvPr id="623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3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235" name="Rectangle 14"/>
          <p:cNvGrpSpPr/>
          <p:nvPr/>
        </p:nvGrpSpPr>
        <p:grpSpPr>
          <a:xfrm>
            <a:off x="13706756" y="5715013"/>
            <a:ext cx="710311" cy="1142996"/>
            <a:chOff x="0" y="0"/>
            <a:chExt cx="710309" cy="1142994"/>
          </a:xfrm>
        </p:grpSpPr>
        <p:sp>
          <p:nvSpPr>
            <p:cNvPr id="623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3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238" name="Rectangle 15"/>
          <p:cNvGrpSpPr/>
          <p:nvPr/>
        </p:nvGrpSpPr>
        <p:grpSpPr>
          <a:xfrm>
            <a:off x="13706754" y="4572032"/>
            <a:ext cx="710311" cy="1142996"/>
            <a:chOff x="0" y="0"/>
            <a:chExt cx="710309" cy="1142994"/>
          </a:xfrm>
        </p:grpSpPr>
        <p:sp>
          <p:nvSpPr>
            <p:cNvPr id="623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3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241" name="Rectangle 16"/>
          <p:cNvGrpSpPr/>
          <p:nvPr/>
        </p:nvGrpSpPr>
        <p:grpSpPr>
          <a:xfrm>
            <a:off x="12996453" y="-1157"/>
            <a:ext cx="710311" cy="1142995"/>
            <a:chOff x="0" y="0"/>
            <a:chExt cx="710309" cy="1142994"/>
          </a:xfrm>
        </p:grpSpPr>
        <p:sp>
          <p:nvSpPr>
            <p:cNvPr id="623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4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244" name="Rectangle 17"/>
          <p:cNvGrpSpPr/>
          <p:nvPr/>
        </p:nvGrpSpPr>
        <p:grpSpPr>
          <a:xfrm>
            <a:off x="13706754" y="2286017"/>
            <a:ext cx="710311" cy="1142996"/>
            <a:chOff x="0" y="0"/>
            <a:chExt cx="710309" cy="1142994"/>
          </a:xfrm>
        </p:grpSpPr>
        <p:sp>
          <p:nvSpPr>
            <p:cNvPr id="624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4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247" name="Rectangle 18"/>
          <p:cNvGrpSpPr/>
          <p:nvPr/>
        </p:nvGrpSpPr>
        <p:grpSpPr>
          <a:xfrm>
            <a:off x="13706756" y="1142977"/>
            <a:ext cx="710311" cy="1142997"/>
            <a:chOff x="0" y="-1"/>
            <a:chExt cx="710309" cy="1142995"/>
          </a:xfrm>
        </p:grpSpPr>
        <p:sp>
          <p:nvSpPr>
            <p:cNvPr id="624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4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250" name="Rectangle 19"/>
          <p:cNvGrpSpPr/>
          <p:nvPr/>
        </p:nvGrpSpPr>
        <p:grpSpPr>
          <a:xfrm>
            <a:off x="13706754" y="3427836"/>
            <a:ext cx="710311" cy="1142996"/>
            <a:chOff x="0" y="0"/>
            <a:chExt cx="710309" cy="1142994"/>
          </a:xfrm>
        </p:grpSpPr>
        <p:sp>
          <p:nvSpPr>
            <p:cNvPr id="624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4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251" name="Body Level One…"/>
          <p:cNvSpPr txBox="1"/>
          <p:nvPr>
            <p:ph type="body" idx="1" hasCustomPrompt="1"/>
          </p:nvPr>
        </p:nvSpPr>
        <p:spPr>
          <a:xfrm>
            <a:off x="402335" y="1710900"/>
            <a:ext cx="11379583" cy="4327581"/>
          </a:xfrm>
          <a:prstGeom prst="rect">
            <a:avLst/>
          </a:prstGeom>
        </p:spPr>
        <p:txBody>
          <a:bodyPr anchor="b"/>
          <a:lstStyle>
            <a:lvl1pPr>
              <a:defRPr sz="2100">
                <a:solidFill>
                  <a:srgbClr val="7C8C9A"/>
                </a:solidFill>
                <a:latin typeface="+mj-lt"/>
                <a:ea typeface="+mj-ea"/>
                <a:cs typeface="+mj-cs"/>
                <a:sym typeface="Mona Sans"/>
              </a:defRPr>
            </a:lvl1pPr>
            <a:lvl2pPr>
              <a:defRPr sz="2100">
                <a:solidFill>
                  <a:srgbClr val="7C8C9A"/>
                </a:solidFill>
                <a:latin typeface="+mj-lt"/>
                <a:ea typeface="+mj-ea"/>
                <a:cs typeface="+mj-cs"/>
                <a:sym typeface="Mona Sans"/>
              </a:defRPr>
            </a:lvl2pPr>
            <a:lvl3pPr>
              <a:defRPr sz="2100">
                <a:solidFill>
                  <a:srgbClr val="7C8C9A"/>
                </a:solidFill>
                <a:latin typeface="+mj-lt"/>
                <a:ea typeface="+mj-ea"/>
                <a:cs typeface="+mj-cs"/>
                <a:sym typeface="Mona Sans"/>
              </a:defRPr>
            </a:lvl3pPr>
            <a:lvl4pPr>
              <a:defRPr sz="2100">
                <a:solidFill>
                  <a:srgbClr val="7C8C9A"/>
                </a:solidFill>
                <a:latin typeface="+mj-lt"/>
                <a:ea typeface="+mj-ea"/>
                <a:cs typeface="+mj-cs"/>
                <a:sym typeface="Mona Sans"/>
              </a:defRPr>
            </a:lvl4pPr>
            <a:lvl5pPr>
              <a:defRPr sz="2100">
                <a:solidFill>
                  <a:srgbClr val="7C8C9A"/>
                </a:solidFill>
                <a:latin typeface="+mj-lt"/>
                <a:ea typeface="+mj-ea"/>
                <a:cs typeface="+mj-cs"/>
                <a:sym typeface="Mona Sans"/>
              </a:defRPr>
            </a:lvl5pPr>
          </a:lstStyle>
          <a:p>
            <a:pPr/>
            <a:r>
              <a:t>Subtitle information</a:t>
            </a:r>
          </a:p>
          <a:p>
            <a:pPr lvl="1"/>
            <a:r>
              <a:t/>
            </a:r>
          </a:p>
          <a:p>
            <a:pPr lvl="2"/>
            <a:r>
              <a:t/>
            </a:r>
          </a:p>
          <a:p>
            <a:pPr lvl="3"/>
            <a:r>
              <a:t/>
            </a:r>
          </a:p>
          <a:p>
            <a:pPr lvl="4"/>
            <a:r>
              <a:t/>
            </a:r>
          </a:p>
        </p:txBody>
      </p:sp>
      <p:sp>
        <p:nvSpPr>
          <p:cNvPr id="6252" name="Text Placeholder 23"/>
          <p:cNvSpPr/>
          <p:nvPr>
            <p:ph type="body" sz="quarter" idx="21" hasCustomPrompt="1"/>
          </p:nvPr>
        </p:nvSpPr>
        <p:spPr>
          <a:xfrm>
            <a:off x="402333" y="398215"/>
            <a:ext cx="11388732" cy="365765"/>
          </a:xfrm>
          <a:prstGeom prst="rect">
            <a:avLst/>
          </a:prstGeom>
        </p:spPr>
        <p:txBody>
          <a:bodyPr lIns="45718" tIns="45718" rIns="45718" bIns="45718" anchor="ctr"/>
          <a:lstStyle>
            <a:lvl1pPr>
              <a:defRPr cap="all" sz="1400">
                <a:solidFill>
                  <a:srgbClr val="7C8C9A"/>
                </a:solidFill>
                <a:latin typeface="Mona Sans Mono"/>
                <a:ea typeface="Mona Sans Mono"/>
                <a:cs typeface="Mona Sans Mono"/>
                <a:sym typeface="Mona Sans Mono"/>
              </a:defRPr>
            </a:lvl1pPr>
          </a:lstStyle>
          <a:p>
            <a:pPr/>
            <a:r>
              <a:t>Optional header</a:t>
            </a:r>
          </a:p>
        </p:txBody>
      </p:sp>
      <p:sp>
        <p:nvSpPr>
          <p:cNvPr id="6253" name="Text Placeholder 16"/>
          <p:cNvSpPr/>
          <p:nvPr>
            <p:ph type="body" sz="quarter" idx="22" hasCustomPrompt="1"/>
          </p:nvPr>
        </p:nvSpPr>
        <p:spPr>
          <a:xfrm>
            <a:off x="402333" y="796386"/>
            <a:ext cx="11388732" cy="914289"/>
          </a:xfrm>
          <a:prstGeom prst="rect">
            <a:avLst/>
          </a:prstGeom>
        </p:spPr>
        <p:txBody>
          <a:bodyPr/>
          <a:lstStyle>
            <a:lvl1pPr>
              <a:defRPr sz="4800">
                <a:solidFill>
                  <a:srgbClr val="000000"/>
                </a:solidFill>
              </a:defRPr>
            </a:lvl1pPr>
          </a:lstStyle>
          <a:p>
            <a:pPr/>
            <a:r>
              <a:t>Title should be less than 10 words</a:t>
            </a:r>
          </a:p>
        </p:txBody>
      </p:sp>
      <p:sp>
        <p:nvSpPr>
          <p:cNvPr id="6254" name="Rectangle 4"/>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255" name="Rectangle 9"/>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6256" name="Text Placeholder 13"/>
          <p:cNvSpPr/>
          <p:nvPr>
            <p:ph type="body" sz="quarter" idx="23"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62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statements">
    <p:bg>
      <p:bgPr>
        <a:solidFill>
          <a:srgbClr val="FFFFFF"/>
        </a:solidFill>
      </p:bgPr>
    </p:bg>
    <p:spTree>
      <p:nvGrpSpPr>
        <p:cNvPr id="1" name=""/>
        <p:cNvGrpSpPr/>
        <p:nvPr/>
      </p:nvGrpSpPr>
      <p:grpSpPr>
        <a:xfrm>
          <a:off x="0" y="0"/>
          <a:ext cx="0" cy="0"/>
          <a:chOff x="0" y="0"/>
          <a:chExt cx="0" cy="0"/>
        </a:xfrm>
      </p:grpSpPr>
      <p:grpSp>
        <p:nvGrpSpPr>
          <p:cNvPr id="6266" name="Rectangle 1"/>
          <p:cNvGrpSpPr/>
          <p:nvPr/>
        </p:nvGrpSpPr>
        <p:grpSpPr>
          <a:xfrm>
            <a:off x="12287632" y="5878297"/>
            <a:ext cx="710311" cy="979707"/>
            <a:chOff x="0" y="0"/>
            <a:chExt cx="710309" cy="979705"/>
          </a:xfrm>
        </p:grpSpPr>
        <p:sp>
          <p:nvSpPr>
            <p:cNvPr id="626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6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6269" name="Rectangle 2"/>
          <p:cNvGrpSpPr/>
          <p:nvPr/>
        </p:nvGrpSpPr>
        <p:grpSpPr>
          <a:xfrm>
            <a:off x="12287631" y="4898603"/>
            <a:ext cx="710311" cy="979709"/>
            <a:chOff x="0" y="-1"/>
            <a:chExt cx="710309" cy="979708"/>
          </a:xfrm>
        </p:grpSpPr>
        <p:sp>
          <p:nvSpPr>
            <p:cNvPr id="626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6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6272" name="Rectangle 3"/>
          <p:cNvGrpSpPr/>
          <p:nvPr/>
        </p:nvGrpSpPr>
        <p:grpSpPr>
          <a:xfrm>
            <a:off x="12287632" y="3918862"/>
            <a:ext cx="710311" cy="979706"/>
            <a:chOff x="0" y="0"/>
            <a:chExt cx="710309" cy="979705"/>
          </a:xfrm>
        </p:grpSpPr>
        <p:sp>
          <p:nvSpPr>
            <p:cNvPr id="627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7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6275" name="Rectangle 4"/>
          <p:cNvGrpSpPr/>
          <p:nvPr/>
        </p:nvGrpSpPr>
        <p:grpSpPr>
          <a:xfrm>
            <a:off x="12287631" y="2939171"/>
            <a:ext cx="710311" cy="979707"/>
            <a:chOff x="0" y="0"/>
            <a:chExt cx="710309" cy="979705"/>
          </a:xfrm>
        </p:grpSpPr>
        <p:sp>
          <p:nvSpPr>
            <p:cNvPr id="627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7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6278" name="Rectangle 5"/>
          <p:cNvGrpSpPr/>
          <p:nvPr/>
        </p:nvGrpSpPr>
        <p:grpSpPr>
          <a:xfrm>
            <a:off x="12287632" y="1959431"/>
            <a:ext cx="710311" cy="979707"/>
            <a:chOff x="0" y="0"/>
            <a:chExt cx="710309" cy="979705"/>
          </a:xfrm>
        </p:grpSpPr>
        <p:sp>
          <p:nvSpPr>
            <p:cNvPr id="627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7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6281" name="Rectangle 6"/>
          <p:cNvGrpSpPr/>
          <p:nvPr/>
        </p:nvGrpSpPr>
        <p:grpSpPr>
          <a:xfrm>
            <a:off x="12287631" y="979736"/>
            <a:ext cx="710311" cy="979707"/>
            <a:chOff x="0" y="0"/>
            <a:chExt cx="710309" cy="979705"/>
          </a:xfrm>
        </p:grpSpPr>
        <p:sp>
          <p:nvSpPr>
            <p:cNvPr id="627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8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6284" name="Rectangle 7"/>
          <p:cNvGrpSpPr/>
          <p:nvPr/>
        </p:nvGrpSpPr>
        <p:grpSpPr>
          <a:xfrm>
            <a:off x="12287631" y="-2"/>
            <a:ext cx="710311" cy="979706"/>
            <a:chOff x="0" y="0"/>
            <a:chExt cx="710309" cy="979705"/>
          </a:xfrm>
        </p:grpSpPr>
        <p:sp>
          <p:nvSpPr>
            <p:cNvPr id="628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8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287" name="Rectangle 8"/>
          <p:cNvGrpSpPr/>
          <p:nvPr/>
        </p:nvGrpSpPr>
        <p:grpSpPr>
          <a:xfrm>
            <a:off x="12997439" y="5715013"/>
            <a:ext cx="710311" cy="1142996"/>
            <a:chOff x="0" y="0"/>
            <a:chExt cx="710309" cy="1142994"/>
          </a:xfrm>
        </p:grpSpPr>
        <p:sp>
          <p:nvSpPr>
            <p:cNvPr id="628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290" name="Rectangle 9"/>
          <p:cNvGrpSpPr/>
          <p:nvPr/>
        </p:nvGrpSpPr>
        <p:grpSpPr>
          <a:xfrm>
            <a:off x="12997439" y="4572032"/>
            <a:ext cx="710311" cy="1142996"/>
            <a:chOff x="0" y="0"/>
            <a:chExt cx="710309" cy="1142994"/>
          </a:xfrm>
        </p:grpSpPr>
        <p:sp>
          <p:nvSpPr>
            <p:cNvPr id="628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8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293" name="Rectangle 10"/>
          <p:cNvGrpSpPr/>
          <p:nvPr/>
        </p:nvGrpSpPr>
        <p:grpSpPr>
          <a:xfrm>
            <a:off x="12997439" y="3428998"/>
            <a:ext cx="710311" cy="1142996"/>
            <a:chOff x="0" y="0"/>
            <a:chExt cx="710309" cy="1142994"/>
          </a:xfrm>
        </p:grpSpPr>
        <p:sp>
          <p:nvSpPr>
            <p:cNvPr id="629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9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296" name="Rectangle 11"/>
          <p:cNvGrpSpPr/>
          <p:nvPr/>
        </p:nvGrpSpPr>
        <p:grpSpPr>
          <a:xfrm>
            <a:off x="12997439" y="2286017"/>
            <a:ext cx="710311" cy="1142996"/>
            <a:chOff x="0" y="0"/>
            <a:chExt cx="710309" cy="1142994"/>
          </a:xfrm>
        </p:grpSpPr>
        <p:sp>
          <p:nvSpPr>
            <p:cNvPr id="629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9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299" name="Rectangle 12"/>
          <p:cNvGrpSpPr/>
          <p:nvPr/>
        </p:nvGrpSpPr>
        <p:grpSpPr>
          <a:xfrm>
            <a:off x="12997439" y="1142977"/>
            <a:ext cx="710311" cy="1142997"/>
            <a:chOff x="0" y="-1"/>
            <a:chExt cx="710309" cy="1142995"/>
          </a:xfrm>
        </p:grpSpPr>
        <p:sp>
          <p:nvSpPr>
            <p:cNvPr id="629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29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302" name="Rectangle 13"/>
          <p:cNvGrpSpPr/>
          <p:nvPr/>
        </p:nvGrpSpPr>
        <p:grpSpPr>
          <a:xfrm>
            <a:off x="13706754" y="-2365"/>
            <a:ext cx="710311" cy="1142995"/>
            <a:chOff x="0" y="0"/>
            <a:chExt cx="710309" cy="1142994"/>
          </a:xfrm>
        </p:grpSpPr>
        <p:sp>
          <p:nvSpPr>
            <p:cNvPr id="630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305" name="Rectangle 14"/>
          <p:cNvGrpSpPr/>
          <p:nvPr/>
        </p:nvGrpSpPr>
        <p:grpSpPr>
          <a:xfrm>
            <a:off x="13706756" y="5715013"/>
            <a:ext cx="710311" cy="1142996"/>
            <a:chOff x="0" y="0"/>
            <a:chExt cx="710309" cy="1142994"/>
          </a:xfrm>
        </p:grpSpPr>
        <p:sp>
          <p:nvSpPr>
            <p:cNvPr id="630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308" name="Rectangle 15"/>
          <p:cNvGrpSpPr/>
          <p:nvPr/>
        </p:nvGrpSpPr>
        <p:grpSpPr>
          <a:xfrm>
            <a:off x="13706754" y="4572032"/>
            <a:ext cx="710311" cy="1142996"/>
            <a:chOff x="0" y="0"/>
            <a:chExt cx="710309" cy="1142994"/>
          </a:xfrm>
        </p:grpSpPr>
        <p:sp>
          <p:nvSpPr>
            <p:cNvPr id="630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311" name="Rectangle 16"/>
          <p:cNvGrpSpPr/>
          <p:nvPr/>
        </p:nvGrpSpPr>
        <p:grpSpPr>
          <a:xfrm>
            <a:off x="12996453" y="-1157"/>
            <a:ext cx="710311" cy="1142995"/>
            <a:chOff x="0" y="0"/>
            <a:chExt cx="710309" cy="1142994"/>
          </a:xfrm>
        </p:grpSpPr>
        <p:sp>
          <p:nvSpPr>
            <p:cNvPr id="630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314" name="Rectangle 17"/>
          <p:cNvGrpSpPr/>
          <p:nvPr/>
        </p:nvGrpSpPr>
        <p:grpSpPr>
          <a:xfrm>
            <a:off x="13706754" y="2286017"/>
            <a:ext cx="710311" cy="1142996"/>
            <a:chOff x="0" y="0"/>
            <a:chExt cx="710309" cy="1142994"/>
          </a:xfrm>
        </p:grpSpPr>
        <p:sp>
          <p:nvSpPr>
            <p:cNvPr id="631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1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317" name="Rectangle 18"/>
          <p:cNvGrpSpPr/>
          <p:nvPr/>
        </p:nvGrpSpPr>
        <p:grpSpPr>
          <a:xfrm>
            <a:off x="13706756" y="1142977"/>
            <a:ext cx="710311" cy="1142997"/>
            <a:chOff x="0" y="-1"/>
            <a:chExt cx="710309" cy="1142995"/>
          </a:xfrm>
        </p:grpSpPr>
        <p:sp>
          <p:nvSpPr>
            <p:cNvPr id="631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1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320" name="Rectangle 19"/>
          <p:cNvGrpSpPr/>
          <p:nvPr/>
        </p:nvGrpSpPr>
        <p:grpSpPr>
          <a:xfrm>
            <a:off x="13706754" y="3427836"/>
            <a:ext cx="710311" cy="1142996"/>
            <a:chOff x="0" y="0"/>
            <a:chExt cx="710309" cy="1142994"/>
          </a:xfrm>
        </p:grpSpPr>
        <p:sp>
          <p:nvSpPr>
            <p:cNvPr id="631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321" name="Body Level One…"/>
          <p:cNvSpPr txBox="1"/>
          <p:nvPr>
            <p:ph type="body" sz="quarter" idx="1" hasCustomPrompt="1"/>
          </p:nvPr>
        </p:nvSpPr>
        <p:spPr>
          <a:xfrm>
            <a:off x="402336" y="398216"/>
            <a:ext cx="5491161" cy="365760"/>
          </a:xfrm>
          <a:prstGeom prst="rect">
            <a:avLst/>
          </a:prstGeom>
        </p:spPr>
        <p:txBody>
          <a:bodyPr lIns="45718" tIns="45718" rIns="45718" bIns="45718" anchor="ctr"/>
          <a:lstStyle>
            <a:lvl1pPr>
              <a:defRPr cap="all" sz="1400">
                <a:solidFill>
                  <a:srgbClr val="7C8C9A"/>
                </a:solidFill>
                <a:latin typeface="Mona Sans Mono"/>
                <a:ea typeface="Mona Sans Mono"/>
                <a:cs typeface="Mona Sans Mono"/>
                <a:sym typeface="Mona Sans Mono"/>
              </a:defRPr>
            </a:lvl1pPr>
            <a:lvl2pPr>
              <a:defRPr cap="all" sz="1400">
                <a:solidFill>
                  <a:srgbClr val="7C8C9A"/>
                </a:solidFill>
                <a:latin typeface="Mona Sans Mono"/>
                <a:ea typeface="Mona Sans Mono"/>
                <a:cs typeface="Mona Sans Mono"/>
                <a:sym typeface="Mona Sans Mono"/>
              </a:defRPr>
            </a:lvl2pPr>
            <a:lvl3pPr>
              <a:defRPr cap="all" sz="1400">
                <a:solidFill>
                  <a:srgbClr val="7C8C9A"/>
                </a:solidFill>
                <a:latin typeface="Mona Sans Mono"/>
                <a:ea typeface="Mona Sans Mono"/>
                <a:cs typeface="Mona Sans Mono"/>
                <a:sym typeface="Mona Sans Mono"/>
              </a:defRPr>
            </a:lvl3pPr>
            <a:lvl4pPr>
              <a:defRPr cap="all" sz="1400">
                <a:solidFill>
                  <a:srgbClr val="7C8C9A"/>
                </a:solidFill>
                <a:latin typeface="Mona Sans Mono"/>
                <a:ea typeface="Mona Sans Mono"/>
                <a:cs typeface="Mona Sans Mono"/>
                <a:sym typeface="Mona Sans Mono"/>
              </a:defRPr>
            </a:lvl4pPr>
            <a:lvl5pPr>
              <a:defRPr cap="all" sz="1400">
                <a:solidFill>
                  <a:srgbClr val="7C8C9A"/>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6322" name="Text Placeholder 23"/>
          <p:cNvSpPr/>
          <p:nvPr>
            <p:ph type="body" sz="quarter" idx="21" hasCustomPrompt="1"/>
          </p:nvPr>
        </p:nvSpPr>
        <p:spPr>
          <a:xfrm>
            <a:off x="6290755" y="982893"/>
            <a:ext cx="5709161" cy="457204"/>
          </a:xfrm>
          <a:prstGeom prst="rect">
            <a:avLst/>
          </a:prstGeom>
        </p:spPr>
        <p:txBody>
          <a:bodyPr lIns="45718" tIns="45718" rIns="45718" bIns="45718" anchor="b"/>
          <a:lstStyle>
            <a:lvl1pPr>
              <a:defRPr sz="1700">
                <a:solidFill>
                  <a:srgbClr val="000000"/>
                </a:solidFill>
              </a:defRPr>
            </a:lvl1pPr>
          </a:lstStyle>
          <a:p>
            <a:pPr/>
            <a:r>
              <a:t>Statement 1</a:t>
            </a:r>
          </a:p>
        </p:txBody>
      </p:sp>
      <p:sp>
        <p:nvSpPr>
          <p:cNvPr id="6323" name="Text Placeholder 23"/>
          <p:cNvSpPr/>
          <p:nvPr>
            <p:ph type="body" sz="quarter" idx="22" hasCustomPrompt="1"/>
          </p:nvPr>
        </p:nvSpPr>
        <p:spPr>
          <a:xfrm>
            <a:off x="6290757" y="1463659"/>
            <a:ext cx="5709160" cy="914401"/>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6324" name="Picture Placeholder 24"/>
          <p:cNvSpPr/>
          <p:nvPr>
            <p:ph type="pic" sz="quarter" idx="23"/>
          </p:nvPr>
        </p:nvSpPr>
        <p:spPr>
          <a:xfrm>
            <a:off x="6290755" y="398216"/>
            <a:ext cx="365669" cy="365760"/>
          </a:xfrm>
          <a:prstGeom prst="rect">
            <a:avLst/>
          </a:prstGeom>
        </p:spPr>
        <p:txBody>
          <a:bodyPr lIns="91439" tIns="45719" rIns="91439" bIns="45719">
            <a:noAutofit/>
          </a:bodyPr>
          <a:lstStyle/>
          <a:p>
            <a:pPr/>
          </a:p>
        </p:txBody>
      </p:sp>
      <p:sp>
        <p:nvSpPr>
          <p:cNvPr id="6325" name="Text Placeholder 23"/>
          <p:cNvSpPr/>
          <p:nvPr>
            <p:ph type="body" sz="quarter" idx="24" hasCustomPrompt="1"/>
          </p:nvPr>
        </p:nvSpPr>
        <p:spPr>
          <a:xfrm>
            <a:off x="6290755" y="3387135"/>
            <a:ext cx="5709161" cy="457204"/>
          </a:xfrm>
          <a:prstGeom prst="rect">
            <a:avLst/>
          </a:prstGeom>
        </p:spPr>
        <p:txBody>
          <a:bodyPr lIns="45718" tIns="45718" rIns="45718" bIns="45718" anchor="b"/>
          <a:lstStyle>
            <a:lvl1pPr>
              <a:defRPr sz="1700">
                <a:solidFill>
                  <a:srgbClr val="000000"/>
                </a:solidFill>
              </a:defRPr>
            </a:lvl1pPr>
          </a:lstStyle>
          <a:p>
            <a:pPr/>
            <a:r>
              <a:t>Statement 2</a:t>
            </a:r>
          </a:p>
        </p:txBody>
      </p:sp>
      <p:sp>
        <p:nvSpPr>
          <p:cNvPr id="6326" name="Text Placeholder 23"/>
          <p:cNvSpPr/>
          <p:nvPr>
            <p:ph type="body" sz="quarter" idx="25" hasCustomPrompt="1"/>
          </p:nvPr>
        </p:nvSpPr>
        <p:spPr>
          <a:xfrm>
            <a:off x="6290757" y="3867901"/>
            <a:ext cx="5709160" cy="914404"/>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6327" name="Picture Placeholder 24"/>
          <p:cNvSpPr/>
          <p:nvPr>
            <p:ph type="pic" sz="quarter" idx="26"/>
          </p:nvPr>
        </p:nvSpPr>
        <p:spPr>
          <a:xfrm>
            <a:off x="6290755" y="2802458"/>
            <a:ext cx="365669" cy="365764"/>
          </a:xfrm>
          <a:prstGeom prst="rect">
            <a:avLst/>
          </a:prstGeom>
        </p:spPr>
        <p:txBody>
          <a:bodyPr lIns="91439" tIns="45719" rIns="91439" bIns="45719">
            <a:noAutofit/>
          </a:bodyPr>
          <a:lstStyle/>
          <a:p>
            <a:pPr/>
          </a:p>
        </p:txBody>
      </p:sp>
      <p:sp>
        <p:nvSpPr>
          <p:cNvPr id="6328" name="Text Placeholder 6"/>
          <p:cNvSpPr/>
          <p:nvPr>
            <p:ph type="body" sz="half" idx="27" hasCustomPrompt="1"/>
          </p:nvPr>
        </p:nvSpPr>
        <p:spPr>
          <a:xfrm>
            <a:off x="402336" y="796204"/>
            <a:ext cx="5495546" cy="5239513"/>
          </a:xfrm>
          <a:prstGeom prst="rect">
            <a:avLst/>
          </a:prstGeom>
        </p:spPr>
        <p:txBody>
          <a:bodyPr/>
          <a:lstStyle>
            <a:lvl1pPr>
              <a:defRPr sz="4800">
                <a:solidFill>
                  <a:srgbClr val="000000"/>
                </a:solidFill>
              </a:defRPr>
            </a:lvl1pPr>
          </a:lstStyle>
          <a:p>
            <a:pPr/>
            <a:r>
              <a:t>Title should be less than 10 words</a:t>
            </a:r>
          </a:p>
        </p:txBody>
      </p:sp>
      <p:sp>
        <p:nvSpPr>
          <p:cNvPr id="6329" name="Rectangle 4"/>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330" name="Rectangle 11"/>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6331" name="Text Placeholder 13"/>
          <p:cNvSpPr/>
          <p:nvPr>
            <p:ph type="body" sz="quarter" idx="28"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63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hree statements">
    <p:bg>
      <p:bgPr>
        <a:solidFill>
          <a:srgbClr val="FFFFFF"/>
        </a:solidFill>
      </p:bgPr>
    </p:bg>
    <p:spTree>
      <p:nvGrpSpPr>
        <p:cNvPr id="1" name=""/>
        <p:cNvGrpSpPr/>
        <p:nvPr/>
      </p:nvGrpSpPr>
      <p:grpSpPr>
        <a:xfrm>
          <a:off x="0" y="0"/>
          <a:ext cx="0" cy="0"/>
          <a:chOff x="0" y="0"/>
          <a:chExt cx="0" cy="0"/>
        </a:xfrm>
      </p:grpSpPr>
      <p:grpSp>
        <p:nvGrpSpPr>
          <p:cNvPr id="6341" name="Rectangle 1"/>
          <p:cNvGrpSpPr/>
          <p:nvPr/>
        </p:nvGrpSpPr>
        <p:grpSpPr>
          <a:xfrm>
            <a:off x="12287632" y="5878297"/>
            <a:ext cx="710311" cy="979707"/>
            <a:chOff x="0" y="0"/>
            <a:chExt cx="710309" cy="979705"/>
          </a:xfrm>
        </p:grpSpPr>
        <p:sp>
          <p:nvSpPr>
            <p:cNvPr id="6339"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4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6344" name="Rectangle 2"/>
          <p:cNvGrpSpPr/>
          <p:nvPr/>
        </p:nvGrpSpPr>
        <p:grpSpPr>
          <a:xfrm>
            <a:off x="12287631" y="4898603"/>
            <a:ext cx="710311" cy="979709"/>
            <a:chOff x="0" y="-1"/>
            <a:chExt cx="710309" cy="979708"/>
          </a:xfrm>
        </p:grpSpPr>
        <p:sp>
          <p:nvSpPr>
            <p:cNvPr id="6342"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43"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6347" name="Rectangle 3"/>
          <p:cNvGrpSpPr/>
          <p:nvPr/>
        </p:nvGrpSpPr>
        <p:grpSpPr>
          <a:xfrm>
            <a:off x="12287632" y="3918862"/>
            <a:ext cx="710311" cy="979706"/>
            <a:chOff x="0" y="0"/>
            <a:chExt cx="710309" cy="979705"/>
          </a:xfrm>
        </p:grpSpPr>
        <p:sp>
          <p:nvSpPr>
            <p:cNvPr id="6345"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4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6350" name="Rectangle 4"/>
          <p:cNvGrpSpPr/>
          <p:nvPr/>
        </p:nvGrpSpPr>
        <p:grpSpPr>
          <a:xfrm>
            <a:off x="12287631" y="2939171"/>
            <a:ext cx="710311" cy="979707"/>
            <a:chOff x="0" y="0"/>
            <a:chExt cx="710309" cy="979705"/>
          </a:xfrm>
        </p:grpSpPr>
        <p:sp>
          <p:nvSpPr>
            <p:cNvPr id="6348"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4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6353" name="Rectangle 5"/>
          <p:cNvGrpSpPr/>
          <p:nvPr/>
        </p:nvGrpSpPr>
        <p:grpSpPr>
          <a:xfrm>
            <a:off x="12287632" y="1959431"/>
            <a:ext cx="710311" cy="979707"/>
            <a:chOff x="0" y="0"/>
            <a:chExt cx="710309" cy="979705"/>
          </a:xfrm>
        </p:grpSpPr>
        <p:sp>
          <p:nvSpPr>
            <p:cNvPr id="6351"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5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6356" name="Rectangle 6"/>
          <p:cNvGrpSpPr/>
          <p:nvPr/>
        </p:nvGrpSpPr>
        <p:grpSpPr>
          <a:xfrm>
            <a:off x="12287631" y="979736"/>
            <a:ext cx="710311" cy="979707"/>
            <a:chOff x="0" y="0"/>
            <a:chExt cx="710309" cy="979705"/>
          </a:xfrm>
        </p:grpSpPr>
        <p:sp>
          <p:nvSpPr>
            <p:cNvPr id="6354"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55"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6359" name="Rectangle 7"/>
          <p:cNvGrpSpPr/>
          <p:nvPr/>
        </p:nvGrpSpPr>
        <p:grpSpPr>
          <a:xfrm>
            <a:off x="12287631" y="-2"/>
            <a:ext cx="710311" cy="979706"/>
            <a:chOff x="0" y="0"/>
            <a:chExt cx="710309" cy="979705"/>
          </a:xfrm>
        </p:grpSpPr>
        <p:sp>
          <p:nvSpPr>
            <p:cNvPr id="6357"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5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362" name="Rectangle 8"/>
          <p:cNvGrpSpPr/>
          <p:nvPr/>
        </p:nvGrpSpPr>
        <p:grpSpPr>
          <a:xfrm>
            <a:off x="12997439" y="5715013"/>
            <a:ext cx="710311" cy="1142996"/>
            <a:chOff x="0" y="0"/>
            <a:chExt cx="710309" cy="1142994"/>
          </a:xfrm>
        </p:grpSpPr>
        <p:sp>
          <p:nvSpPr>
            <p:cNvPr id="6360"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365" name="Rectangle 9"/>
          <p:cNvGrpSpPr/>
          <p:nvPr/>
        </p:nvGrpSpPr>
        <p:grpSpPr>
          <a:xfrm>
            <a:off x="12997439" y="4572032"/>
            <a:ext cx="710311" cy="1142996"/>
            <a:chOff x="0" y="0"/>
            <a:chExt cx="710309" cy="1142994"/>
          </a:xfrm>
        </p:grpSpPr>
        <p:sp>
          <p:nvSpPr>
            <p:cNvPr id="6363"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6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368" name="Rectangle 10"/>
          <p:cNvGrpSpPr/>
          <p:nvPr/>
        </p:nvGrpSpPr>
        <p:grpSpPr>
          <a:xfrm>
            <a:off x="12997439" y="3428998"/>
            <a:ext cx="710311" cy="1142996"/>
            <a:chOff x="0" y="0"/>
            <a:chExt cx="710309" cy="1142994"/>
          </a:xfrm>
        </p:grpSpPr>
        <p:sp>
          <p:nvSpPr>
            <p:cNvPr id="6366"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6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371" name="Rectangle 11"/>
          <p:cNvGrpSpPr/>
          <p:nvPr/>
        </p:nvGrpSpPr>
        <p:grpSpPr>
          <a:xfrm>
            <a:off x="12997439" y="2286017"/>
            <a:ext cx="710311" cy="1142996"/>
            <a:chOff x="0" y="0"/>
            <a:chExt cx="710309" cy="1142994"/>
          </a:xfrm>
        </p:grpSpPr>
        <p:sp>
          <p:nvSpPr>
            <p:cNvPr id="6369"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374" name="Rectangle 12"/>
          <p:cNvGrpSpPr/>
          <p:nvPr/>
        </p:nvGrpSpPr>
        <p:grpSpPr>
          <a:xfrm>
            <a:off x="12997439" y="1142977"/>
            <a:ext cx="710311" cy="1142997"/>
            <a:chOff x="0" y="-1"/>
            <a:chExt cx="710309" cy="1142995"/>
          </a:xfrm>
        </p:grpSpPr>
        <p:sp>
          <p:nvSpPr>
            <p:cNvPr id="6372"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7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377" name="Rectangle 13"/>
          <p:cNvGrpSpPr/>
          <p:nvPr/>
        </p:nvGrpSpPr>
        <p:grpSpPr>
          <a:xfrm>
            <a:off x="13706754" y="-2365"/>
            <a:ext cx="710311" cy="1142995"/>
            <a:chOff x="0" y="0"/>
            <a:chExt cx="710309" cy="1142994"/>
          </a:xfrm>
        </p:grpSpPr>
        <p:sp>
          <p:nvSpPr>
            <p:cNvPr id="6375"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7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380" name="Rectangle 14"/>
          <p:cNvGrpSpPr/>
          <p:nvPr/>
        </p:nvGrpSpPr>
        <p:grpSpPr>
          <a:xfrm>
            <a:off x="13706756" y="5715013"/>
            <a:ext cx="710311" cy="1142996"/>
            <a:chOff x="0" y="0"/>
            <a:chExt cx="710309" cy="1142994"/>
          </a:xfrm>
        </p:grpSpPr>
        <p:sp>
          <p:nvSpPr>
            <p:cNvPr id="6378"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383" name="Rectangle 15"/>
          <p:cNvGrpSpPr/>
          <p:nvPr/>
        </p:nvGrpSpPr>
        <p:grpSpPr>
          <a:xfrm>
            <a:off x="13706754" y="4572032"/>
            <a:ext cx="710311" cy="1142996"/>
            <a:chOff x="0" y="0"/>
            <a:chExt cx="710309" cy="1142994"/>
          </a:xfrm>
        </p:grpSpPr>
        <p:sp>
          <p:nvSpPr>
            <p:cNvPr id="6381"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8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386" name="Rectangle 16"/>
          <p:cNvGrpSpPr/>
          <p:nvPr/>
        </p:nvGrpSpPr>
        <p:grpSpPr>
          <a:xfrm>
            <a:off x="12996453" y="-1157"/>
            <a:ext cx="710311" cy="1142995"/>
            <a:chOff x="0" y="0"/>
            <a:chExt cx="710309" cy="1142994"/>
          </a:xfrm>
        </p:grpSpPr>
        <p:sp>
          <p:nvSpPr>
            <p:cNvPr id="6384"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8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389" name="Rectangle 17"/>
          <p:cNvGrpSpPr/>
          <p:nvPr/>
        </p:nvGrpSpPr>
        <p:grpSpPr>
          <a:xfrm>
            <a:off x="13706754" y="2286017"/>
            <a:ext cx="710311" cy="1142996"/>
            <a:chOff x="0" y="0"/>
            <a:chExt cx="710309" cy="1142994"/>
          </a:xfrm>
        </p:grpSpPr>
        <p:sp>
          <p:nvSpPr>
            <p:cNvPr id="6387"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8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392" name="Rectangle 18"/>
          <p:cNvGrpSpPr/>
          <p:nvPr/>
        </p:nvGrpSpPr>
        <p:grpSpPr>
          <a:xfrm>
            <a:off x="13706756" y="1142977"/>
            <a:ext cx="710311" cy="1142997"/>
            <a:chOff x="0" y="-1"/>
            <a:chExt cx="710309" cy="1142995"/>
          </a:xfrm>
        </p:grpSpPr>
        <p:sp>
          <p:nvSpPr>
            <p:cNvPr id="6390"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9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395" name="Rectangle 19"/>
          <p:cNvGrpSpPr/>
          <p:nvPr/>
        </p:nvGrpSpPr>
        <p:grpSpPr>
          <a:xfrm>
            <a:off x="13706754" y="3427836"/>
            <a:ext cx="710311" cy="1142996"/>
            <a:chOff x="0" y="0"/>
            <a:chExt cx="710309" cy="1142994"/>
          </a:xfrm>
        </p:grpSpPr>
        <p:sp>
          <p:nvSpPr>
            <p:cNvPr id="6393"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39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396" name="Body Level One…"/>
          <p:cNvSpPr txBox="1"/>
          <p:nvPr>
            <p:ph type="body" sz="quarter" idx="1" hasCustomPrompt="1"/>
          </p:nvPr>
        </p:nvSpPr>
        <p:spPr>
          <a:xfrm>
            <a:off x="402336" y="398216"/>
            <a:ext cx="11388726" cy="365760"/>
          </a:xfrm>
          <a:prstGeom prst="rect">
            <a:avLst/>
          </a:prstGeom>
        </p:spPr>
        <p:txBody>
          <a:bodyPr lIns="45718" tIns="45718" rIns="45718" bIns="45718" anchor="ctr"/>
          <a:lstStyle>
            <a:lvl1pPr>
              <a:defRPr cap="all" sz="1400">
                <a:solidFill>
                  <a:srgbClr val="7C8C9A"/>
                </a:solidFill>
                <a:latin typeface="Mona Sans Mono"/>
                <a:ea typeface="Mona Sans Mono"/>
                <a:cs typeface="Mona Sans Mono"/>
                <a:sym typeface="Mona Sans Mono"/>
              </a:defRPr>
            </a:lvl1pPr>
            <a:lvl2pPr>
              <a:defRPr cap="all" sz="1400">
                <a:solidFill>
                  <a:srgbClr val="7C8C9A"/>
                </a:solidFill>
                <a:latin typeface="Mona Sans Mono"/>
                <a:ea typeface="Mona Sans Mono"/>
                <a:cs typeface="Mona Sans Mono"/>
                <a:sym typeface="Mona Sans Mono"/>
              </a:defRPr>
            </a:lvl2pPr>
            <a:lvl3pPr>
              <a:defRPr cap="all" sz="1400">
                <a:solidFill>
                  <a:srgbClr val="7C8C9A"/>
                </a:solidFill>
                <a:latin typeface="Mona Sans Mono"/>
                <a:ea typeface="Mona Sans Mono"/>
                <a:cs typeface="Mona Sans Mono"/>
                <a:sym typeface="Mona Sans Mono"/>
              </a:defRPr>
            </a:lvl3pPr>
            <a:lvl4pPr>
              <a:defRPr cap="all" sz="1400">
                <a:solidFill>
                  <a:srgbClr val="7C8C9A"/>
                </a:solidFill>
                <a:latin typeface="Mona Sans Mono"/>
                <a:ea typeface="Mona Sans Mono"/>
                <a:cs typeface="Mona Sans Mono"/>
                <a:sym typeface="Mona Sans Mono"/>
              </a:defRPr>
            </a:lvl4pPr>
            <a:lvl5pPr>
              <a:defRPr cap="all" sz="1400">
                <a:solidFill>
                  <a:srgbClr val="7C8C9A"/>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6397" name="Text Placeholder 23"/>
          <p:cNvSpPr/>
          <p:nvPr>
            <p:ph type="body" sz="quarter" idx="21" hasCustomPrompt="1"/>
          </p:nvPr>
        </p:nvSpPr>
        <p:spPr>
          <a:xfrm>
            <a:off x="402334" y="3821924"/>
            <a:ext cx="3520446" cy="457204"/>
          </a:xfrm>
          <a:prstGeom prst="rect">
            <a:avLst/>
          </a:prstGeom>
        </p:spPr>
        <p:txBody>
          <a:bodyPr lIns="45718" tIns="45718" rIns="45718" bIns="45718" anchor="b"/>
          <a:lstStyle>
            <a:lvl1pPr>
              <a:defRPr sz="1700">
                <a:solidFill>
                  <a:srgbClr val="000000"/>
                </a:solidFill>
              </a:defRPr>
            </a:lvl1pPr>
          </a:lstStyle>
          <a:p>
            <a:pPr/>
            <a:r>
              <a:t>Statement 1</a:t>
            </a:r>
          </a:p>
        </p:txBody>
      </p:sp>
      <p:sp>
        <p:nvSpPr>
          <p:cNvPr id="6398" name="Text Placeholder 23"/>
          <p:cNvSpPr/>
          <p:nvPr>
            <p:ph type="body" sz="quarter" idx="22" hasCustomPrompt="1"/>
          </p:nvPr>
        </p:nvSpPr>
        <p:spPr>
          <a:xfrm>
            <a:off x="402333" y="4279124"/>
            <a:ext cx="3520446" cy="1755241"/>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6399" name="Picture Placeholder 24"/>
          <p:cNvSpPr/>
          <p:nvPr>
            <p:ph type="pic" sz="quarter" idx="23"/>
          </p:nvPr>
        </p:nvSpPr>
        <p:spPr>
          <a:xfrm>
            <a:off x="402336" y="3237246"/>
            <a:ext cx="365668" cy="365764"/>
          </a:xfrm>
          <a:prstGeom prst="rect">
            <a:avLst/>
          </a:prstGeom>
        </p:spPr>
        <p:txBody>
          <a:bodyPr lIns="91439" tIns="45719" rIns="91439" bIns="45719">
            <a:noAutofit/>
          </a:bodyPr>
          <a:lstStyle/>
          <a:p>
            <a:pPr/>
          </a:p>
        </p:txBody>
      </p:sp>
      <p:sp>
        <p:nvSpPr>
          <p:cNvPr id="6400" name="Text Placeholder 23"/>
          <p:cNvSpPr/>
          <p:nvPr>
            <p:ph type="body" sz="quarter" idx="24" hasCustomPrompt="1"/>
          </p:nvPr>
        </p:nvSpPr>
        <p:spPr>
          <a:xfrm>
            <a:off x="4336477" y="3821924"/>
            <a:ext cx="3520443" cy="457204"/>
          </a:xfrm>
          <a:prstGeom prst="rect">
            <a:avLst/>
          </a:prstGeom>
        </p:spPr>
        <p:txBody>
          <a:bodyPr lIns="45718" tIns="45718" rIns="45718" bIns="45718" anchor="b"/>
          <a:lstStyle>
            <a:lvl1pPr>
              <a:defRPr sz="1700">
                <a:solidFill>
                  <a:srgbClr val="000000"/>
                </a:solidFill>
              </a:defRPr>
            </a:lvl1pPr>
          </a:lstStyle>
          <a:p>
            <a:pPr/>
            <a:r>
              <a:t>Statement 2</a:t>
            </a:r>
          </a:p>
        </p:txBody>
      </p:sp>
      <p:sp>
        <p:nvSpPr>
          <p:cNvPr id="6401" name="Text Placeholder 23"/>
          <p:cNvSpPr/>
          <p:nvPr>
            <p:ph type="body" sz="quarter" idx="25" hasCustomPrompt="1"/>
          </p:nvPr>
        </p:nvSpPr>
        <p:spPr>
          <a:xfrm>
            <a:off x="4336477" y="4279124"/>
            <a:ext cx="3520443" cy="1755241"/>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6402" name="Picture Placeholder 24"/>
          <p:cNvSpPr/>
          <p:nvPr>
            <p:ph type="pic" sz="quarter" idx="26"/>
          </p:nvPr>
        </p:nvSpPr>
        <p:spPr>
          <a:xfrm>
            <a:off x="4336477" y="3237246"/>
            <a:ext cx="365669" cy="365764"/>
          </a:xfrm>
          <a:prstGeom prst="rect">
            <a:avLst/>
          </a:prstGeom>
        </p:spPr>
        <p:txBody>
          <a:bodyPr lIns="91439" tIns="45719" rIns="91439" bIns="45719">
            <a:noAutofit/>
          </a:bodyPr>
          <a:lstStyle/>
          <a:p>
            <a:pPr/>
          </a:p>
        </p:txBody>
      </p:sp>
      <p:sp>
        <p:nvSpPr>
          <p:cNvPr id="6403" name="Text Placeholder 23"/>
          <p:cNvSpPr/>
          <p:nvPr>
            <p:ph type="body" sz="quarter" idx="27" hasCustomPrompt="1"/>
          </p:nvPr>
        </p:nvSpPr>
        <p:spPr>
          <a:xfrm>
            <a:off x="8270619" y="3821924"/>
            <a:ext cx="3520442" cy="457204"/>
          </a:xfrm>
          <a:prstGeom prst="rect">
            <a:avLst/>
          </a:prstGeom>
        </p:spPr>
        <p:txBody>
          <a:bodyPr lIns="45718" tIns="45718" rIns="45718" bIns="45718" anchor="b"/>
          <a:lstStyle>
            <a:lvl1pPr>
              <a:defRPr sz="1700">
                <a:solidFill>
                  <a:srgbClr val="000000"/>
                </a:solidFill>
              </a:defRPr>
            </a:lvl1pPr>
          </a:lstStyle>
          <a:p>
            <a:pPr/>
            <a:r>
              <a:t>Statement 3</a:t>
            </a:r>
          </a:p>
        </p:txBody>
      </p:sp>
      <p:sp>
        <p:nvSpPr>
          <p:cNvPr id="6404" name="Text Placeholder 23"/>
          <p:cNvSpPr/>
          <p:nvPr>
            <p:ph type="body" sz="quarter" idx="28" hasCustomPrompt="1"/>
          </p:nvPr>
        </p:nvSpPr>
        <p:spPr>
          <a:xfrm>
            <a:off x="8270619" y="4279124"/>
            <a:ext cx="3520443" cy="1755241"/>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6405" name="Picture Placeholder 24"/>
          <p:cNvSpPr/>
          <p:nvPr>
            <p:ph type="pic" sz="quarter" idx="29"/>
          </p:nvPr>
        </p:nvSpPr>
        <p:spPr>
          <a:xfrm>
            <a:off x="8270619" y="3237246"/>
            <a:ext cx="365669" cy="365764"/>
          </a:xfrm>
          <a:prstGeom prst="rect">
            <a:avLst/>
          </a:prstGeom>
        </p:spPr>
        <p:txBody>
          <a:bodyPr lIns="91439" tIns="45719" rIns="91439" bIns="45719">
            <a:noAutofit/>
          </a:bodyPr>
          <a:lstStyle/>
          <a:p>
            <a:pPr/>
          </a:p>
        </p:txBody>
      </p:sp>
      <p:sp>
        <p:nvSpPr>
          <p:cNvPr id="6406" name="Text Placeholder 6"/>
          <p:cNvSpPr/>
          <p:nvPr>
            <p:ph type="body" sz="half" idx="30" hasCustomPrompt="1"/>
          </p:nvPr>
        </p:nvSpPr>
        <p:spPr>
          <a:xfrm>
            <a:off x="402337" y="796204"/>
            <a:ext cx="11407076" cy="2029969"/>
          </a:xfrm>
          <a:prstGeom prst="rect">
            <a:avLst/>
          </a:prstGeom>
        </p:spPr>
        <p:txBody>
          <a:bodyPr/>
          <a:lstStyle>
            <a:lvl1pPr>
              <a:defRPr sz="4800">
                <a:solidFill>
                  <a:srgbClr val="000000"/>
                </a:solidFill>
              </a:defRPr>
            </a:lvl1pPr>
          </a:lstStyle>
          <a:p>
            <a:pPr/>
            <a:r>
              <a:t>Title should be less than 10 words</a:t>
            </a:r>
          </a:p>
        </p:txBody>
      </p:sp>
      <p:sp>
        <p:nvSpPr>
          <p:cNvPr id="6407" name="Rectangle 2"/>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408" name="Rectangle 4"/>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6409" name="Text Placeholder 13"/>
          <p:cNvSpPr/>
          <p:nvPr>
            <p:ph type="body" sz="quarter" idx="31"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64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Four statements">
    <p:bg>
      <p:bgPr>
        <a:solidFill>
          <a:srgbClr val="FFFFFF"/>
        </a:solidFill>
      </p:bgPr>
    </p:bg>
    <p:spTree>
      <p:nvGrpSpPr>
        <p:cNvPr id="1" name=""/>
        <p:cNvGrpSpPr/>
        <p:nvPr/>
      </p:nvGrpSpPr>
      <p:grpSpPr>
        <a:xfrm>
          <a:off x="0" y="0"/>
          <a:ext cx="0" cy="0"/>
          <a:chOff x="0" y="0"/>
          <a:chExt cx="0" cy="0"/>
        </a:xfrm>
      </p:grpSpPr>
      <p:grpSp>
        <p:nvGrpSpPr>
          <p:cNvPr id="6419" name="Rectangle 1"/>
          <p:cNvGrpSpPr/>
          <p:nvPr/>
        </p:nvGrpSpPr>
        <p:grpSpPr>
          <a:xfrm>
            <a:off x="12287632" y="5878297"/>
            <a:ext cx="710311" cy="979707"/>
            <a:chOff x="0" y="0"/>
            <a:chExt cx="710309" cy="979705"/>
          </a:xfrm>
        </p:grpSpPr>
        <p:sp>
          <p:nvSpPr>
            <p:cNvPr id="6417"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1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6422" name="Rectangle 2"/>
          <p:cNvGrpSpPr/>
          <p:nvPr/>
        </p:nvGrpSpPr>
        <p:grpSpPr>
          <a:xfrm>
            <a:off x="12287631" y="4898603"/>
            <a:ext cx="710311" cy="979709"/>
            <a:chOff x="0" y="-1"/>
            <a:chExt cx="710309" cy="979708"/>
          </a:xfrm>
        </p:grpSpPr>
        <p:sp>
          <p:nvSpPr>
            <p:cNvPr id="6420"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21"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6425" name="Rectangle 3"/>
          <p:cNvGrpSpPr/>
          <p:nvPr/>
        </p:nvGrpSpPr>
        <p:grpSpPr>
          <a:xfrm>
            <a:off x="12287632" y="3918862"/>
            <a:ext cx="710311" cy="979706"/>
            <a:chOff x="0" y="0"/>
            <a:chExt cx="710309" cy="979705"/>
          </a:xfrm>
        </p:grpSpPr>
        <p:sp>
          <p:nvSpPr>
            <p:cNvPr id="6423"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2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6428" name="Rectangle 4"/>
          <p:cNvGrpSpPr/>
          <p:nvPr/>
        </p:nvGrpSpPr>
        <p:grpSpPr>
          <a:xfrm>
            <a:off x="12287631" y="2939171"/>
            <a:ext cx="710311" cy="979707"/>
            <a:chOff x="0" y="0"/>
            <a:chExt cx="710309" cy="979705"/>
          </a:xfrm>
        </p:grpSpPr>
        <p:sp>
          <p:nvSpPr>
            <p:cNvPr id="6426"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2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6431" name="Rectangle 5"/>
          <p:cNvGrpSpPr/>
          <p:nvPr/>
        </p:nvGrpSpPr>
        <p:grpSpPr>
          <a:xfrm>
            <a:off x="12287632" y="1959431"/>
            <a:ext cx="710311" cy="979707"/>
            <a:chOff x="0" y="0"/>
            <a:chExt cx="710309" cy="979705"/>
          </a:xfrm>
        </p:grpSpPr>
        <p:sp>
          <p:nvSpPr>
            <p:cNvPr id="6429"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3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6434" name="Rectangle 6"/>
          <p:cNvGrpSpPr/>
          <p:nvPr/>
        </p:nvGrpSpPr>
        <p:grpSpPr>
          <a:xfrm>
            <a:off x="12287631" y="979736"/>
            <a:ext cx="710311" cy="979707"/>
            <a:chOff x="0" y="0"/>
            <a:chExt cx="710309" cy="979705"/>
          </a:xfrm>
        </p:grpSpPr>
        <p:sp>
          <p:nvSpPr>
            <p:cNvPr id="6432"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33"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6437" name="Rectangle 7"/>
          <p:cNvGrpSpPr/>
          <p:nvPr/>
        </p:nvGrpSpPr>
        <p:grpSpPr>
          <a:xfrm>
            <a:off x="12287631" y="-2"/>
            <a:ext cx="710311" cy="979706"/>
            <a:chOff x="0" y="0"/>
            <a:chExt cx="710309" cy="979705"/>
          </a:xfrm>
        </p:grpSpPr>
        <p:sp>
          <p:nvSpPr>
            <p:cNvPr id="6435"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3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440" name="Rectangle 8"/>
          <p:cNvGrpSpPr/>
          <p:nvPr/>
        </p:nvGrpSpPr>
        <p:grpSpPr>
          <a:xfrm>
            <a:off x="12997439" y="5715013"/>
            <a:ext cx="710311" cy="1142996"/>
            <a:chOff x="0" y="0"/>
            <a:chExt cx="710309" cy="1142994"/>
          </a:xfrm>
        </p:grpSpPr>
        <p:sp>
          <p:nvSpPr>
            <p:cNvPr id="6438"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3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443" name="Rectangle 9"/>
          <p:cNvGrpSpPr/>
          <p:nvPr/>
        </p:nvGrpSpPr>
        <p:grpSpPr>
          <a:xfrm>
            <a:off x="12997439" y="4572032"/>
            <a:ext cx="710311" cy="1142996"/>
            <a:chOff x="0" y="0"/>
            <a:chExt cx="710309" cy="1142994"/>
          </a:xfrm>
        </p:grpSpPr>
        <p:sp>
          <p:nvSpPr>
            <p:cNvPr id="6441"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4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446" name="Rectangle 10"/>
          <p:cNvGrpSpPr/>
          <p:nvPr/>
        </p:nvGrpSpPr>
        <p:grpSpPr>
          <a:xfrm>
            <a:off x="12997439" y="3428998"/>
            <a:ext cx="710311" cy="1142996"/>
            <a:chOff x="0" y="0"/>
            <a:chExt cx="710309" cy="1142994"/>
          </a:xfrm>
        </p:grpSpPr>
        <p:sp>
          <p:nvSpPr>
            <p:cNvPr id="6444"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4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449" name="Rectangle 11"/>
          <p:cNvGrpSpPr/>
          <p:nvPr/>
        </p:nvGrpSpPr>
        <p:grpSpPr>
          <a:xfrm>
            <a:off x="12997439" y="2286017"/>
            <a:ext cx="710311" cy="1142996"/>
            <a:chOff x="0" y="0"/>
            <a:chExt cx="710309" cy="1142994"/>
          </a:xfrm>
        </p:grpSpPr>
        <p:sp>
          <p:nvSpPr>
            <p:cNvPr id="6447"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4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452" name="Rectangle 12"/>
          <p:cNvGrpSpPr/>
          <p:nvPr/>
        </p:nvGrpSpPr>
        <p:grpSpPr>
          <a:xfrm>
            <a:off x="12997439" y="1142977"/>
            <a:ext cx="710311" cy="1142997"/>
            <a:chOff x="0" y="-1"/>
            <a:chExt cx="710309" cy="1142995"/>
          </a:xfrm>
        </p:grpSpPr>
        <p:sp>
          <p:nvSpPr>
            <p:cNvPr id="6450"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5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455" name="Rectangle 13"/>
          <p:cNvGrpSpPr/>
          <p:nvPr/>
        </p:nvGrpSpPr>
        <p:grpSpPr>
          <a:xfrm>
            <a:off x="13706754" y="-2365"/>
            <a:ext cx="710311" cy="1142995"/>
            <a:chOff x="0" y="0"/>
            <a:chExt cx="710309" cy="1142994"/>
          </a:xfrm>
        </p:grpSpPr>
        <p:sp>
          <p:nvSpPr>
            <p:cNvPr id="6453"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458" name="Rectangle 14"/>
          <p:cNvGrpSpPr/>
          <p:nvPr/>
        </p:nvGrpSpPr>
        <p:grpSpPr>
          <a:xfrm>
            <a:off x="13706756" y="5715013"/>
            <a:ext cx="710311" cy="1142996"/>
            <a:chOff x="0" y="0"/>
            <a:chExt cx="710309" cy="1142994"/>
          </a:xfrm>
        </p:grpSpPr>
        <p:sp>
          <p:nvSpPr>
            <p:cNvPr id="6456"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461" name="Rectangle 15"/>
          <p:cNvGrpSpPr/>
          <p:nvPr/>
        </p:nvGrpSpPr>
        <p:grpSpPr>
          <a:xfrm>
            <a:off x="13706754" y="4572032"/>
            <a:ext cx="710311" cy="1142996"/>
            <a:chOff x="0" y="0"/>
            <a:chExt cx="710309" cy="1142994"/>
          </a:xfrm>
        </p:grpSpPr>
        <p:sp>
          <p:nvSpPr>
            <p:cNvPr id="6459"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464" name="Rectangle 16"/>
          <p:cNvGrpSpPr/>
          <p:nvPr/>
        </p:nvGrpSpPr>
        <p:grpSpPr>
          <a:xfrm>
            <a:off x="12996453" y="-1157"/>
            <a:ext cx="710311" cy="1142995"/>
            <a:chOff x="0" y="0"/>
            <a:chExt cx="710309" cy="1142994"/>
          </a:xfrm>
        </p:grpSpPr>
        <p:sp>
          <p:nvSpPr>
            <p:cNvPr id="6462"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6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467" name="Rectangle 17"/>
          <p:cNvGrpSpPr/>
          <p:nvPr/>
        </p:nvGrpSpPr>
        <p:grpSpPr>
          <a:xfrm>
            <a:off x="13706754" y="2286017"/>
            <a:ext cx="710311" cy="1142996"/>
            <a:chOff x="0" y="0"/>
            <a:chExt cx="710309" cy="1142994"/>
          </a:xfrm>
        </p:grpSpPr>
        <p:sp>
          <p:nvSpPr>
            <p:cNvPr id="6465"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470" name="Rectangle 18"/>
          <p:cNvGrpSpPr/>
          <p:nvPr/>
        </p:nvGrpSpPr>
        <p:grpSpPr>
          <a:xfrm>
            <a:off x="13706756" y="1142977"/>
            <a:ext cx="710311" cy="1142997"/>
            <a:chOff x="0" y="-1"/>
            <a:chExt cx="710309" cy="1142995"/>
          </a:xfrm>
        </p:grpSpPr>
        <p:sp>
          <p:nvSpPr>
            <p:cNvPr id="6468"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6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473" name="Rectangle 19"/>
          <p:cNvGrpSpPr/>
          <p:nvPr/>
        </p:nvGrpSpPr>
        <p:grpSpPr>
          <a:xfrm>
            <a:off x="13706754" y="3427836"/>
            <a:ext cx="710311" cy="1142996"/>
            <a:chOff x="0" y="0"/>
            <a:chExt cx="710309" cy="1142994"/>
          </a:xfrm>
        </p:grpSpPr>
        <p:sp>
          <p:nvSpPr>
            <p:cNvPr id="6471"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474" name="Body Level One…"/>
          <p:cNvSpPr txBox="1"/>
          <p:nvPr>
            <p:ph type="body" sz="quarter" idx="1" hasCustomPrompt="1"/>
          </p:nvPr>
        </p:nvSpPr>
        <p:spPr>
          <a:xfrm>
            <a:off x="402336" y="398216"/>
            <a:ext cx="4492856" cy="365760"/>
          </a:xfrm>
          <a:prstGeom prst="rect">
            <a:avLst/>
          </a:prstGeom>
        </p:spPr>
        <p:txBody>
          <a:bodyPr lIns="45718" tIns="45718" rIns="45718" bIns="45718" anchor="ctr"/>
          <a:lstStyle>
            <a:lvl1pPr>
              <a:defRPr cap="all" sz="1400">
                <a:solidFill>
                  <a:srgbClr val="7C8C9A"/>
                </a:solidFill>
                <a:latin typeface="Mona Sans Mono"/>
                <a:ea typeface="Mona Sans Mono"/>
                <a:cs typeface="Mona Sans Mono"/>
                <a:sym typeface="Mona Sans Mono"/>
              </a:defRPr>
            </a:lvl1pPr>
            <a:lvl2pPr>
              <a:defRPr cap="all" sz="1400">
                <a:solidFill>
                  <a:srgbClr val="7C8C9A"/>
                </a:solidFill>
                <a:latin typeface="Mona Sans Mono"/>
                <a:ea typeface="Mona Sans Mono"/>
                <a:cs typeface="Mona Sans Mono"/>
                <a:sym typeface="Mona Sans Mono"/>
              </a:defRPr>
            </a:lvl2pPr>
            <a:lvl3pPr>
              <a:defRPr cap="all" sz="1400">
                <a:solidFill>
                  <a:srgbClr val="7C8C9A"/>
                </a:solidFill>
                <a:latin typeface="Mona Sans Mono"/>
                <a:ea typeface="Mona Sans Mono"/>
                <a:cs typeface="Mona Sans Mono"/>
                <a:sym typeface="Mona Sans Mono"/>
              </a:defRPr>
            </a:lvl3pPr>
            <a:lvl4pPr>
              <a:defRPr cap="all" sz="1400">
                <a:solidFill>
                  <a:srgbClr val="7C8C9A"/>
                </a:solidFill>
                <a:latin typeface="Mona Sans Mono"/>
                <a:ea typeface="Mona Sans Mono"/>
                <a:cs typeface="Mona Sans Mono"/>
                <a:sym typeface="Mona Sans Mono"/>
              </a:defRPr>
            </a:lvl4pPr>
            <a:lvl5pPr>
              <a:defRPr cap="all" sz="1400">
                <a:solidFill>
                  <a:srgbClr val="7C8C9A"/>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6475" name="Text Placeholder 23"/>
          <p:cNvSpPr/>
          <p:nvPr>
            <p:ph type="body" sz="quarter" idx="21" hasCustomPrompt="1"/>
          </p:nvPr>
        </p:nvSpPr>
        <p:spPr>
          <a:xfrm>
            <a:off x="8738982" y="982893"/>
            <a:ext cx="3044956" cy="457204"/>
          </a:xfrm>
          <a:prstGeom prst="rect">
            <a:avLst/>
          </a:prstGeom>
        </p:spPr>
        <p:txBody>
          <a:bodyPr lIns="45718" tIns="45718" rIns="45718" bIns="45718" anchor="b"/>
          <a:lstStyle>
            <a:lvl1pPr>
              <a:defRPr sz="1700">
                <a:solidFill>
                  <a:srgbClr val="000000"/>
                </a:solidFill>
              </a:defRPr>
            </a:lvl1pPr>
          </a:lstStyle>
          <a:p>
            <a:pPr/>
            <a:r>
              <a:t>Statement 2</a:t>
            </a:r>
          </a:p>
        </p:txBody>
      </p:sp>
      <p:sp>
        <p:nvSpPr>
          <p:cNvPr id="6476" name="Text Placeholder 23"/>
          <p:cNvSpPr/>
          <p:nvPr>
            <p:ph type="body" sz="quarter" idx="22" hasCustomPrompt="1"/>
          </p:nvPr>
        </p:nvSpPr>
        <p:spPr>
          <a:xfrm>
            <a:off x="8738982" y="1463659"/>
            <a:ext cx="3044956" cy="914401"/>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6477" name="Picture Placeholder 24"/>
          <p:cNvSpPr/>
          <p:nvPr>
            <p:ph type="pic" sz="quarter" idx="23"/>
          </p:nvPr>
        </p:nvSpPr>
        <p:spPr>
          <a:xfrm>
            <a:off x="8738982" y="398216"/>
            <a:ext cx="365669" cy="365760"/>
          </a:xfrm>
          <a:prstGeom prst="rect">
            <a:avLst/>
          </a:prstGeom>
        </p:spPr>
        <p:txBody>
          <a:bodyPr lIns="91439" tIns="45719" rIns="91439" bIns="45719">
            <a:noAutofit/>
          </a:bodyPr>
          <a:lstStyle/>
          <a:p>
            <a:pPr/>
          </a:p>
        </p:txBody>
      </p:sp>
      <p:sp>
        <p:nvSpPr>
          <p:cNvPr id="6478" name="Text Placeholder 23"/>
          <p:cNvSpPr/>
          <p:nvPr>
            <p:ph type="body" sz="quarter" idx="24" hasCustomPrompt="1"/>
          </p:nvPr>
        </p:nvSpPr>
        <p:spPr>
          <a:xfrm>
            <a:off x="5292452" y="982893"/>
            <a:ext cx="3049275" cy="457204"/>
          </a:xfrm>
          <a:prstGeom prst="rect">
            <a:avLst/>
          </a:prstGeom>
        </p:spPr>
        <p:txBody>
          <a:bodyPr lIns="45718" tIns="45718" rIns="45718" bIns="45718" anchor="b"/>
          <a:lstStyle>
            <a:lvl1pPr>
              <a:defRPr sz="1700">
                <a:solidFill>
                  <a:srgbClr val="000000"/>
                </a:solidFill>
              </a:defRPr>
            </a:lvl1pPr>
          </a:lstStyle>
          <a:p>
            <a:pPr/>
            <a:r>
              <a:t>Statement 1</a:t>
            </a:r>
          </a:p>
        </p:txBody>
      </p:sp>
      <p:sp>
        <p:nvSpPr>
          <p:cNvPr id="6479" name="Text Placeholder 23"/>
          <p:cNvSpPr/>
          <p:nvPr>
            <p:ph type="body" sz="quarter" idx="25" hasCustomPrompt="1"/>
          </p:nvPr>
        </p:nvSpPr>
        <p:spPr>
          <a:xfrm>
            <a:off x="5292452" y="1463659"/>
            <a:ext cx="3049275" cy="914401"/>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6480" name="Picture Placeholder 24"/>
          <p:cNvSpPr/>
          <p:nvPr>
            <p:ph type="pic" sz="quarter" idx="26"/>
          </p:nvPr>
        </p:nvSpPr>
        <p:spPr>
          <a:xfrm>
            <a:off x="5292452" y="398216"/>
            <a:ext cx="365669" cy="365760"/>
          </a:xfrm>
          <a:prstGeom prst="rect">
            <a:avLst/>
          </a:prstGeom>
        </p:spPr>
        <p:txBody>
          <a:bodyPr lIns="91439" tIns="45719" rIns="91439" bIns="45719">
            <a:noAutofit/>
          </a:bodyPr>
          <a:lstStyle/>
          <a:p>
            <a:pPr/>
          </a:p>
        </p:txBody>
      </p:sp>
      <p:sp>
        <p:nvSpPr>
          <p:cNvPr id="6481" name="Text Placeholder 23"/>
          <p:cNvSpPr/>
          <p:nvPr>
            <p:ph type="body" sz="quarter" idx="27" hasCustomPrompt="1"/>
          </p:nvPr>
        </p:nvSpPr>
        <p:spPr>
          <a:xfrm>
            <a:off x="8738982" y="3363486"/>
            <a:ext cx="3044956" cy="457204"/>
          </a:xfrm>
          <a:prstGeom prst="rect">
            <a:avLst/>
          </a:prstGeom>
        </p:spPr>
        <p:txBody>
          <a:bodyPr lIns="45718" tIns="45718" rIns="45718" bIns="45718" anchor="b"/>
          <a:lstStyle>
            <a:lvl1pPr>
              <a:defRPr sz="1700">
                <a:solidFill>
                  <a:srgbClr val="000000"/>
                </a:solidFill>
              </a:defRPr>
            </a:lvl1pPr>
          </a:lstStyle>
          <a:p>
            <a:pPr/>
            <a:r>
              <a:t>Statement 4</a:t>
            </a:r>
          </a:p>
        </p:txBody>
      </p:sp>
      <p:sp>
        <p:nvSpPr>
          <p:cNvPr id="6482" name="Text Placeholder 23"/>
          <p:cNvSpPr/>
          <p:nvPr>
            <p:ph type="body" sz="quarter" idx="28" hasCustomPrompt="1"/>
          </p:nvPr>
        </p:nvSpPr>
        <p:spPr>
          <a:xfrm>
            <a:off x="8738982" y="3844252"/>
            <a:ext cx="3044956" cy="914404"/>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6483" name="Picture Placeholder 24"/>
          <p:cNvSpPr/>
          <p:nvPr>
            <p:ph type="pic" sz="quarter" idx="29"/>
          </p:nvPr>
        </p:nvSpPr>
        <p:spPr>
          <a:xfrm>
            <a:off x="8738982" y="2778809"/>
            <a:ext cx="365669" cy="365764"/>
          </a:xfrm>
          <a:prstGeom prst="rect">
            <a:avLst/>
          </a:prstGeom>
        </p:spPr>
        <p:txBody>
          <a:bodyPr lIns="91439" tIns="45719" rIns="91439" bIns="45719">
            <a:noAutofit/>
          </a:bodyPr>
          <a:lstStyle/>
          <a:p>
            <a:pPr/>
          </a:p>
        </p:txBody>
      </p:sp>
      <p:sp>
        <p:nvSpPr>
          <p:cNvPr id="6484" name="Text Placeholder 23"/>
          <p:cNvSpPr/>
          <p:nvPr>
            <p:ph type="body" sz="quarter" idx="30" hasCustomPrompt="1"/>
          </p:nvPr>
        </p:nvSpPr>
        <p:spPr>
          <a:xfrm>
            <a:off x="5292452" y="3363486"/>
            <a:ext cx="3049275" cy="457204"/>
          </a:xfrm>
          <a:prstGeom prst="rect">
            <a:avLst/>
          </a:prstGeom>
        </p:spPr>
        <p:txBody>
          <a:bodyPr lIns="45718" tIns="45718" rIns="45718" bIns="45718" anchor="b"/>
          <a:lstStyle>
            <a:lvl1pPr>
              <a:defRPr sz="1700">
                <a:solidFill>
                  <a:srgbClr val="000000"/>
                </a:solidFill>
              </a:defRPr>
            </a:lvl1pPr>
          </a:lstStyle>
          <a:p>
            <a:pPr/>
            <a:r>
              <a:t>Statement 3</a:t>
            </a:r>
          </a:p>
        </p:txBody>
      </p:sp>
      <p:sp>
        <p:nvSpPr>
          <p:cNvPr id="6485" name="Text Placeholder 23"/>
          <p:cNvSpPr/>
          <p:nvPr>
            <p:ph type="body" sz="quarter" idx="31" hasCustomPrompt="1"/>
          </p:nvPr>
        </p:nvSpPr>
        <p:spPr>
          <a:xfrm>
            <a:off x="5292452" y="3844252"/>
            <a:ext cx="3049275" cy="914404"/>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6486" name="Picture Placeholder 24"/>
          <p:cNvSpPr/>
          <p:nvPr>
            <p:ph type="pic" sz="quarter" idx="32"/>
          </p:nvPr>
        </p:nvSpPr>
        <p:spPr>
          <a:xfrm>
            <a:off x="5292452" y="2778809"/>
            <a:ext cx="365669" cy="365764"/>
          </a:xfrm>
          <a:prstGeom prst="rect">
            <a:avLst/>
          </a:prstGeom>
        </p:spPr>
        <p:txBody>
          <a:bodyPr lIns="91439" tIns="45719" rIns="91439" bIns="45719">
            <a:noAutofit/>
          </a:bodyPr>
          <a:lstStyle/>
          <a:p>
            <a:pPr/>
          </a:p>
        </p:txBody>
      </p:sp>
      <p:sp>
        <p:nvSpPr>
          <p:cNvPr id="6487" name="Text Placeholder 6"/>
          <p:cNvSpPr/>
          <p:nvPr>
            <p:ph type="body" sz="half" idx="33" hasCustomPrompt="1"/>
          </p:nvPr>
        </p:nvSpPr>
        <p:spPr>
          <a:xfrm>
            <a:off x="404889" y="796205"/>
            <a:ext cx="4492855" cy="5237930"/>
          </a:xfrm>
          <a:prstGeom prst="rect">
            <a:avLst/>
          </a:prstGeom>
        </p:spPr>
        <p:txBody>
          <a:bodyPr/>
          <a:lstStyle>
            <a:lvl1pPr>
              <a:defRPr sz="4800">
                <a:solidFill>
                  <a:srgbClr val="000000"/>
                </a:solidFill>
              </a:defRPr>
            </a:lvl1pPr>
          </a:lstStyle>
          <a:p>
            <a:pPr/>
            <a:r>
              <a:t>Title should be less than 10 words</a:t>
            </a:r>
          </a:p>
        </p:txBody>
      </p:sp>
      <p:sp>
        <p:nvSpPr>
          <p:cNvPr id="6488" name="Rectangle 4"/>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489" name="Rectangle 11"/>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6490" name="Text Placeholder 13"/>
          <p:cNvSpPr/>
          <p:nvPr>
            <p:ph type="body" sz="quarter" idx="34"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64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Four statements columns">
    <p:bg>
      <p:bgPr>
        <a:solidFill>
          <a:srgbClr val="FFFFFF"/>
        </a:solidFill>
      </p:bgPr>
    </p:bg>
    <p:spTree>
      <p:nvGrpSpPr>
        <p:cNvPr id="1" name=""/>
        <p:cNvGrpSpPr/>
        <p:nvPr/>
      </p:nvGrpSpPr>
      <p:grpSpPr>
        <a:xfrm>
          <a:off x="0" y="0"/>
          <a:ext cx="0" cy="0"/>
          <a:chOff x="0" y="0"/>
          <a:chExt cx="0" cy="0"/>
        </a:xfrm>
      </p:grpSpPr>
      <p:grpSp>
        <p:nvGrpSpPr>
          <p:cNvPr id="6500" name="Rectangle 1"/>
          <p:cNvGrpSpPr/>
          <p:nvPr/>
        </p:nvGrpSpPr>
        <p:grpSpPr>
          <a:xfrm>
            <a:off x="12287632" y="5878297"/>
            <a:ext cx="710311" cy="979707"/>
            <a:chOff x="0" y="0"/>
            <a:chExt cx="710309" cy="979705"/>
          </a:xfrm>
        </p:grpSpPr>
        <p:sp>
          <p:nvSpPr>
            <p:cNvPr id="6498"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49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6503" name="Rectangle 2"/>
          <p:cNvGrpSpPr/>
          <p:nvPr/>
        </p:nvGrpSpPr>
        <p:grpSpPr>
          <a:xfrm>
            <a:off x="12287631" y="4898603"/>
            <a:ext cx="710311" cy="979709"/>
            <a:chOff x="0" y="-1"/>
            <a:chExt cx="710309" cy="979708"/>
          </a:xfrm>
        </p:grpSpPr>
        <p:sp>
          <p:nvSpPr>
            <p:cNvPr id="6501"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02"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6506" name="Rectangle 3"/>
          <p:cNvGrpSpPr/>
          <p:nvPr/>
        </p:nvGrpSpPr>
        <p:grpSpPr>
          <a:xfrm>
            <a:off x="12287632" y="3918862"/>
            <a:ext cx="710311" cy="979706"/>
            <a:chOff x="0" y="0"/>
            <a:chExt cx="710309" cy="979705"/>
          </a:xfrm>
        </p:grpSpPr>
        <p:sp>
          <p:nvSpPr>
            <p:cNvPr id="6504"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0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6509" name="Rectangle 4"/>
          <p:cNvGrpSpPr/>
          <p:nvPr/>
        </p:nvGrpSpPr>
        <p:grpSpPr>
          <a:xfrm>
            <a:off x="12287631" y="2939171"/>
            <a:ext cx="710311" cy="979707"/>
            <a:chOff x="0" y="0"/>
            <a:chExt cx="710309" cy="979705"/>
          </a:xfrm>
        </p:grpSpPr>
        <p:sp>
          <p:nvSpPr>
            <p:cNvPr id="6507"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0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6512" name="Rectangle 5"/>
          <p:cNvGrpSpPr/>
          <p:nvPr/>
        </p:nvGrpSpPr>
        <p:grpSpPr>
          <a:xfrm>
            <a:off x="12287632" y="1959431"/>
            <a:ext cx="710311" cy="979707"/>
            <a:chOff x="0" y="0"/>
            <a:chExt cx="710309" cy="979705"/>
          </a:xfrm>
        </p:grpSpPr>
        <p:sp>
          <p:nvSpPr>
            <p:cNvPr id="6510"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1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6515" name="Rectangle 6"/>
          <p:cNvGrpSpPr/>
          <p:nvPr/>
        </p:nvGrpSpPr>
        <p:grpSpPr>
          <a:xfrm>
            <a:off x="12287631" y="979736"/>
            <a:ext cx="710311" cy="979707"/>
            <a:chOff x="0" y="0"/>
            <a:chExt cx="710309" cy="979705"/>
          </a:xfrm>
        </p:grpSpPr>
        <p:sp>
          <p:nvSpPr>
            <p:cNvPr id="6513"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14"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6518" name="Rectangle 7"/>
          <p:cNvGrpSpPr/>
          <p:nvPr/>
        </p:nvGrpSpPr>
        <p:grpSpPr>
          <a:xfrm>
            <a:off x="12287631" y="-2"/>
            <a:ext cx="710311" cy="979706"/>
            <a:chOff x="0" y="0"/>
            <a:chExt cx="710309" cy="979705"/>
          </a:xfrm>
        </p:grpSpPr>
        <p:sp>
          <p:nvSpPr>
            <p:cNvPr id="6516"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1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521" name="Rectangle 8"/>
          <p:cNvGrpSpPr/>
          <p:nvPr/>
        </p:nvGrpSpPr>
        <p:grpSpPr>
          <a:xfrm>
            <a:off x="12997439" y="5715013"/>
            <a:ext cx="710311" cy="1142996"/>
            <a:chOff x="0" y="0"/>
            <a:chExt cx="710309" cy="1142994"/>
          </a:xfrm>
        </p:grpSpPr>
        <p:sp>
          <p:nvSpPr>
            <p:cNvPr id="6519"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524" name="Rectangle 9"/>
          <p:cNvGrpSpPr/>
          <p:nvPr/>
        </p:nvGrpSpPr>
        <p:grpSpPr>
          <a:xfrm>
            <a:off x="12997439" y="4572032"/>
            <a:ext cx="710311" cy="1142996"/>
            <a:chOff x="0" y="0"/>
            <a:chExt cx="710309" cy="1142994"/>
          </a:xfrm>
        </p:grpSpPr>
        <p:sp>
          <p:nvSpPr>
            <p:cNvPr id="6522"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2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527" name="Rectangle 10"/>
          <p:cNvGrpSpPr/>
          <p:nvPr/>
        </p:nvGrpSpPr>
        <p:grpSpPr>
          <a:xfrm>
            <a:off x="12997439" y="3428998"/>
            <a:ext cx="710311" cy="1142996"/>
            <a:chOff x="0" y="0"/>
            <a:chExt cx="710309" cy="1142994"/>
          </a:xfrm>
        </p:grpSpPr>
        <p:sp>
          <p:nvSpPr>
            <p:cNvPr id="6525"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2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530" name="Rectangle 11"/>
          <p:cNvGrpSpPr/>
          <p:nvPr/>
        </p:nvGrpSpPr>
        <p:grpSpPr>
          <a:xfrm>
            <a:off x="12997439" y="2286017"/>
            <a:ext cx="710311" cy="1142996"/>
            <a:chOff x="0" y="0"/>
            <a:chExt cx="710309" cy="1142994"/>
          </a:xfrm>
        </p:grpSpPr>
        <p:sp>
          <p:nvSpPr>
            <p:cNvPr id="6528"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533" name="Rectangle 12"/>
          <p:cNvGrpSpPr/>
          <p:nvPr/>
        </p:nvGrpSpPr>
        <p:grpSpPr>
          <a:xfrm>
            <a:off x="12997439" y="1142977"/>
            <a:ext cx="710311" cy="1142997"/>
            <a:chOff x="0" y="-1"/>
            <a:chExt cx="710309" cy="1142995"/>
          </a:xfrm>
        </p:grpSpPr>
        <p:sp>
          <p:nvSpPr>
            <p:cNvPr id="6531"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3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536" name="Rectangle 13"/>
          <p:cNvGrpSpPr/>
          <p:nvPr/>
        </p:nvGrpSpPr>
        <p:grpSpPr>
          <a:xfrm>
            <a:off x="13706754" y="-2365"/>
            <a:ext cx="710311" cy="1142995"/>
            <a:chOff x="0" y="0"/>
            <a:chExt cx="710309" cy="1142994"/>
          </a:xfrm>
        </p:grpSpPr>
        <p:sp>
          <p:nvSpPr>
            <p:cNvPr id="6534"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3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539" name="Rectangle 14"/>
          <p:cNvGrpSpPr/>
          <p:nvPr/>
        </p:nvGrpSpPr>
        <p:grpSpPr>
          <a:xfrm>
            <a:off x="13706756" y="5715013"/>
            <a:ext cx="710311" cy="1142996"/>
            <a:chOff x="0" y="0"/>
            <a:chExt cx="710309" cy="1142994"/>
          </a:xfrm>
        </p:grpSpPr>
        <p:sp>
          <p:nvSpPr>
            <p:cNvPr id="6537"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3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542" name="Rectangle 15"/>
          <p:cNvGrpSpPr/>
          <p:nvPr/>
        </p:nvGrpSpPr>
        <p:grpSpPr>
          <a:xfrm>
            <a:off x="13706754" y="4572032"/>
            <a:ext cx="710311" cy="1142996"/>
            <a:chOff x="0" y="0"/>
            <a:chExt cx="710309" cy="1142994"/>
          </a:xfrm>
        </p:grpSpPr>
        <p:sp>
          <p:nvSpPr>
            <p:cNvPr id="6540"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4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545" name="Rectangle 16"/>
          <p:cNvGrpSpPr/>
          <p:nvPr/>
        </p:nvGrpSpPr>
        <p:grpSpPr>
          <a:xfrm>
            <a:off x="12996453" y="-1157"/>
            <a:ext cx="710311" cy="1142995"/>
            <a:chOff x="0" y="0"/>
            <a:chExt cx="710309" cy="1142994"/>
          </a:xfrm>
        </p:grpSpPr>
        <p:sp>
          <p:nvSpPr>
            <p:cNvPr id="6543"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4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548" name="Rectangle 17"/>
          <p:cNvGrpSpPr/>
          <p:nvPr/>
        </p:nvGrpSpPr>
        <p:grpSpPr>
          <a:xfrm>
            <a:off x="13706754" y="2286017"/>
            <a:ext cx="710311" cy="1142996"/>
            <a:chOff x="0" y="0"/>
            <a:chExt cx="710309" cy="1142994"/>
          </a:xfrm>
        </p:grpSpPr>
        <p:sp>
          <p:nvSpPr>
            <p:cNvPr id="6546"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4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551" name="Rectangle 18"/>
          <p:cNvGrpSpPr/>
          <p:nvPr/>
        </p:nvGrpSpPr>
        <p:grpSpPr>
          <a:xfrm>
            <a:off x="13706756" y="1142977"/>
            <a:ext cx="710311" cy="1142997"/>
            <a:chOff x="0" y="-1"/>
            <a:chExt cx="710309" cy="1142995"/>
          </a:xfrm>
        </p:grpSpPr>
        <p:sp>
          <p:nvSpPr>
            <p:cNvPr id="6549"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5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554" name="Rectangle 19"/>
          <p:cNvGrpSpPr/>
          <p:nvPr/>
        </p:nvGrpSpPr>
        <p:grpSpPr>
          <a:xfrm>
            <a:off x="13706754" y="3427836"/>
            <a:ext cx="710311" cy="1142996"/>
            <a:chOff x="0" y="0"/>
            <a:chExt cx="710309" cy="1142994"/>
          </a:xfrm>
        </p:grpSpPr>
        <p:sp>
          <p:nvSpPr>
            <p:cNvPr id="6552"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5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555" name="Body Level One…"/>
          <p:cNvSpPr txBox="1"/>
          <p:nvPr>
            <p:ph type="body" sz="quarter" idx="1" hasCustomPrompt="1"/>
          </p:nvPr>
        </p:nvSpPr>
        <p:spPr>
          <a:xfrm>
            <a:off x="402336" y="398216"/>
            <a:ext cx="11388726" cy="365760"/>
          </a:xfrm>
          <a:prstGeom prst="rect">
            <a:avLst/>
          </a:prstGeom>
        </p:spPr>
        <p:txBody>
          <a:bodyPr lIns="45718" tIns="45718" rIns="45718" bIns="45718" anchor="ctr"/>
          <a:lstStyle>
            <a:lvl1pPr>
              <a:defRPr cap="all" sz="1400">
                <a:solidFill>
                  <a:srgbClr val="7C8C9A"/>
                </a:solidFill>
                <a:latin typeface="Mona Sans Mono"/>
                <a:ea typeface="Mona Sans Mono"/>
                <a:cs typeface="Mona Sans Mono"/>
                <a:sym typeface="Mona Sans Mono"/>
              </a:defRPr>
            </a:lvl1pPr>
            <a:lvl2pPr>
              <a:defRPr cap="all" sz="1400">
                <a:solidFill>
                  <a:srgbClr val="7C8C9A"/>
                </a:solidFill>
                <a:latin typeface="Mona Sans Mono"/>
                <a:ea typeface="Mona Sans Mono"/>
                <a:cs typeface="Mona Sans Mono"/>
                <a:sym typeface="Mona Sans Mono"/>
              </a:defRPr>
            </a:lvl2pPr>
            <a:lvl3pPr>
              <a:defRPr cap="all" sz="1400">
                <a:solidFill>
                  <a:srgbClr val="7C8C9A"/>
                </a:solidFill>
                <a:latin typeface="Mona Sans Mono"/>
                <a:ea typeface="Mona Sans Mono"/>
                <a:cs typeface="Mona Sans Mono"/>
                <a:sym typeface="Mona Sans Mono"/>
              </a:defRPr>
            </a:lvl3pPr>
            <a:lvl4pPr>
              <a:defRPr cap="all" sz="1400">
                <a:solidFill>
                  <a:srgbClr val="7C8C9A"/>
                </a:solidFill>
                <a:latin typeface="Mona Sans Mono"/>
                <a:ea typeface="Mona Sans Mono"/>
                <a:cs typeface="Mona Sans Mono"/>
                <a:sym typeface="Mona Sans Mono"/>
              </a:defRPr>
            </a:lvl4pPr>
            <a:lvl5pPr>
              <a:defRPr cap="all" sz="1400">
                <a:solidFill>
                  <a:srgbClr val="7C8C9A"/>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6556" name="Text Placeholder 23"/>
          <p:cNvSpPr/>
          <p:nvPr>
            <p:ph type="body" sz="quarter" idx="21" hasCustomPrompt="1"/>
          </p:nvPr>
        </p:nvSpPr>
        <p:spPr>
          <a:xfrm>
            <a:off x="402337" y="3821924"/>
            <a:ext cx="2516859" cy="457204"/>
          </a:xfrm>
          <a:prstGeom prst="rect">
            <a:avLst/>
          </a:prstGeom>
        </p:spPr>
        <p:txBody>
          <a:bodyPr lIns="45718" tIns="45718" rIns="45718" bIns="45718" anchor="b"/>
          <a:lstStyle>
            <a:lvl1pPr>
              <a:defRPr sz="1700">
                <a:solidFill>
                  <a:srgbClr val="000000"/>
                </a:solidFill>
              </a:defRPr>
            </a:lvl1pPr>
          </a:lstStyle>
          <a:p>
            <a:pPr/>
            <a:r>
              <a:t>Statement 1</a:t>
            </a:r>
          </a:p>
        </p:txBody>
      </p:sp>
      <p:sp>
        <p:nvSpPr>
          <p:cNvPr id="6557" name="Text Placeholder 23"/>
          <p:cNvSpPr/>
          <p:nvPr>
            <p:ph type="body" sz="quarter" idx="22" hasCustomPrompt="1"/>
          </p:nvPr>
        </p:nvSpPr>
        <p:spPr>
          <a:xfrm>
            <a:off x="402336" y="4279124"/>
            <a:ext cx="2516859" cy="1755241"/>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6558" name="Picture Placeholder 24"/>
          <p:cNvSpPr/>
          <p:nvPr>
            <p:ph type="pic" sz="quarter" idx="23"/>
          </p:nvPr>
        </p:nvSpPr>
        <p:spPr>
          <a:xfrm>
            <a:off x="402336" y="3237246"/>
            <a:ext cx="365668" cy="365764"/>
          </a:xfrm>
          <a:prstGeom prst="rect">
            <a:avLst/>
          </a:prstGeom>
        </p:spPr>
        <p:txBody>
          <a:bodyPr lIns="91439" tIns="45719" rIns="91439" bIns="45719">
            <a:noAutofit/>
          </a:bodyPr>
          <a:lstStyle/>
          <a:p>
            <a:pPr/>
          </a:p>
        </p:txBody>
      </p:sp>
      <p:sp>
        <p:nvSpPr>
          <p:cNvPr id="6559" name="Text Placeholder 23"/>
          <p:cNvSpPr/>
          <p:nvPr>
            <p:ph type="body" sz="quarter" idx="24" hasCustomPrompt="1"/>
          </p:nvPr>
        </p:nvSpPr>
        <p:spPr>
          <a:xfrm>
            <a:off x="3358098" y="3821924"/>
            <a:ext cx="2516862" cy="457204"/>
          </a:xfrm>
          <a:prstGeom prst="rect">
            <a:avLst/>
          </a:prstGeom>
        </p:spPr>
        <p:txBody>
          <a:bodyPr lIns="45718" tIns="45718" rIns="45718" bIns="45718" anchor="b"/>
          <a:lstStyle>
            <a:lvl1pPr>
              <a:defRPr sz="1700">
                <a:solidFill>
                  <a:srgbClr val="000000"/>
                </a:solidFill>
              </a:defRPr>
            </a:lvl1pPr>
          </a:lstStyle>
          <a:p>
            <a:pPr/>
            <a:r>
              <a:t>Statement 2</a:t>
            </a:r>
          </a:p>
        </p:txBody>
      </p:sp>
      <p:sp>
        <p:nvSpPr>
          <p:cNvPr id="6560" name="Text Placeholder 23"/>
          <p:cNvSpPr/>
          <p:nvPr>
            <p:ph type="body" sz="quarter" idx="25" hasCustomPrompt="1"/>
          </p:nvPr>
        </p:nvSpPr>
        <p:spPr>
          <a:xfrm>
            <a:off x="3358098" y="4279124"/>
            <a:ext cx="2516862" cy="1755241"/>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6561" name="Picture Placeholder 24"/>
          <p:cNvSpPr/>
          <p:nvPr>
            <p:ph type="pic" sz="quarter" idx="26"/>
          </p:nvPr>
        </p:nvSpPr>
        <p:spPr>
          <a:xfrm>
            <a:off x="3353529" y="3237246"/>
            <a:ext cx="365669" cy="365764"/>
          </a:xfrm>
          <a:prstGeom prst="rect">
            <a:avLst/>
          </a:prstGeom>
        </p:spPr>
        <p:txBody>
          <a:bodyPr lIns="91439" tIns="45719" rIns="91439" bIns="45719">
            <a:noAutofit/>
          </a:bodyPr>
          <a:lstStyle/>
          <a:p>
            <a:pPr/>
          </a:p>
        </p:txBody>
      </p:sp>
      <p:sp>
        <p:nvSpPr>
          <p:cNvPr id="6562" name="Text Placeholder 23"/>
          <p:cNvSpPr/>
          <p:nvPr>
            <p:ph type="body" sz="quarter" idx="27" hasCustomPrompt="1"/>
          </p:nvPr>
        </p:nvSpPr>
        <p:spPr>
          <a:xfrm>
            <a:off x="6313861" y="3821924"/>
            <a:ext cx="2526009" cy="457204"/>
          </a:xfrm>
          <a:prstGeom prst="rect">
            <a:avLst/>
          </a:prstGeom>
        </p:spPr>
        <p:txBody>
          <a:bodyPr lIns="45718" tIns="45718" rIns="45718" bIns="45718" anchor="b"/>
          <a:lstStyle>
            <a:lvl1pPr>
              <a:defRPr sz="1700">
                <a:solidFill>
                  <a:srgbClr val="000000"/>
                </a:solidFill>
              </a:defRPr>
            </a:lvl1pPr>
          </a:lstStyle>
          <a:p>
            <a:pPr/>
            <a:r>
              <a:t>Statement 3</a:t>
            </a:r>
          </a:p>
        </p:txBody>
      </p:sp>
      <p:sp>
        <p:nvSpPr>
          <p:cNvPr id="6563" name="Text Placeholder 23"/>
          <p:cNvSpPr/>
          <p:nvPr>
            <p:ph type="body" sz="quarter" idx="28" hasCustomPrompt="1"/>
          </p:nvPr>
        </p:nvSpPr>
        <p:spPr>
          <a:xfrm>
            <a:off x="6313861" y="4279124"/>
            <a:ext cx="2526009" cy="1755241"/>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6564" name="Picture Placeholder 24"/>
          <p:cNvSpPr/>
          <p:nvPr>
            <p:ph type="pic" sz="quarter" idx="29"/>
          </p:nvPr>
        </p:nvSpPr>
        <p:spPr>
          <a:xfrm>
            <a:off x="6313861" y="3237246"/>
            <a:ext cx="365669" cy="365764"/>
          </a:xfrm>
          <a:prstGeom prst="rect">
            <a:avLst/>
          </a:prstGeom>
        </p:spPr>
        <p:txBody>
          <a:bodyPr lIns="91439" tIns="45719" rIns="91439" bIns="45719">
            <a:noAutofit/>
          </a:bodyPr>
          <a:lstStyle/>
          <a:p>
            <a:pPr/>
          </a:p>
        </p:txBody>
      </p:sp>
      <p:sp>
        <p:nvSpPr>
          <p:cNvPr id="6565" name="Text Placeholder 23"/>
          <p:cNvSpPr/>
          <p:nvPr>
            <p:ph type="body" sz="quarter" idx="30" hasCustomPrompt="1"/>
          </p:nvPr>
        </p:nvSpPr>
        <p:spPr>
          <a:xfrm>
            <a:off x="9262015" y="3821924"/>
            <a:ext cx="2526009" cy="457204"/>
          </a:xfrm>
          <a:prstGeom prst="rect">
            <a:avLst/>
          </a:prstGeom>
        </p:spPr>
        <p:txBody>
          <a:bodyPr lIns="45718" tIns="45718" rIns="45718" bIns="45718" anchor="b"/>
          <a:lstStyle>
            <a:lvl1pPr>
              <a:defRPr sz="1700">
                <a:solidFill>
                  <a:srgbClr val="000000"/>
                </a:solidFill>
              </a:defRPr>
            </a:lvl1pPr>
          </a:lstStyle>
          <a:p>
            <a:pPr/>
            <a:r>
              <a:t>Statement 4</a:t>
            </a:r>
          </a:p>
        </p:txBody>
      </p:sp>
      <p:sp>
        <p:nvSpPr>
          <p:cNvPr id="6566" name="Text Placeholder 23"/>
          <p:cNvSpPr/>
          <p:nvPr>
            <p:ph type="body" sz="quarter" idx="31" hasCustomPrompt="1"/>
          </p:nvPr>
        </p:nvSpPr>
        <p:spPr>
          <a:xfrm>
            <a:off x="9262015" y="4279124"/>
            <a:ext cx="2526008" cy="1755241"/>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6567" name="Picture Placeholder 24"/>
          <p:cNvSpPr/>
          <p:nvPr>
            <p:ph type="pic" sz="quarter" idx="32"/>
          </p:nvPr>
        </p:nvSpPr>
        <p:spPr>
          <a:xfrm>
            <a:off x="9262012" y="3237246"/>
            <a:ext cx="365669" cy="365764"/>
          </a:xfrm>
          <a:prstGeom prst="rect">
            <a:avLst/>
          </a:prstGeom>
        </p:spPr>
        <p:txBody>
          <a:bodyPr lIns="91439" tIns="45719" rIns="91439" bIns="45719">
            <a:noAutofit/>
          </a:bodyPr>
          <a:lstStyle/>
          <a:p>
            <a:pPr/>
          </a:p>
        </p:txBody>
      </p:sp>
      <p:sp>
        <p:nvSpPr>
          <p:cNvPr id="6568" name="Text Placeholder 6"/>
          <p:cNvSpPr/>
          <p:nvPr>
            <p:ph type="body" sz="half" idx="33" hasCustomPrompt="1"/>
          </p:nvPr>
        </p:nvSpPr>
        <p:spPr>
          <a:xfrm>
            <a:off x="402337" y="796204"/>
            <a:ext cx="11407076" cy="2029969"/>
          </a:xfrm>
          <a:prstGeom prst="rect">
            <a:avLst/>
          </a:prstGeom>
        </p:spPr>
        <p:txBody>
          <a:bodyPr/>
          <a:lstStyle>
            <a:lvl1pPr>
              <a:defRPr sz="4800">
                <a:solidFill>
                  <a:srgbClr val="000000"/>
                </a:solidFill>
              </a:defRPr>
            </a:lvl1pPr>
          </a:lstStyle>
          <a:p>
            <a:pPr/>
            <a:r>
              <a:t>Title should be less than 10 words</a:t>
            </a:r>
          </a:p>
        </p:txBody>
      </p:sp>
      <p:sp>
        <p:nvSpPr>
          <p:cNvPr id="6569" name="Rectangle 2"/>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570" name="Rectangle 4"/>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6571" name="Text Placeholder 13"/>
          <p:cNvSpPr/>
          <p:nvPr>
            <p:ph type="body" sz="quarter" idx="34"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657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and image">
    <p:bg>
      <p:bgPr>
        <a:solidFill>
          <a:srgbClr val="FFFFFF"/>
        </a:solidFill>
      </p:bgPr>
    </p:bg>
    <p:spTree>
      <p:nvGrpSpPr>
        <p:cNvPr id="1" name=""/>
        <p:cNvGrpSpPr/>
        <p:nvPr/>
      </p:nvGrpSpPr>
      <p:grpSpPr>
        <a:xfrm>
          <a:off x="0" y="0"/>
          <a:ext cx="0" cy="0"/>
          <a:chOff x="0" y="0"/>
          <a:chExt cx="0" cy="0"/>
        </a:xfrm>
      </p:grpSpPr>
      <p:grpSp>
        <p:nvGrpSpPr>
          <p:cNvPr id="6581" name="Rectangle 1"/>
          <p:cNvGrpSpPr/>
          <p:nvPr/>
        </p:nvGrpSpPr>
        <p:grpSpPr>
          <a:xfrm>
            <a:off x="12287632" y="5878297"/>
            <a:ext cx="710311" cy="979707"/>
            <a:chOff x="0" y="0"/>
            <a:chExt cx="710309" cy="979705"/>
          </a:xfrm>
        </p:grpSpPr>
        <p:sp>
          <p:nvSpPr>
            <p:cNvPr id="6579"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8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6584" name="Rectangle 2"/>
          <p:cNvGrpSpPr/>
          <p:nvPr/>
        </p:nvGrpSpPr>
        <p:grpSpPr>
          <a:xfrm>
            <a:off x="12287631" y="4898603"/>
            <a:ext cx="710311" cy="979709"/>
            <a:chOff x="0" y="-1"/>
            <a:chExt cx="710309" cy="979708"/>
          </a:xfrm>
        </p:grpSpPr>
        <p:sp>
          <p:nvSpPr>
            <p:cNvPr id="6582"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83"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6587" name="Rectangle 3"/>
          <p:cNvGrpSpPr/>
          <p:nvPr/>
        </p:nvGrpSpPr>
        <p:grpSpPr>
          <a:xfrm>
            <a:off x="12287632" y="3918862"/>
            <a:ext cx="710311" cy="979706"/>
            <a:chOff x="0" y="0"/>
            <a:chExt cx="710309" cy="979705"/>
          </a:xfrm>
        </p:grpSpPr>
        <p:sp>
          <p:nvSpPr>
            <p:cNvPr id="6585"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8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6590" name="Rectangle 4"/>
          <p:cNvGrpSpPr/>
          <p:nvPr/>
        </p:nvGrpSpPr>
        <p:grpSpPr>
          <a:xfrm>
            <a:off x="12287631" y="2939171"/>
            <a:ext cx="710311" cy="979707"/>
            <a:chOff x="0" y="0"/>
            <a:chExt cx="710309" cy="979705"/>
          </a:xfrm>
        </p:grpSpPr>
        <p:sp>
          <p:nvSpPr>
            <p:cNvPr id="6588"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8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6593" name="Rectangle 5"/>
          <p:cNvGrpSpPr/>
          <p:nvPr/>
        </p:nvGrpSpPr>
        <p:grpSpPr>
          <a:xfrm>
            <a:off x="12287632" y="1959431"/>
            <a:ext cx="710311" cy="979707"/>
            <a:chOff x="0" y="0"/>
            <a:chExt cx="710309" cy="979705"/>
          </a:xfrm>
        </p:grpSpPr>
        <p:sp>
          <p:nvSpPr>
            <p:cNvPr id="6591"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9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6596" name="Rectangle 6"/>
          <p:cNvGrpSpPr/>
          <p:nvPr/>
        </p:nvGrpSpPr>
        <p:grpSpPr>
          <a:xfrm>
            <a:off x="12287631" y="979736"/>
            <a:ext cx="710311" cy="979707"/>
            <a:chOff x="0" y="0"/>
            <a:chExt cx="710309" cy="979705"/>
          </a:xfrm>
        </p:grpSpPr>
        <p:sp>
          <p:nvSpPr>
            <p:cNvPr id="6594"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95"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6599" name="Rectangle 7"/>
          <p:cNvGrpSpPr/>
          <p:nvPr/>
        </p:nvGrpSpPr>
        <p:grpSpPr>
          <a:xfrm>
            <a:off x="12287631" y="-2"/>
            <a:ext cx="710311" cy="979706"/>
            <a:chOff x="0" y="0"/>
            <a:chExt cx="710309" cy="979705"/>
          </a:xfrm>
        </p:grpSpPr>
        <p:sp>
          <p:nvSpPr>
            <p:cNvPr id="6597"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59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602" name="Rectangle 8"/>
          <p:cNvGrpSpPr/>
          <p:nvPr/>
        </p:nvGrpSpPr>
        <p:grpSpPr>
          <a:xfrm>
            <a:off x="12997439" y="5715013"/>
            <a:ext cx="710311" cy="1142996"/>
            <a:chOff x="0" y="0"/>
            <a:chExt cx="710309" cy="1142994"/>
          </a:xfrm>
        </p:grpSpPr>
        <p:sp>
          <p:nvSpPr>
            <p:cNvPr id="6600"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605" name="Rectangle 9"/>
          <p:cNvGrpSpPr/>
          <p:nvPr/>
        </p:nvGrpSpPr>
        <p:grpSpPr>
          <a:xfrm>
            <a:off x="12997439" y="4572032"/>
            <a:ext cx="710311" cy="1142996"/>
            <a:chOff x="0" y="0"/>
            <a:chExt cx="710309" cy="1142994"/>
          </a:xfrm>
        </p:grpSpPr>
        <p:sp>
          <p:nvSpPr>
            <p:cNvPr id="6603"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608" name="Rectangle 10"/>
          <p:cNvGrpSpPr/>
          <p:nvPr/>
        </p:nvGrpSpPr>
        <p:grpSpPr>
          <a:xfrm>
            <a:off x="12997439" y="3428998"/>
            <a:ext cx="710311" cy="1142996"/>
            <a:chOff x="0" y="0"/>
            <a:chExt cx="710309" cy="1142994"/>
          </a:xfrm>
        </p:grpSpPr>
        <p:sp>
          <p:nvSpPr>
            <p:cNvPr id="6606"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611" name="Rectangle 11"/>
          <p:cNvGrpSpPr/>
          <p:nvPr/>
        </p:nvGrpSpPr>
        <p:grpSpPr>
          <a:xfrm>
            <a:off x="12997439" y="2286017"/>
            <a:ext cx="710311" cy="1142996"/>
            <a:chOff x="0" y="0"/>
            <a:chExt cx="710309" cy="1142994"/>
          </a:xfrm>
        </p:grpSpPr>
        <p:sp>
          <p:nvSpPr>
            <p:cNvPr id="6609"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614" name="Rectangle 12"/>
          <p:cNvGrpSpPr/>
          <p:nvPr/>
        </p:nvGrpSpPr>
        <p:grpSpPr>
          <a:xfrm>
            <a:off x="12997439" y="1142977"/>
            <a:ext cx="710311" cy="1142997"/>
            <a:chOff x="0" y="-1"/>
            <a:chExt cx="710309" cy="1142995"/>
          </a:xfrm>
        </p:grpSpPr>
        <p:sp>
          <p:nvSpPr>
            <p:cNvPr id="6612"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1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617" name="Rectangle 13"/>
          <p:cNvGrpSpPr/>
          <p:nvPr/>
        </p:nvGrpSpPr>
        <p:grpSpPr>
          <a:xfrm>
            <a:off x="13706754" y="-2365"/>
            <a:ext cx="710311" cy="1142995"/>
            <a:chOff x="0" y="0"/>
            <a:chExt cx="710309" cy="1142994"/>
          </a:xfrm>
        </p:grpSpPr>
        <p:sp>
          <p:nvSpPr>
            <p:cNvPr id="6615"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620" name="Rectangle 14"/>
          <p:cNvGrpSpPr/>
          <p:nvPr/>
        </p:nvGrpSpPr>
        <p:grpSpPr>
          <a:xfrm>
            <a:off x="13706756" y="5715013"/>
            <a:ext cx="710311" cy="1142996"/>
            <a:chOff x="0" y="0"/>
            <a:chExt cx="710309" cy="1142994"/>
          </a:xfrm>
        </p:grpSpPr>
        <p:sp>
          <p:nvSpPr>
            <p:cNvPr id="6618"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623" name="Rectangle 15"/>
          <p:cNvGrpSpPr/>
          <p:nvPr/>
        </p:nvGrpSpPr>
        <p:grpSpPr>
          <a:xfrm>
            <a:off x="13706754" y="4572032"/>
            <a:ext cx="710311" cy="1142996"/>
            <a:chOff x="0" y="0"/>
            <a:chExt cx="710309" cy="1142994"/>
          </a:xfrm>
        </p:grpSpPr>
        <p:sp>
          <p:nvSpPr>
            <p:cNvPr id="6621"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626" name="Rectangle 16"/>
          <p:cNvGrpSpPr/>
          <p:nvPr/>
        </p:nvGrpSpPr>
        <p:grpSpPr>
          <a:xfrm>
            <a:off x="12996453" y="-1157"/>
            <a:ext cx="710311" cy="1142995"/>
            <a:chOff x="0" y="0"/>
            <a:chExt cx="710309" cy="1142994"/>
          </a:xfrm>
        </p:grpSpPr>
        <p:sp>
          <p:nvSpPr>
            <p:cNvPr id="6624"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2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629" name="Rectangle 17"/>
          <p:cNvGrpSpPr/>
          <p:nvPr/>
        </p:nvGrpSpPr>
        <p:grpSpPr>
          <a:xfrm>
            <a:off x="13706754" y="2286017"/>
            <a:ext cx="710311" cy="1142996"/>
            <a:chOff x="0" y="0"/>
            <a:chExt cx="710309" cy="1142994"/>
          </a:xfrm>
        </p:grpSpPr>
        <p:sp>
          <p:nvSpPr>
            <p:cNvPr id="6627"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632" name="Rectangle 18"/>
          <p:cNvGrpSpPr/>
          <p:nvPr/>
        </p:nvGrpSpPr>
        <p:grpSpPr>
          <a:xfrm>
            <a:off x="13706756" y="1142977"/>
            <a:ext cx="710311" cy="1142997"/>
            <a:chOff x="0" y="-1"/>
            <a:chExt cx="710309" cy="1142995"/>
          </a:xfrm>
        </p:grpSpPr>
        <p:sp>
          <p:nvSpPr>
            <p:cNvPr id="6630"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3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635" name="Rectangle 19"/>
          <p:cNvGrpSpPr/>
          <p:nvPr/>
        </p:nvGrpSpPr>
        <p:grpSpPr>
          <a:xfrm>
            <a:off x="13706754" y="3427836"/>
            <a:ext cx="710311" cy="1142996"/>
            <a:chOff x="0" y="0"/>
            <a:chExt cx="710309" cy="1142994"/>
          </a:xfrm>
        </p:grpSpPr>
        <p:sp>
          <p:nvSpPr>
            <p:cNvPr id="6633"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3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636" name="Body Level One…"/>
          <p:cNvSpPr txBox="1"/>
          <p:nvPr>
            <p:ph type="body" sz="quarter" idx="1" hasCustomPrompt="1"/>
          </p:nvPr>
        </p:nvSpPr>
        <p:spPr>
          <a:xfrm>
            <a:off x="402336" y="398216"/>
            <a:ext cx="5491161" cy="365760"/>
          </a:xfrm>
          <a:prstGeom prst="rect">
            <a:avLst/>
          </a:prstGeom>
        </p:spPr>
        <p:txBody>
          <a:bodyPr lIns="45718" tIns="45718" rIns="45718" bIns="45718" anchor="ctr"/>
          <a:lstStyle>
            <a:lvl1pPr>
              <a:defRPr cap="all" sz="1400">
                <a:solidFill>
                  <a:srgbClr val="7C8C9A"/>
                </a:solidFill>
                <a:latin typeface="Mona Sans Mono"/>
                <a:ea typeface="Mona Sans Mono"/>
                <a:cs typeface="Mona Sans Mono"/>
                <a:sym typeface="Mona Sans Mono"/>
              </a:defRPr>
            </a:lvl1pPr>
            <a:lvl2pPr>
              <a:defRPr cap="all" sz="1400">
                <a:solidFill>
                  <a:srgbClr val="7C8C9A"/>
                </a:solidFill>
                <a:latin typeface="Mona Sans Mono"/>
                <a:ea typeface="Mona Sans Mono"/>
                <a:cs typeface="Mona Sans Mono"/>
                <a:sym typeface="Mona Sans Mono"/>
              </a:defRPr>
            </a:lvl2pPr>
            <a:lvl3pPr>
              <a:defRPr cap="all" sz="1400">
                <a:solidFill>
                  <a:srgbClr val="7C8C9A"/>
                </a:solidFill>
                <a:latin typeface="Mona Sans Mono"/>
                <a:ea typeface="Mona Sans Mono"/>
                <a:cs typeface="Mona Sans Mono"/>
                <a:sym typeface="Mona Sans Mono"/>
              </a:defRPr>
            </a:lvl3pPr>
            <a:lvl4pPr>
              <a:defRPr cap="all" sz="1400">
                <a:solidFill>
                  <a:srgbClr val="7C8C9A"/>
                </a:solidFill>
                <a:latin typeface="Mona Sans Mono"/>
                <a:ea typeface="Mona Sans Mono"/>
                <a:cs typeface="Mona Sans Mono"/>
                <a:sym typeface="Mona Sans Mono"/>
              </a:defRPr>
            </a:lvl4pPr>
            <a:lvl5pPr>
              <a:defRPr cap="all" sz="1400">
                <a:solidFill>
                  <a:srgbClr val="7C8C9A"/>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6637" name="Text Placeholder 23"/>
          <p:cNvSpPr/>
          <p:nvPr>
            <p:ph type="body" sz="quarter" idx="21" hasCustomPrompt="1"/>
          </p:nvPr>
        </p:nvSpPr>
        <p:spPr>
          <a:xfrm>
            <a:off x="400805" y="4470234"/>
            <a:ext cx="5490911" cy="1564131"/>
          </a:xfrm>
          <a:prstGeom prst="rect">
            <a:avLst/>
          </a:prstGeom>
        </p:spPr>
        <p:txBody>
          <a:bodyPr anchor="b"/>
          <a:lstStyle>
            <a:lvl1pPr>
              <a:defRPr sz="1800">
                <a:solidFill>
                  <a:srgbClr val="7C8C9A"/>
                </a:solidFill>
                <a:latin typeface="+mj-lt"/>
                <a:ea typeface="+mj-ea"/>
                <a:cs typeface="+mj-cs"/>
                <a:sym typeface="Mona Sans"/>
              </a:defRPr>
            </a:lvl1pPr>
          </a:lstStyle>
          <a:p>
            <a:pPr/>
            <a:r>
              <a:t>Supporting text if applicable. Keep it short and sweet.</a:t>
            </a:r>
          </a:p>
        </p:txBody>
      </p:sp>
      <p:sp>
        <p:nvSpPr>
          <p:cNvPr id="6638" name="Picture Placeholder 17"/>
          <p:cNvSpPr/>
          <p:nvPr>
            <p:ph type="pic" sz="half" idx="22"/>
          </p:nvPr>
        </p:nvSpPr>
        <p:spPr>
          <a:xfrm>
            <a:off x="6295330" y="402562"/>
            <a:ext cx="5486587" cy="5632921"/>
          </a:xfrm>
          <a:prstGeom prst="rect">
            <a:avLst/>
          </a:prstGeom>
        </p:spPr>
        <p:txBody>
          <a:bodyPr lIns="91439" tIns="45719" rIns="91439" bIns="45719">
            <a:noAutofit/>
          </a:bodyPr>
          <a:lstStyle/>
          <a:p>
            <a:pPr/>
          </a:p>
        </p:txBody>
      </p:sp>
      <p:sp>
        <p:nvSpPr>
          <p:cNvPr id="6639" name="Text Placeholder 6"/>
          <p:cNvSpPr/>
          <p:nvPr>
            <p:ph type="body" sz="half" idx="23" hasCustomPrompt="1"/>
          </p:nvPr>
        </p:nvSpPr>
        <p:spPr>
          <a:xfrm>
            <a:off x="402337" y="796204"/>
            <a:ext cx="5486587" cy="3598248"/>
          </a:xfrm>
          <a:prstGeom prst="rect">
            <a:avLst/>
          </a:prstGeom>
        </p:spPr>
        <p:txBody>
          <a:bodyPr/>
          <a:lstStyle>
            <a:lvl1pPr>
              <a:defRPr sz="4800">
                <a:solidFill>
                  <a:srgbClr val="000000"/>
                </a:solidFill>
              </a:defRPr>
            </a:lvl1pPr>
          </a:lstStyle>
          <a:p>
            <a:pPr/>
            <a:r>
              <a:t>Title should be less than 10 words</a:t>
            </a:r>
          </a:p>
        </p:txBody>
      </p:sp>
      <p:sp>
        <p:nvSpPr>
          <p:cNvPr id="6640" name="Rectangle 2"/>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641" name="Rectangle 3"/>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6642" name="Text Placeholder 13"/>
          <p:cNvSpPr/>
          <p:nvPr>
            <p:ph type="body" sz="quarter" idx="24"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664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and image reversed">
    <p:bg>
      <p:bgPr>
        <a:solidFill>
          <a:srgbClr val="FFFFFF"/>
        </a:solidFill>
      </p:bgPr>
    </p:bg>
    <p:spTree>
      <p:nvGrpSpPr>
        <p:cNvPr id="1" name=""/>
        <p:cNvGrpSpPr/>
        <p:nvPr/>
      </p:nvGrpSpPr>
      <p:grpSpPr>
        <a:xfrm>
          <a:off x="0" y="0"/>
          <a:ext cx="0" cy="0"/>
          <a:chOff x="0" y="0"/>
          <a:chExt cx="0" cy="0"/>
        </a:xfrm>
      </p:grpSpPr>
      <p:grpSp>
        <p:nvGrpSpPr>
          <p:cNvPr id="6652" name="Rectangle 1"/>
          <p:cNvGrpSpPr/>
          <p:nvPr/>
        </p:nvGrpSpPr>
        <p:grpSpPr>
          <a:xfrm>
            <a:off x="12287632" y="5878297"/>
            <a:ext cx="710311" cy="979707"/>
            <a:chOff x="0" y="0"/>
            <a:chExt cx="710309" cy="979705"/>
          </a:xfrm>
        </p:grpSpPr>
        <p:sp>
          <p:nvSpPr>
            <p:cNvPr id="6650"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5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6655" name="Rectangle 2"/>
          <p:cNvGrpSpPr/>
          <p:nvPr/>
        </p:nvGrpSpPr>
        <p:grpSpPr>
          <a:xfrm>
            <a:off x="12287631" y="4898603"/>
            <a:ext cx="710311" cy="979709"/>
            <a:chOff x="0" y="-1"/>
            <a:chExt cx="710309" cy="979708"/>
          </a:xfrm>
        </p:grpSpPr>
        <p:sp>
          <p:nvSpPr>
            <p:cNvPr id="6653"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54"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6658" name="Rectangle 3"/>
          <p:cNvGrpSpPr/>
          <p:nvPr/>
        </p:nvGrpSpPr>
        <p:grpSpPr>
          <a:xfrm>
            <a:off x="12287632" y="3918862"/>
            <a:ext cx="710311" cy="979706"/>
            <a:chOff x="0" y="0"/>
            <a:chExt cx="710309" cy="979705"/>
          </a:xfrm>
        </p:grpSpPr>
        <p:sp>
          <p:nvSpPr>
            <p:cNvPr id="6656"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5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6661" name="Rectangle 4"/>
          <p:cNvGrpSpPr/>
          <p:nvPr/>
        </p:nvGrpSpPr>
        <p:grpSpPr>
          <a:xfrm>
            <a:off x="12287631" y="2939171"/>
            <a:ext cx="710311" cy="979707"/>
            <a:chOff x="0" y="0"/>
            <a:chExt cx="710309" cy="979705"/>
          </a:xfrm>
        </p:grpSpPr>
        <p:sp>
          <p:nvSpPr>
            <p:cNvPr id="6659"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6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6664" name="Rectangle 5"/>
          <p:cNvGrpSpPr/>
          <p:nvPr/>
        </p:nvGrpSpPr>
        <p:grpSpPr>
          <a:xfrm>
            <a:off x="12287632" y="1959431"/>
            <a:ext cx="710311" cy="979707"/>
            <a:chOff x="0" y="0"/>
            <a:chExt cx="710309" cy="979705"/>
          </a:xfrm>
        </p:grpSpPr>
        <p:sp>
          <p:nvSpPr>
            <p:cNvPr id="6662"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6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6667" name="Rectangle 6"/>
          <p:cNvGrpSpPr/>
          <p:nvPr/>
        </p:nvGrpSpPr>
        <p:grpSpPr>
          <a:xfrm>
            <a:off x="12287631" y="979736"/>
            <a:ext cx="710311" cy="979707"/>
            <a:chOff x="0" y="0"/>
            <a:chExt cx="710309" cy="979705"/>
          </a:xfrm>
        </p:grpSpPr>
        <p:sp>
          <p:nvSpPr>
            <p:cNvPr id="6665"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66"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6670" name="Rectangle 7"/>
          <p:cNvGrpSpPr/>
          <p:nvPr/>
        </p:nvGrpSpPr>
        <p:grpSpPr>
          <a:xfrm>
            <a:off x="12287631" y="-2"/>
            <a:ext cx="710311" cy="979706"/>
            <a:chOff x="0" y="0"/>
            <a:chExt cx="710309" cy="979705"/>
          </a:xfrm>
        </p:grpSpPr>
        <p:sp>
          <p:nvSpPr>
            <p:cNvPr id="6668"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6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673" name="Rectangle 8"/>
          <p:cNvGrpSpPr/>
          <p:nvPr/>
        </p:nvGrpSpPr>
        <p:grpSpPr>
          <a:xfrm>
            <a:off x="12997439" y="5715013"/>
            <a:ext cx="710311" cy="1142996"/>
            <a:chOff x="0" y="0"/>
            <a:chExt cx="710309" cy="1142994"/>
          </a:xfrm>
        </p:grpSpPr>
        <p:sp>
          <p:nvSpPr>
            <p:cNvPr id="6671"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676" name="Rectangle 9"/>
          <p:cNvGrpSpPr/>
          <p:nvPr/>
        </p:nvGrpSpPr>
        <p:grpSpPr>
          <a:xfrm>
            <a:off x="12997439" y="4572032"/>
            <a:ext cx="710311" cy="1142996"/>
            <a:chOff x="0" y="0"/>
            <a:chExt cx="710309" cy="1142994"/>
          </a:xfrm>
        </p:grpSpPr>
        <p:sp>
          <p:nvSpPr>
            <p:cNvPr id="6674"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7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679" name="Rectangle 10"/>
          <p:cNvGrpSpPr/>
          <p:nvPr/>
        </p:nvGrpSpPr>
        <p:grpSpPr>
          <a:xfrm>
            <a:off x="12997439" y="3428998"/>
            <a:ext cx="710311" cy="1142996"/>
            <a:chOff x="0" y="0"/>
            <a:chExt cx="710309" cy="1142994"/>
          </a:xfrm>
        </p:grpSpPr>
        <p:sp>
          <p:nvSpPr>
            <p:cNvPr id="6677"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682" name="Rectangle 11"/>
          <p:cNvGrpSpPr/>
          <p:nvPr/>
        </p:nvGrpSpPr>
        <p:grpSpPr>
          <a:xfrm>
            <a:off x="12997439" y="2286017"/>
            <a:ext cx="710311" cy="1142996"/>
            <a:chOff x="0" y="0"/>
            <a:chExt cx="710309" cy="1142994"/>
          </a:xfrm>
        </p:grpSpPr>
        <p:sp>
          <p:nvSpPr>
            <p:cNvPr id="6680"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8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685" name="Rectangle 12"/>
          <p:cNvGrpSpPr/>
          <p:nvPr/>
        </p:nvGrpSpPr>
        <p:grpSpPr>
          <a:xfrm>
            <a:off x="12997439" y="1142977"/>
            <a:ext cx="710311" cy="1142997"/>
            <a:chOff x="0" y="-1"/>
            <a:chExt cx="710309" cy="1142995"/>
          </a:xfrm>
        </p:grpSpPr>
        <p:sp>
          <p:nvSpPr>
            <p:cNvPr id="6683"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8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688" name="Rectangle 13"/>
          <p:cNvGrpSpPr/>
          <p:nvPr/>
        </p:nvGrpSpPr>
        <p:grpSpPr>
          <a:xfrm>
            <a:off x="13706754" y="-2365"/>
            <a:ext cx="710311" cy="1142995"/>
            <a:chOff x="0" y="0"/>
            <a:chExt cx="710309" cy="1142994"/>
          </a:xfrm>
        </p:grpSpPr>
        <p:sp>
          <p:nvSpPr>
            <p:cNvPr id="6686"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8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691" name="Rectangle 14"/>
          <p:cNvGrpSpPr/>
          <p:nvPr/>
        </p:nvGrpSpPr>
        <p:grpSpPr>
          <a:xfrm>
            <a:off x="13706756" y="5715013"/>
            <a:ext cx="710311" cy="1142996"/>
            <a:chOff x="0" y="0"/>
            <a:chExt cx="710309" cy="1142994"/>
          </a:xfrm>
        </p:grpSpPr>
        <p:sp>
          <p:nvSpPr>
            <p:cNvPr id="6689"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9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694" name="Rectangle 15"/>
          <p:cNvGrpSpPr/>
          <p:nvPr/>
        </p:nvGrpSpPr>
        <p:grpSpPr>
          <a:xfrm>
            <a:off x="13706754" y="4572032"/>
            <a:ext cx="710311" cy="1142996"/>
            <a:chOff x="0" y="0"/>
            <a:chExt cx="710309" cy="1142994"/>
          </a:xfrm>
        </p:grpSpPr>
        <p:sp>
          <p:nvSpPr>
            <p:cNvPr id="6692"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9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697" name="Rectangle 16"/>
          <p:cNvGrpSpPr/>
          <p:nvPr/>
        </p:nvGrpSpPr>
        <p:grpSpPr>
          <a:xfrm>
            <a:off x="12996453" y="-1157"/>
            <a:ext cx="710311" cy="1142995"/>
            <a:chOff x="0" y="0"/>
            <a:chExt cx="710309" cy="1142994"/>
          </a:xfrm>
        </p:grpSpPr>
        <p:sp>
          <p:nvSpPr>
            <p:cNvPr id="6695"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700" name="Rectangle 17"/>
          <p:cNvGrpSpPr/>
          <p:nvPr/>
        </p:nvGrpSpPr>
        <p:grpSpPr>
          <a:xfrm>
            <a:off x="13706754" y="2286017"/>
            <a:ext cx="710311" cy="1142996"/>
            <a:chOff x="0" y="0"/>
            <a:chExt cx="710309" cy="1142994"/>
          </a:xfrm>
        </p:grpSpPr>
        <p:sp>
          <p:nvSpPr>
            <p:cNvPr id="6698"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69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703" name="Rectangle 18"/>
          <p:cNvGrpSpPr/>
          <p:nvPr/>
        </p:nvGrpSpPr>
        <p:grpSpPr>
          <a:xfrm>
            <a:off x="13706756" y="1142977"/>
            <a:ext cx="710311" cy="1142997"/>
            <a:chOff x="0" y="-1"/>
            <a:chExt cx="710309" cy="1142995"/>
          </a:xfrm>
        </p:grpSpPr>
        <p:sp>
          <p:nvSpPr>
            <p:cNvPr id="6701"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0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706" name="Rectangle 19"/>
          <p:cNvGrpSpPr/>
          <p:nvPr/>
        </p:nvGrpSpPr>
        <p:grpSpPr>
          <a:xfrm>
            <a:off x="13706754" y="3427836"/>
            <a:ext cx="710311" cy="1142996"/>
            <a:chOff x="0" y="0"/>
            <a:chExt cx="710309" cy="1142994"/>
          </a:xfrm>
        </p:grpSpPr>
        <p:sp>
          <p:nvSpPr>
            <p:cNvPr id="6704"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0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707" name="Picture Placeholder 17"/>
          <p:cNvSpPr/>
          <p:nvPr>
            <p:ph type="pic" sz="half" idx="21"/>
          </p:nvPr>
        </p:nvSpPr>
        <p:spPr>
          <a:xfrm>
            <a:off x="405128" y="402562"/>
            <a:ext cx="5486587" cy="5632921"/>
          </a:xfrm>
          <a:prstGeom prst="rect">
            <a:avLst/>
          </a:prstGeom>
        </p:spPr>
        <p:txBody>
          <a:bodyPr lIns="91439" tIns="45719" rIns="91439" bIns="45719">
            <a:noAutofit/>
          </a:bodyPr>
          <a:lstStyle/>
          <a:p>
            <a:pPr/>
          </a:p>
        </p:txBody>
      </p:sp>
      <p:sp>
        <p:nvSpPr>
          <p:cNvPr id="6708" name="Body Level One…"/>
          <p:cNvSpPr txBox="1"/>
          <p:nvPr>
            <p:ph type="body" sz="quarter" idx="1" hasCustomPrompt="1"/>
          </p:nvPr>
        </p:nvSpPr>
        <p:spPr>
          <a:xfrm>
            <a:off x="6299901" y="398216"/>
            <a:ext cx="5491163" cy="365760"/>
          </a:xfrm>
          <a:prstGeom prst="rect">
            <a:avLst/>
          </a:prstGeom>
        </p:spPr>
        <p:txBody>
          <a:bodyPr lIns="45718" tIns="45718" rIns="45718" bIns="45718" anchor="ctr"/>
          <a:lstStyle>
            <a:lvl1pPr>
              <a:defRPr cap="all" sz="1400">
                <a:solidFill>
                  <a:srgbClr val="7C8C9A"/>
                </a:solidFill>
                <a:latin typeface="Mona Sans Mono"/>
                <a:ea typeface="Mona Sans Mono"/>
                <a:cs typeface="Mona Sans Mono"/>
                <a:sym typeface="Mona Sans Mono"/>
              </a:defRPr>
            </a:lvl1pPr>
            <a:lvl2pPr>
              <a:defRPr cap="all" sz="1400">
                <a:solidFill>
                  <a:srgbClr val="7C8C9A"/>
                </a:solidFill>
                <a:latin typeface="Mona Sans Mono"/>
                <a:ea typeface="Mona Sans Mono"/>
                <a:cs typeface="Mona Sans Mono"/>
                <a:sym typeface="Mona Sans Mono"/>
              </a:defRPr>
            </a:lvl2pPr>
            <a:lvl3pPr>
              <a:defRPr cap="all" sz="1400">
                <a:solidFill>
                  <a:srgbClr val="7C8C9A"/>
                </a:solidFill>
                <a:latin typeface="Mona Sans Mono"/>
                <a:ea typeface="Mona Sans Mono"/>
                <a:cs typeface="Mona Sans Mono"/>
                <a:sym typeface="Mona Sans Mono"/>
              </a:defRPr>
            </a:lvl3pPr>
            <a:lvl4pPr>
              <a:defRPr cap="all" sz="1400">
                <a:solidFill>
                  <a:srgbClr val="7C8C9A"/>
                </a:solidFill>
                <a:latin typeface="Mona Sans Mono"/>
                <a:ea typeface="Mona Sans Mono"/>
                <a:cs typeface="Mona Sans Mono"/>
                <a:sym typeface="Mona Sans Mono"/>
              </a:defRPr>
            </a:lvl4pPr>
            <a:lvl5pPr>
              <a:defRPr cap="all" sz="1400">
                <a:solidFill>
                  <a:srgbClr val="7C8C9A"/>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6709" name="Text Placeholder 23"/>
          <p:cNvSpPr/>
          <p:nvPr>
            <p:ph type="body" sz="quarter" idx="22" hasCustomPrompt="1"/>
          </p:nvPr>
        </p:nvSpPr>
        <p:spPr>
          <a:xfrm>
            <a:off x="6298369" y="4470234"/>
            <a:ext cx="5490913" cy="1564131"/>
          </a:xfrm>
          <a:prstGeom prst="rect">
            <a:avLst/>
          </a:prstGeom>
        </p:spPr>
        <p:txBody>
          <a:bodyPr anchor="b"/>
          <a:lstStyle>
            <a:lvl1pPr>
              <a:defRPr sz="1800">
                <a:solidFill>
                  <a:srgbClr val="7C8C9A"/>
                </a:solidFill>
                <a:latin typeface="+mj-lt"/>
                <a:ea typeface="+mj-ea"/>
                <a:cs typeface="+mj-cs"/>
                <a:sym typeface="Mona Sans"/>
              </a:defRPr>
            </a:lvl1pPr>
          </a:lstStyle>
          <a:p>
            <a:pPr/>
            <a:r>
              <a:t>Supporting text if applicable. Keep it short and sweet.</a:t>
            </a:r>
          </a:p>
        </p:txBody>
      </p:sp>
      <p:sp>
        <p:nvSpPr>
          <p:cNvPr id="6710" name="Text Placeholder 6"/>
          <p:cNvSpPr/>
          <p:nvPr>
            <p:ph type="body" sz="half" idx="23" hasCustomPrompt="1"/>
          </p:nvPr>
        </p:nvSpPr>
        <p:spPr>
          <a:xfrm>
            <a:off x="6297109" y="796204"/>
            <a:ext cx="5491163" cy="3598475"/>
          </a:xfrm>
          <a:prstGeom prst="rect">
            <a:avLst/>
          </a:prstGeom>
        </p:spPr>
        <p:txBody>
          <a:bodyPr/>
          <a:lstStyle>
            <a:lvl1pPr>
              <a:defRPr sz="4800">
                <a:solidFill>
                  <a:srgbClr val="000000"/>
                </a:solidFill>
              </a:defRPr>
            </a:lvl1pPr>
          </a:lstStyle>
          <a:p>
            <a:pPr/>
            <a:r>
              <a:t>Title should be less than 10 words</a:t>
            </a:r>
          </a:p>
        </p:txBody>
      </p:sp>
      <p:sp>
        <p:nvSpPr>
          <p:cNvPr id="6711" name="Rectangle 3"/>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712" name="Rectangle 4"/>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6713" name="Text Placeholder 13"/>
          <p:cNvSpPr/>
          <p:nvPr>
            <p:ph type="body" sz="quarter" idx="24"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67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image stacked">
    <p:bg>
      <p:bgPr>
        <a:solidFill>
          <a:srgbClr val="FFFFFF"/>
        </a:solidFill>
      </p:bgPr>
    </p:bg>
    <p:spTree>
      <p:nvGrpSpPr>
        <p:cNvPr id="1" name=""/>
        <p:cNvGrpSpPr/>
        <p:nvPr/>
      </p:nvGrpSpPr>
      <p:grpSpPr>
        <a:xfrm>
          <a:off x="0" y="0"/>
          <a:ext cx="0" cy="0"/>
          <a:chOff x="0" y="0"/>
          <a:chExt cx="0" cy="0"/>
        </a:xfrm>
      </p:grpSpPr>
      <p:grpSp>
        <p:nvGrpSpPr>
          <p:cNvPr id="6723" name="Rectangle 1"/>
          <p:cNvGrpSpPr/>
          <p:nvPr/>
        </p:nvGrpSpPr>
        <p:grpSpPr>
          <a:xfrm>
            <a:off x="12287632" y="5878297"/>
            <a:ext cx="710311" cy="979707"/>
            <a:chOff x="0" y="0"/>
            <a:chExt cx="710309" cy="979705"/>
          </a:xfrm>
        </p:grpSpPr>
        <p:sp>
          <p:nvSpPr>
            <p:cNvPr id="672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2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6726" name="Rectangle 2"/>
          <p:cNvGrpSpPr/>
          <p:nvPr/>
        </p:nvGrpSpPr>
        <p:grpSpPr>
          <a:xfrm>
            <a:off x="12287631" y="4898603"/>
            <a:ext cx="710311" cy="979709"/>
            <a:chOff x="0" y="-1"/>
            <a:chExt cx="710309" cy="979708"/>
          </a:xfrm>
        </p:grpSpPr>
        <p:sp>
          <p:nvSpPr>
            <p:cNvPr id="672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2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6729" name="Rectangle 3"/>
          <p:cNvGrpSpPr/>
          <p:nvPr/>
        </p:nvGrpSpPr>
        <p:grpSpPr>
          <a:xfrm>
            <a:off x="12287632" y="3918862"/>
            <a:ext cx="710311" cy="979706"/>
            <a:chOff x="0" y="0"/>
            <a:chExt cx="710309" cy="979705"/>
          </a:xfrm>
        </p:grpSpPr>
        <p:sp>
          <p:nvSpPr>
            <p:cNvPr id="672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2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6732" name="Rectangle 4"/>
          <p:cNvGrpSpPr/>
          <p:nvPr/>
        </p:nvGrpSpPr>
        <p:grpSpPr>
          <a:xfrm>
            <a:off x="12287631" y="2939171"/>
            <a:ext cx="710311" cy="979707"/>
            <a:chOff x="0" y="0"/>
            <a:chExt cx="710309" cy="979705"/>
          </a:xfrm>
        </p:grpSpPr>
        <p:sp>
          <p:nvSpPr>
            <p:cNvPr id="673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3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6735" name="Rectangle 5"/>
          <p:cNvGrpSpPr/>
          <p:nvPr/>
        </p:nvGrpSpPr>
        <p:grpSpPr>
          <a:xfrm>
            <a:off x="12287632" y="1959431"/>
            <a:ext cx="710311" cy="979707"/>
            <a:chOff x="0" y="0"/>
            <a:chExt cx="710309" cy="979705"/>
          </a:xfrm>
        </p:grpSpPr>
        <p:sp>
          <p:nvSpPr>
            <p:cNvPr id="673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3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6738" name="Rectangle 6"/>
          <p:cNvGrpSpPr/>
          <p:nvPr/>
        </p:nvGrpSpPr>
        <p:grpSpPr>
          <a:xfrm>
            <a:off x="12287631" y="979736"/>
            <a:ext cx="710311" cy="979707"/>
            <a:chOff x="0" y="0"/>
            <a:chExt cx="710309" cy="979705"/>
          </a:xfrm>
        </p:grpSpPr>
        <p:sp>
          <p:nvSpPr>
            <p:cNvPr id="673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3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6741" name="Rectangle 7"/>
          <p:cNvGrpSpPr/>
          <p:nvPr/>
        </p:nvGrpSpPr>
        <p:grpSpPr>
          <a:xfrm>
            <a:off x="12287631" y="-2"/>
            <a:ext cx="710311" cy="979706"/>
            <a:chOff x="0" y="0"/>
            <a:chExt cx="710309" cy="979705"/>
          </a:xfrm>
        </p:grpSpPr>
        <p:sp>
          <p:nvSpPr>
            <p:cNvPr id="673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4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744" name="Rectangle 8"/>
          <p:cNvGrpSpPr/>
          <p:nvPr/>
        </p:nvGrpSpPr>
        <p:grpSpPr>
          <a:xfrm>
            <a:off x="12997439" y="5715013"/>
            <a:ext cx="710311" cy="1142996"/>
            <a:chOff x="0" y="0"/>
            <a:chExt cx="710309" cy="1142994"/>
          </a:xfrm>
        </p:grpSpPr>
        <p:sp>
          <p:nvSpPr>
            <p:cNvPr id="674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4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747" name="Rectangle 9"/>
          <p:cNvGrpSpPr/>
          <p:nvPr/>
        </p:nvGrpSpPr>
        <p:grpSpPr>
          <a:xfrm>
            <a:off x="12997439" y="4572032"/>
            <a:ext cx="710311" cy="1142996"/>
            <a:chOff x="0" y="0"/>
            <a:chExt cx="710309" cy="1142994"/>
          </a:xfrm>
        </p:grpSpPr>
        <p:sp>
          <p:nvSpPr>
            <p:cNvPr id="674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750" name="Rectangle 10"/>
          <p:cNvGrpSpPr/>
          <p:nvPr/>
        </p:nvGrpSpPr>
        <p:grpSpPr>
          <a:xfrm>
            <a:off x="12997439" y="3428998"/>
            <a:ext cx="710311" cy="1142996"/>
            <a:chOff x="0" y="0"/>
            <a:chExt cx="710309" cy="1142994"/>
          </a:xfrm>
        </p:grpSpPr>
        <p:sp>
          <p:nvSpPr>
            <p:cNvPr id="674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4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753" name="Rectangle 11"/>
          <p:cNvGrpSpPr/>
          <p:nvPr/>
        </p:nvGrpSpPr>
        <p:grpSpPr>
          <a:xfrm>
            <a:off x="12997439" y="2286017"/>
            <a:ext cx="710311" cy="1142996"/>
            <a:chOff x="0" y="0"/>
            <a:chExt cx="710309" cy="1142994"/>
          </a:xfrm>
        </p:grpSpPr>
        <p:sp>
          <p:nvSpPr>
            <p:cNvPr id="675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5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756" name="Rectangle 12"/>
          <p:cNvGrpSpPr/>
          <p:nvPr/>
        </p:nvGrpSpPr>
        <p:grpSpPr>
          <a:xfrm>
            <a:off x="12997439" y="1142977"/>
            <a:ext cx="710311" cy="1142997"/>
            <a:chOff x="0" y="-1"/>
            <a:chExt cx="710309" cy="1142995"/>
          </a:xfrm>
        </p:grpSpPr>
        <p:sp>
          <p:nvSpPr>
            <p:cNvPr id="675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5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759" name="Rectangle 13"/>
          <p:cNvGrpSpPr/>
          <p:nvPr/>
        </p:nvGrpSpPr>
        <p:grpSpPr>
          <a:xfrm>
            <a:off x="13706754" y="-2365"/>
            <a:ext cx="710311" cy="1142995"/>
            <a:chOff x="0" y="0"/>
            <a:chExt cx="710309" cy="1142994"/>
          </a:xfrm>
        </p:grpSpPr>
        <p:sp>
          <p:nvSpPr>
            <p:cNvPr id="675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5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762" name="Rectangle 14"/>
          <p:cNvGrpSpPr/>
          <p:nvPr/>
        </p:nvGrpSpPr>
        <p:grpSpPr>
          <a:xfrm>
            <a:off x="13706756" y="5715013"/>
            <a:ext cx="710311" cy="1142996"/>
            <a:chOff x="0" y="0"/>
            <a:chExt cx="710309" cy="1142994"/>
          </a:xfrm>
        </p:grpSpPr>
        <p:sp>
          <p:nvSpPr>
            <p:cNvPr id="676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765" name="Rectangle 15"/>
          <p:cNvGrpSpPr/>
          <p:nvPr/>
        </p:nvGrpSpPr>
        <p:grpSpPr>
          <a:xfrm>
            <a:off x="13706754" y="4572032"/>
            <a:ext cx="710311" cy="1142996"/>
            <a:chOff x="0" y="0"/>
            <a:chExt cx="710309" cy="1142994"/>
          </a:xfrm>
        </p:grpSpPr>
        <p:sp>
          <p:nvSpPr>
            <p:cNvPr id="676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6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768" name="Rectangle 16"/>
          <p:cNvGrpSpPr/>
          <p:nvPr/>
        </p:nvGrpSpPr>
        <p:grpSpPr>
          <a:xfrm>
            <a:off x="12996453" y="-1157"/>
            <a:ext cx="710311" cy="1142995"/>
            <a:chOff x="0" y="0"/>
            <a:chExt cx="710309" cy="1142994"/>
          </a:xfrm>
        </p:grpSpPr>
        <p:sp>
          <p:nvSpPr>
            <p:cNvPr id="676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6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771" name="Rectangle 17"/>
          <p:cNvGrpSpPr/>
          <p:nvPr/>
        </p:nvGrpSpPr>
        <p:grpSpPr>
          <a:xfrm>
            <a:off x="13706754" y="2286017"/>
            <a:ext cx="710311" cy="1142996"/>
            <a:chOff x="0" y="0"/>
            <a:chExt cx="710309" cy="1142994"/>
          </a:xfrm>
        </p:grpSpPr>
        <p:sp>
          <p:nvSpPr>
            <p:cNvPr id="676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774" name="Rectangle 18"/>
          <p:cNvGrpSpPr/>
          <p:nvPr/>
        </p:nvGrpSpPr>
        <p:grpSpPr>
          <a:xfrm>
            <a:off x="13706756" y="1142977"/>
            <a:ext cx="710311" cy="1142997"/>
            <a:chOff x="0" y="-1"/>
            <a:chExt cx="710309" cy="1142995"/>
          </a:xfrm>
        </p:grpSpPr>
        <p:sp>
          <p:nvSpPr>
            <p:cNvPr id="677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7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777" name="Rectangle 19"/>
          <p:cNvGrpSpPr/>
          <p:nvPr/>
        </p:nvGrpSpPr>
        <p:grpSpPr>
          <a:xfrm>
            <a:off x="13706754" y="3427836"/>
            <a:ext cx="710311" cy="1142996"/>
            <a:chOff x="0" y="0"/>
            <a:chExt cx="710309" cy="1142994"/>
          </a:xfrm>
        </p:grpSpPr>
        <p:sp>
          <p:nvSpPr>
            <p:cNvPr id="677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7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778" name="Body Level One…"/>
          <p:cNvSpPr txBox="1"/>
          <p:nvPr>
            <p:ph type="body" sz="quarter" idx="1" hasCustomPrompt="1"/>
          </p:nvPr>
        </p:nvSpPr>
        <p:spPr>
          <a:xfrm>
            <a:off x="402336" y="398216"/>
            <a:ext cx="11388726" cy="365760"/>
          </a:xfrm>
          <a:prstGeom prst="rect">
            <a:avLst/>
          </a:prstGeom>
        </p:spPr>
        <p:txBody>
          <a:bodyPr lIns="45718" tIns="45718" rIns="45718" bIns="45718" anchor="ctr"/>
          <a:lstStyle>
            <a:lvl1pPr>
              <a:defRPr cap="all" sz="1400">
                <a:solidFill>
                  <a:srgbClr val="7C8C9A"/>
                </a:solidFill>
                <a:latin typeface="Mona Sans Mono"/>
                <a:ea typeface="Mona Sans Mono"/>
                <a:cs typeface="Mona Sans Mono"/>
                <a:sym typeface="Mona Sans Mono"/>
              </a:defRPr>
            </a:lvl1pPr>
            <a:lvl2pPr>
              <a:defRPr cap="all" sz="1400">
                <a:solidFill>
                  <a:srgbClr val="7C8C9A"/>
                </a:solidFill>
                <a:latin typeface="Mona Sans Mono"/>
                <a:ea typeface="Mona Sans Mono"/>
                <a:cs typeface="Mona Sans Mono"/>
                <a:sym typeface="Mona Sans Mono"/>
              </a:defRPr>
            </a:lvl2pPr>
            <a:lvl3pPr>
              <a:defRPr cap="all" sz="1400">
                <a:solidFill>
                  <a:srgbClr val="7C8C9A"/>
                </a:solidFill>
                <a:latin typeface="Mona Sans Mono"/>
                <a:ea typeface="Mona Sans Mono"/>
                <a:cs typeface="Mona Sans Mono"/>
                <a:sym typeface="Mona Sans Mono"/>
              </a:defRPr>
            </a:lvl3pPr>
            <a:lvl4pPr>
              <a:defRPr cap="all" sz="1400">
                <a:solidFill>
                  <a:srgbClr val="7C8C9A"/>
                </a:solidFill>
                <a:latin typeface="Mona Sans Mono"/>
                <a:ea typeface="Mona Sans Mono"/>
                <a:cs typeface="Mona Sans Mono"/>
                <a:sym typeface="Mona Sans Mono"/>
              </a:defRPr>
            </a:lvl4pPr>
            <a:lvl5pPr>
              <a:defRPr cap="all" sz="1400">
                <a:solidFill>
                  <a:srgbClr val="7C8C9A"/>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6779" name="Picture Placeholder 17"/>
          <p:cNvSpPr/>
          <p:nvPr>
            <p:ph type="pic" idx="21"/>
          </p:nvPr>
        </p:nvSpPr>
        <p:spPr>
          <a:xfrm>
            <a:off x="405128" y="2333275"/>
            <a:ext cx="11385933" cy="3702209"/>
          </a:xfrm>
          <a:prstGeom prst="rect">
            <a:avLst/>
          </a:prstGeom>
        </p:spPr>
        <p:txBody>
          <a:bodyPr lIns="91439" tIns="45719" rIns="91439" bIns="45719">
            <a:noAutofit/>
          </a:bodyPr>
          <a:lstStyle/>
          <a:p>
            <a:pPr/>
          </a:p>
        </p:txBody>
      </p:sp>
      <p:sp>
        <p:nvSpPr>
          <p:cNvPr id="6780" name="Text Placeholder 6"/>
          <p:cNvSpPr/>
          <p:nvPr>
            <p:ph type="body" sz="quarter" idx="22" hasCustomPrompt="1"/>
          </p:nvPr>
        </p:nvSpPr>
        <p:spPr>
          <a:xfrm>
            <a:off x="403358" y="796204"/>
            <a:ext cx="11385933" cy="1149239"/>
          </a:xfrm>
          <a:prstGeom prst="rect">
            <a:avLst/>
          </a:prstGeom>
        </p:spPr>
        <p:txBody>
          <a:bodyPr/>
          <a:lstStyle>
            <a:lvl1pPr>
              <a:defRPr sz="4800">
                <a:solidFill>
                  <a:srgbClr val="000000"/>
                </a:solidFill>
              </a:defRPr>
            </a:lvl1pPr>
          </a:lstStyle>
          <a:p>
            <a:pPr/>
            <a:r>
              <a:t>Title should be less than 10 words</a:t>
            </a:r>
          </a:p>
        </p:txBody>
      </p:sp>
      <p:sp>
        <p:nvSpPr>
          <p:cNvPr id="6781" name="Rectangle 4"/>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782" name="Rectangle 9"/>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6783" name="Text Placeholder 13"/>
          <p:cNvSpPr/>
          <p:nvPr>
            <p:ph type="body" sz="quarter" idx="23"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67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image stacked reversed">
    <p:bg>
      <p:bgPr>
        <a:solidFill>
          <a:srgbClr val="FFFFFF"/>
        </a:solidFill>
      </p:bgPr>
    </p:bg>
    <p:spTree>
      <p:nvGrpSpPr>
        <p:cNvPr id="1" name=""/>
        <p:cNvGrpSpPr/>
        <p:nvPr/>
      </p:nvGrpSpPr>
      <p:grpSpPr>
        <a:xfrm>
          <a:off x="0" y="0"/>
          <a:ext cx="0" cy="0"/>
          <a:chOff x="0" y="0"/>
          <a:chExt cx="0" cy="0"/>
        </a:xfrm>
      </p:grpSpPr>
      <p:grpSp>
        <p:nvGrpSpPr>
          <p:cNvPr id="6793" name="Rectangle 1"/>
          <p:cNvGrpSpPr/>
          <p:nvPr/>
        </p:nvGrpSpPr>
        <p:grpSpPr>
          <a:xfrm>
            <a:off x="12287632" y="5878297"/>
            <a:ext cx="710311" cy="979707"/>
            <a:chOff x="0" y="0"/>
            <a:chExt cx="710309" cy="979705"/>
          </a:xfrm>
        </p:grpSpPr>
        <p:sp>
          <p:nvSpPr>
            <p:cNvPr id="679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9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6796" name="Rectangle 2"/>
          <p:cNvGrpSpPr/>
          <p:nvPr/>
        </p:nvGrpSpPr>
        <p:grpSpPr>
          <a:xfrm>
            <a:off x="12287631" y="4898603"/>
            <a:ext cx="710311" cy="979709"/>
            <a:chOff x="0" y="-1"/>
            <a:chExt cx="710309" cy="979708"/>
          </a:xfrm>
        </p:grpSpPr>
        <p:sp>
          <p:nvSpPr>
            <p:cNvPr id="679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9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6799" name="Rectangle 3"/>
          <p:cNvGrpSpPr/>
          <p:nvPr/>
        </p:nvGrpSpPr>
        <p:grpSpPr>
          <a:xfrm>
            <a:off x="12287632" y="3918862"/>
            <a:ext cx="710311" cy="979706"/>
            <a:chOff x="0" y="0"/>
            <a:chExt cx="710309" cy="979705"/>
          </a:xfrm>
        </p:grpSpPr>
        <p:sp>
          <p:nvSpPr>
            <p:cNvPr id="679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79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6802" name="Rectangle 4"/>
          <p:cNvGrpSpPr/>
          <p:nvPr/>
        </p:nvGrpSpPr>
        <p:grpSpPr>
          <a:xfrm>
            <a:off x="12287631" y="2939171"/>
            <a:ext cx="710311" cy="979707"/>
            <a:chOff x="0" y="0"/>
            <a:chExt cx="710309" cy="979705"/>
          </a:xfrm>
        </p:grpSpPr>
        <p:sp>
          <p:nvSpPr>
            <p:cNvPr id="680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0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6805" name="Rectangle 5"/>
          <p:cNvGrpSpPr/>
          <p:nvPr/>
        </p:nvGrpSpPr>
        <p:grpSpPr>
          <a:xfrm>
            <a:off x="12287632" y="1959431"/>
            <a:ext cx="710311" cy="979707"/>
            <a:chOff x="0" y="0"/>
            <a:chExt cx="710309" cy="979705"/>
          </a:xfrm>
        </p:grpSpPr>
        <p:sp>
          <p:nvSpPr>
            <p:cNvPr id="680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0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6808" name="Rectangle 6"/>
          <p:cNvGrpSpPr/>
          <p:nvPr/>
        </p:nvGrpSpPr>
        <p:grpSpPr>
          <a:xfrm>
            <a:off x="12287631" y="979736"/>
            <a:ext cx="710311" cy="979707"/>
            <a:chOff x="0" y="0"/>
            <a:chExt cx="710309" cy="979705"/>
          </a:xfrm>
        </p:grpSpPr>
        <p:sp>
          <p:nvSpPr>
            <p:cNvPr id="680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0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6811" name="Rectangle 7"/>
          <p:cNvGrpSpPr/>
          <p:nvPr/>
        </p:nvGrpSpPr>
        <p:grpSpPr>
          <a:xfrm>
            <a:off x="12287631" y="-2"/>
            <a:ext cx="710311" cy="979706"/>
            <a:chOff x="0" y="0"/>
            <a:chExt cx="710309" cy="979705"/>
          </a:xfrm>
        </p:grpSpPr>
        <p:sp>
          <p:nvSpPr>
            <p:cNvPr id="680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1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814" name="Rectangle 8"/>
          <p:cNvGrpSpPr/>
          <p:nvPr/>
        </p:nvGrpSpPr>
        <p:grpSpPr>
          <a:xfrm>
            <a:off x="12997439" y="5715013"/>
            <a:ext cx="710311" cy="1142996"/>
            <a:chOff x="0" y="0"/>
            <a:chExt cx="710309" cy="1142994"/>
          </a:xfrm>
        </p:grpSpPr>
        <p:sp>
          <p:nvSpPr>
            <p:cNvPr id="681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1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817" name="Rectangle 9"/>
          <p:cNvGrpSpPr/>
          <p:nvPr/>
        </p:nvGrpSpPr>
        <p:grpSpPr>
          <a:xfrm>
            <a:off x="12997439" y="4572032"/>
            <a:ext cx="710311" cy="1142996"/>
            <a:chOff x="0" y="0"/>
            <a:chExt cx="710309" cy="1142994"/>
          </a:xfrm>
        </p:grpSpPr>
        <p:sp>
          <p:nvSpPr>
            <p:cNvPr id="681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820" name="Rectangle 10"/>
          <p:cNvGrpSpPr/>
          <p:nvPr/>
        </p:nvGrpSpPr>
        <p:grpSpPr>
          <a:xfrm>
            <a:off x="12997439" y="3428998"/>
            <a:ext cx="710311" cy="1142996"/>
            <a:chOff x="0" y="0"/>
            <a:chExt cx="710309" cy="1142994"/>
          </a:xfrm>
        </p:grpSpPr>
        <p:sp>
          <p:nvSpPr>
            <p:cNvPr id="681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823" name="Rectangle 11"/>
          <p:cNvGrpSpPr/>
          <p:nvPr/>
        </p:nvGrpSpPr>
        <p:grpSpPr>
          <a:xfrm>
            <a:off x="12997439" y="2286017"/>
            <a:ext cx="710311" cy="1142996"/>
            <a:chOff x="0" y="0"/>
            <a:chExt cx="710309" cy="1142994"/>
          </a:xfrm>
        </p:grpSpPr>
        <p:sp>
          <p:nvSpPr>
            <p:cNvPr id="682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826" name="Rectangle 12"/>
          <p:cNvGrpSpPr/>
          <p:nvPr/>
        </p:nvGrpSpPr>
        <p:grpSpPr>
          <a:xfrm>
            <a:off x="12997439" y="1142977"/>
            <a:ext cx="710311" cy="1142997"/>
            <a:chOff x="0" y="-1"/>
            <a:chExt cx="710309" cy="1142995"/>
          </a:xfrm>
        </p:grpSpPr>
        <p:sp>
          <p:nvSpPr>
            <p:cNvPr id="682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2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829" name="Rectangle 13"/>
          <p:cNvGrpSpPr/>
          <p:nvPr/>
        </p:nvGrpSpPr>
        <p:grpSpPr>
          <a:xfrm>
            <a:off x="13706754" y="-2365"/>
            <a:ext cx="710311" cy="1142995"/>
            <a:chOff x="0" y="0"/>
            <a:chExt cx="710309" cy="1142994"/>
          </a:xfrm>
        </p:grpSpPr>
        <p:sp>
          <p:nvSpPr>
            <p:cNvPr id="682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832" name="Rectangle 14"/>
          <p:cNvGrpSpPr/>
          <p:nvPr/>
        </p:nvGrpSpPr>
        <p:grpSpPr>
          <a:xfrm>
            <a:off x="13706756" y="5715013"/>
            <a:ext cx="710311" cy="1142996"/>
            <a:chOff x="0" y="0"/>
            <a:chExt cx="710309" cy="1142994"/>
          </a:xfrm>
        </p:grpSpPr>
        <p:sp>
          <p:nvSpPr>
            <p:cNvPr id="683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3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835" name="Rectangle 15"/>
          <p:cNvGrpSpPr/>
          <p:nvPr/>
        </p:nvGrpSpPr>
        <p:grpSpPr>
          <a:xfrm>
            <a:off x="13706754" y="4572032"/>
            <a:ext cx="710311" cy="1142996"/>
            <a:chOff x="0" y="0"/>
            <a:chExt cx="710309" cy="1142994"/>
          </a:xfrm>
        </p:grpSpPr>
        <p:sp>
          <p:nvSpPr>
            <p:cNvPr id="683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3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838" name="Rectangle 16"/>
          <p:cNvGrpSpPr/>
          <p:nvPr/>
        </p:nvGrpSpPr>
        <p:grpSpPr>
          <a:xfrm>
            <a:off x="12996453" y="-1157"/>
            <a:ext cx="710311" cy="1142995"/>
            <a:chOff x="0" y="0"/>
            <a:chExt cx="710309" cy="1142994"/>
          </a:xfrm>
        </p:grpSpPr>
        <p:sp>
          <p:nvSpPr>
            <p:cNvPr id="683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3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841" name="Rectangle 17"/>
          <p:cNvGrpSpPr/>
          <p:nvPr/>
        </p:nvGrpSpPr>
        <p:grpSpPr>
          <a:xfrm>
            <a:off x="13706754" y="2286017"/>
            <a:ext cx="710311" cy="1142996"/>
            <a:chOff x="0" y="0"/>
            <a:chExt cx="710309" cy="1142994"/>
          </a:xfrm>
        </p:grpSpPr>
        <p:sp>
          <p:nvSpPr>
            <p:cNvPr id="683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4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844" name="Rectangle 18"/>
          <p:cNvGrpSpPr/>
          <p:nvPr/>
        </p:nvGrpSpPr>
        <p:grpSpPr>
          <a:xfrm>
            <a:off x="13706756" y="1142977"/>
            <a:ext cx="710311" cy="1142997"/>
            <a:chOff x="0" y="-1"/>
            <a:chExt cx="710309" cy="1142995"/>
          </a:xfrm>
        </p:grpSpPr>
        <p:sp>
          <p:nvSpPr>
            <p:cNvPr id="684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4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847" name="Rectangle 19"/>
          <p:cNvGrpSpPr/>
          <p:nvPr/>
        </p:nvGrpSpPr>
        <p:grpSpPr>
          <a:xfrm>
            <a:off x="13706754" y="3427836"/>
            <a:ext cx="710311" cy="1142996"/>
            <a:chOff x="0" y="0"/>
            <a:chExt cx="710309" cy="1142994"/>
          </a:xfrm>
        </p:grpSpPr>
        <p:sp>
          <p:nvSpPr>
            <p:cNvPr id="684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848" name="Body Level One…"/>
          <p:cNvSpPr txBox="1"/>
          <p:nvPr>
            <p:ph type="body" sz="quarter" idx="1" hasCustomPrompt="1"/>
          </p:nvPr>
        </p:nvSpPr>
        <p:spPr>
          <a:xfrm>
            <a:off x="402336" y="4502422"/>
            <a:ext cx="11388726" cy="365764"/>
          </a:xfrm>
          <a:prstGeom prst="rect">
            <a:avLst/>
          </a:prstGeom>
        </p:spPr>
        <p:txBody>
          <a:bodyPr lIns="45718" tIns="45718" rIns="45718" bIns="45718" anchor="ctr"/>
          <a:lstStyle>
            <a:lvl1pPr>
              <a:defRPr cap="all" sz="1400">
                <a:solidFill>
                  <a:srgbClr val="7C8C9A"/>
                </a:solidFill>
                <a:latin typeface="Mona Sans Mono"/>
                <a:ea typeface="Mona Sans Mono"/>
                <a:cs typeface="Mona Sans Mono"/>
                <a:sym typeface="Mona Sans Mono"/>
              </a:defRPr>
            </a:lvl1pPr>
            <a:lvl2pPr>
              <a:defRPr cap="all" sz="1400">
                <a:solidFill>
                  <a:srgbClr val="7C8C9A"/>
                </a:solidFill>
                <a:latin typeface="Mona Sans Mono"/>
                <a:ea typeface="Mona Sans Mono"/>
                <a:cs typeface="Mona Sans Mono"/>
                <a:sym typeface="Mona Sans Mono"/>
              </a:defRPr>
            </a:lvl2pPr>
            <a:lvl3pPr>
              <a:defRPr cap="all" sz="1400">
                <a:solidFill>
                  <a:srgbClr val="7C8C9A"/>
                </a:solidFill>
                <a:latin typeface="Mona Sans Mono"/>
                <a:ea typeface="Mona Sans Mono"/>
                <a:cs typeface="Mona Sans Mono"/>
                <a:sym typeface="Mona Sans Mono"/>
              </a:defRPr>
            </a:lvl3pPr>
            <a:lvl4pPr>
              <a:defRPr cap="all" sz="1400">
                <a:solidFill>
                  <a:srgbClr val="7C8C9A"/>
                </a:solidFill>
                <a:latin typeface="Mona Sans Mono"/>
                <a:ea typeface="Mona Sans Mono"/>
                <a:cs typeface="Mona Sans Mono"/>
                <a:sym typeface="Mona Sans Mono"/>
              </a:defRPr>
            </a:lvl4pPr>
            <a:lvl5pPr>
              <a:defRPr cap="all" sz="1400">
                <a:solidFill>
                  <a:srgbClr val="7C8C9A"/>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6849" name="Picture Placeholder 17"/>
          <p:cNvSpPr/>
          <p:nvPr>
            <p:ph type="pic" idx="21"/>
          </p:nvPr>
        </p:nvSpPr>
        <p:spPr>
          <a:xfrm>
            <a:off x="402336" y="398548"/>
            <a:ext cx="11388726" cy="3702207"/>
          </a:xfrm>
          <a:prstGeom prst="rect">
            <a:avLst/>
          </a:prstGeom>
        </p:spPr>
        <p:txBody>
          <a:bodyPr lIns="91439" tIns="45719" rIns="91439" bIns="45719">
            <a:noAutofit/>
          </a:bodyPr>
          <a:lstStyle/>
          <a:p>
            <a:pPr/>
          </a:p>
        </p:txBody>
      </p:sp>
      <p:sp>
        <p:nvSpPr>
          <p:cNvPr id="6850" name="Text Placeholder 6"/>
          <p:cNvSpPr/>
          <p:nvPr>
            <p:ph type="body" sz="quarter" idx="22" hasCustomPrompt="1"/>
          </p:nvPr>
        </p:nvSpPr>
        <p:spPr>
          <a:xfrm>
            <a:off x="397261" y="4900636"/>
            <a:ext cx="11393800" cy="1134849"/>
          </a:xfrm>
          <a:prstGeom prst="rect">
            <a:avLst/>
          </a:prstGeom>
        </p:spPr>
        <p:txBody>
          <a:bodyPr/>
          <a:lstStyle>
            <a:lvl1pPr>
              <a:defRPr sz="4800">
                <a:solidFill>
                  <a:srgbClr val="000000"/>
                </a:solidFill>
              </a:defRPr>
            </a:lvl1pPr>
          </a:lstStyle>
          <a:p>
            <a:pPr/>
            <a:r>
              <a:t>Title should be less than 10 words</a:t>
            </a:r>
          </a:p>
        </p:txBody>
      </p:sp>
      <p:sp>
        <p:nvSpPr>
          <p:cNvPr id="6851" name="Rectangle 4"/>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852" name="Rectangle 9"/>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6853" name="Text Placeholder 13"/>
          <p:cNvSpPr/>
          <p:nvPr>
            <p:ph type="body" sz="quarter" idx="23"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685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 Browser">
    <p:bg>
      <p:bgPr>
        <a:solidFill>
          <a:srgbClr val="FFFFFF"/>
        </a:solidFill>
      </p:bgPr>
    </p:bg>
    <p:spTree>
      <p:nvGrpSpPr>
        <p:cNvPr id="1" name=""/>
        <p:cNvGrpSpPr/>
        <p:nvPr/>
      </p:nvGrpSpPr>
      <p:grpSpPr>
        <a:xfrm>
          <a:off x="0" y="0"/>
          <a:ext cx="0" cy="0"/>
          <a:chOff x="0" y="0"/>
          <a:chExt cx="0" cy="0"/>
        </a:xfrm>
      </p:grpSpPr>
      <p:grpSp>
        <p:nvGrpSpPr>
          <p:cNvPr id="6863" name="Rectangle 1"/>
          <p:cNvGrpSpPr/>
          <p:nvPr/>
        </p:nvGrpSpPr>
        <p:grpSpPr>
          <a:xfrm>
            <a:off x="12287632" y="5878297"/>
            <a:ext cx="710311" cy="979707"/>
            <a:chOff x="0" y="0"/>
            <a:chExt cx="710309" cy="979705"/>
          </a:xfrm>
        </p:grpSpPr>
        <p:sp>
          <p:nvSpPr>
            <p:cNvPr id="686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6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6866" name="Rectangle 2"/>
          <p:cNvGrpSpPr/>
          <p:nvPr/>
        </p:nvGrpSpPr>
        <p:grpSpPr>
          <a:xfrm>
            <a:off x="12287631" y="4898603"/>
            <a:ext cx="710311" cy="979709"/>
            <a:chOff x="0" y="-1"/>
            <a:chExt cx="710309" cy="979708"/>
          </a:xfrm>
        </p:grpSpPr>
        <p:sp>
          <p:nvSpPr>
            <p:cNvPr id="686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6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6869" name="Rectangle 3"/>
          <p:cNvGrpSpPr/>
          <p:nvPr/>
        </p:nvGrpSpPr>
        <p:grpSpPr>
          <a:xfrm>
            <a:off x="12287632" y="3918862"/>
            <a:ext cx="710311" cy="979706"/>
            <a:chOff x="0" y="0"/>
            <a:chExt cx="710309" cy="979705"/>
          </a:xfrm>
        </p:grpSpPr>
        <p:sp>
          <p:nvSpPr>
            <p:cNvPr id="686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6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6872" name="Rectangle 4"/>
          <p:cNvGrpSpPr/>
          <p:nvPr/>
        </p:nvGrpSpPr>
        <p:grpSpPr>
          <a:xfrm>
            <a:off x="12287631" y="2939171"/>
            <a:ext cx="710311" cy="979707"/>
            <a:chOff x="0" y="0"/>
            <a:chExt cx="710309" cy="979705"/>
          </a:xfrm>
        </p:grpSpPr>
        <p:sp>
          <p:nvSpPr>
            <p:cNvPr id="687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7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6875" name="Rectangle 5"/>
          <p:cNvGrpSpPr/>
          <p:nvPr/>
        </p:nvGrpSpPr>
        <p:grpSpPr>
          <a:xfrm>
            <a:off x="12287632" y="1959431"/>
            <a:ext cx="710311" cy="979707"/>
            <a:chOff x="0" y="0"/>
            <a:chExt cx="710309" cy="979705"/>
          </a:xfrm>
        </p:grpSpPr>
        <p:sp>
          <p:nvSpPr>
            <p:cNvPr id="687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7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6878" name="Rectangle 6"/>
          <p:cNvGrpSpPr/>
          <p:nvPr/>
        </p:nvGrpSpPr>
        <p:grpSpPr>
          <a:xfrm>
            <a:off x="12287631" y="979736"/>
            <a:ext cx="710311" cy="979707"/>
            <a:chOff x="0" y="0"/>
            <a:chExt cx="710309" cy="979705"/>
          </a:xfrm>
        </p:grpSpPr>
        <p:sp>
          <p:nvSpPr>
            <p:cNvPr id="687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7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6881" name="Rectangle 7"/>
          <p:cNvGrpSpPr/>
          <p:nvPr/>
        </p:nvGrpSpPr>
        <p:grpSpPr>
          <a:xfrm>
            <a:off x="12287631" y="-2"/>
            <a:ext cx="710311" cy="979706"/>
            <a:chOff x="0" y="0"/>
            <a:chExt cx="710309" cy="979705"/>
          </a:xfrm>
        </p:grpSpPr>
        <p:sp>
          <p:nvSpPr>
            <p:cNvPr id="687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8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884" name="Rectangle 8"/>
          <p:cNvGrpSpPr/>
          <p:nvPr/>
        </p:nvGrpSpPr>
        <p:grpSpPr>
          <a:xfrm>
            <a:off x="12997439" y="5715013"/>
            <a:ext cx="710311" cy="1142996"/>
            <a:chOff x="0" y="0"/>
            <a:chExt cx="710309" cy="1142994"/>
          </a:xfrm>
        </p:grpSpPr>
        <p:sp>
          <p:nvSpPr>
            <p:cNvPr id="688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887" name="Rectangle 9"/>
          <p:cNvGrpSpPr/>
          <p:nvPr/>
        </p:nvGrpSpPr>
        <p:grpSpPr>
          <a:xfrm>
            <a:off x="12997439" y="4572032"/>
            <a:ext cx="710311" cy="1142996"/>
            <a:chOff x="0" y="0"/>
            <a:chExt cx="710309" cy="1142994"/>
          </a:xfrm>
        </p:grpSpPr>
        <p:sp>
          <p:nvSpPr>
            <p:cNvPr id="688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890" name="Rectangle 10"/>
          <p:cNvGrpSpPr/>
          <p:nvPr/>
        </p:nvGrpSpPr>
        <p:grpSpPr>
          <a:xfrm>
            <a:off x="12997439" y="3428998"/>
            <a:ext cx="710311" cy="1142996"/>
            <a:chOff x="0" y="0"/>
            <a:chExt cx="710309" cy="1142994"/>
          </a:xfrm>
        </p:grpSpPr>
        <p:sp>
          <p:nvSpPr>
            <p:cNvPr id="688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8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893" name="Rectangle 11"/>
          <p:cNvGrpSpPr/>
          <p:nvPr/>
        </p:nvGrpSpPr>
        <p:grpSpPr>
          <a:xfrm>
            <a:off x="12997439" y="2286017"/>
            <a:ext cx="710311" cy="1142996"/>
            <a:chOff x="0" y="0"/>
            <a:chExt cx="710309" cy="1142994"/>
          </a:xfrm>
        </p:grpSpPr>
        <p:sp>
          <p:nvSpPr>
            <p:cNvPr id="689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9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896" name="Rectangle 12"/>
          <p:cNvGrpSpPr/>
          <p:nvPr/>
        </p:nvGrpSpPr>
        <p:grpSpPr>
          <a:xfrm>
            <a:off x="12997439" y="1142977"/>
            <a:ext cx="710311" cy="1142997"/>
            <a:chOff x="0" y="-1"/>
            <a:chExt cx="710309" cy="1142995"/>
          </a:xfrm>
        </p:grpSpPr>
        <p:sp>
          <p:nvSpPr>
            <p:cNvPr id="689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9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899" name="Rectangle 13"/>
          <p:cNvGrpSpPr/>
          <p:nvPr/>
        </p:nvGrpSpPr>
        <p:grpSpPr>
          <a:xfrm>
            <a:off x="13706754" y="-2365"/>
            <a:ext cx="710311" cy="1142995"/>
            <a:chOff x="0" y="0"/>
            <a:chExt cx="710309" cy="1142994"/>
          </a:xfrm>
        </p:grpSpPr>
        <p:sp>
          <p:nvSpPr>
            <p:cNvPr id="689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89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902" name="Rectangle 14"/>
          <p:cNvGrpSpPr/>
          <p:nvPr/>
        </p:nvGrpSpPr>
        <p:grpSpPr>
          <a:xfrm>
            <a:off x="13706756" y="5715013"/>
            <a:ext cx="710311" cy="1142996"/>
            <a:chOff x="0" y="0"/>
            <a:chExt cx="710309" cy="1142994"/>
          </a:xfrm>
        </p:grpSpPr>
        <p:sp>
          <p:nvSpPr>
            <p:cNvPr id="690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905" name="Rectangle 15"/>
          <p:cNvGrpSpPr/>
          <p:nvPr/>
        </p:nvGrpSpPr>
        <p:grpSpPr>
          <a:xfrm>
            <a:off x="13706754" y="4572032"/>
            <a:ext cx="710311" cy="1142996"/>
            <a:chOff x="0" y="0"/>
            <a:chExt cx="710309" cy="1142994"/>
          </a:xfrm>
        </p:grpSpPr>
        <p:sp>
          <p:nvSpPr>
            <p:cNvPr id="690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908" name="Rectangle 16"/>
          <p:cNvGrpSpPr/>
          <p:nvPr/>
        </p:nvGrpSpPr>
        <p:grpSpPr>
          <a:xfrm>
            <a:off x="12996453" y="-1157"/>
            <a:ext cx="710311" cy="1142995"/>
            <a:chOff x="0" y="0"/>
            <a:chExt cx="710309" cy="1142994"/>
          </a:xfrm>
        </p:grpSpPr>
        <p:sp>
          <p:nvSpPr>
            <p:cNvPr id="690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911" name="Rectangle 17"/>
          <p:cNvGrpSpPr/>
          <p:nvPr/>
        </p:nvGrpSpPr>
        <p:grpSpPr>
          <a:xfrm>
            <a:off x="13706754" y="2286017"/>
            <a:ext cx="710311" cy="1142996"/>
            <a:chOff x="0" y="0"/>
            <a:chExt cx="710309" cy="1142994"/>
          </a:xfrm>
        </p:grpSpPr>
        <p:sp>
          <p:nvSpPr>
            <p:cNvPr id="690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914" name="Rectangle 18"/>
          <p:cNvGrpSpPr/>
          <p:nvPr/>
        </p:nvGrpSpPr>
        <p:grpSpPr>
          <a:xfrm>
            <a:off x="13706756" y="1142977"/>
            <a:ext cx="710311" cy="1142997"/>
            <a:chOff x="0" y="-1"/>
            <a:chExt cx="710309" cy="1142995"/>
          </a:xfrm>
        </p:grpSpPr>
        <p:sp>
          <p:nvSpPr>
            <p:cNvPr id="691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1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917" name="Rectangle 19"/>
          <p:cNvGrpSpPr/>
          <p:nvPr/>
        </p:nvGrpSpPr>
        <p:grpSpPr>
          <a:xfrm>
            <a:off x="13706754" y="3427836"/>
            <a:ext cx="710311" cy="1142996"/>
            <a:chOff x="0" y="0"/>
            <a:chExt cx="710309" cy="1142994"/>
          </a:xfrm>
        </p:grpSpPr>
        <p:sp>
          <p:nvSpPr>
            <p:cNvPr id="691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918" name="Picture Placeholder 17"/>
          <p:cNvSpPr/>
          <p:nvPr>
            <p:ph type="pic" idx="21"/>
          </p:nvPr>
        </p:nvSpPr>
        <p:spPr>
          <a:xfrm>
            <a:off x="4052041" y="402559"/>
            <a:ext cx="10009589" cy="5631806"/>
          </a:xfrm>
          <a:prstGeom prst="rect">
            <a:avLst/>
          </a:prstGeom>
        </p:spPr>
        <p:txBody>
          <a:bodyPr lIns="91439" tIns="45719" rIns="91439" bIns="45719">
            <a:noAutofit/>
          </a:bodyPr>
          <a:lstStyle/>
          <a:p>
            <a:pPr/>
          </a:p>
        </p:txBody>
      </p:sp>
      <p:sp>
        <p:nvSpPr>
          <p:cNvPr id="6919" name="Body Level One…"/>
          <p:cNvSpPr txBox="1"/>
          <p:nvPr>
            <p:ph type="body" sz="quarter" idx="1" hasCustomPrompt="1"/>
          </p:nvPr>
        </p:nvSpPr>
        <p:spPr>
          <a:xfrm>
            <a:off x="418131" y="301752"/>
            <a:ext cx="3215721" cy="415144"/>
          </a:xfrm>
          <a:prstGeom prst="rect">
            <a:avLst/>
          </a:prstGeom>
        </p:spPr>
        <p:txBody>
          <a:bodyPr anchor="ctr"/>
          <a:lstStyle>
            <a:lvl1pPr>
              <a:defRPr cap="all" sz="1400">
                <a:solidFill>
                  <a:srgbClr val="7C8C9A"/>
                </a:solidFill>
                <a:latin typeface="Mona Sans Mono"/>
                <a:ea typeface="Mona Sans Mono"/>
                <a:cs typeface="Mona Sans Mono"/>
                <a:sym typeface="Mona Sans Mono"/>
              </a:defRPr>
            </a:lvl1pPr>
            <a:lvl2pPr>
              <a:defRPr cap="all" sz="1400">
                <a:solidFill>
                  <a:srgbClr val="7C8C9A"/>
                </a:solidFill>
                <a:latin typeface="Mona Sans Mono"/>
                <a:ea typeface="Mona Sans Mono"/>
                <a:cs typeface="Mona Sans Mono"/>
                <a:sym typeface="Mona Sans Mono"/>
              </a:defRPr>
            </a:lvl2pPr>
            <a:lvl3pPr>
              <a:defRPr cap="all" sz="1400">
                <a:solidFill>
                  <a:srgbClr val="7C8C9A"/>
                </a:solidFill>
                <a:latin typeface="Mona Sans Mono"/>
                <a:ea typeface="Mona Sans Mono"/>
                <a:cs typeface="Mona Sans Mono"/>
                <a:sym typeface="Mona Sans Mono"/>
              </a:defRPr>
            </a:lvl3pPr>
            <a:lvl4pPr>
              <a:defRPr cap="all" sz="1400">
                <a:solidFill>
                  <a:srgbClr val="7C8C9A"/>
                </a:solidFill>
                <a:latin typeface="Mona Sans Mono"/>
                <a:ea typeface="Mona Sans Mono"/>
                <a:cs typeface="Mona Sans Mono"/>
                <a:sym typeface="Mona Sans Mono"/>
              </a:defRPr>
            </a:lvl4pPr>
            <a:lvl5pPr>
              <a:defRPr cap="all" sz="1400">
                <a:solidFill>
                  <a:srgbClr val="7C8C9A"/>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6920" name="Text Placeholder 23"/>
          <p:cNvSpPr/>
          <p:nvPr>
            <p:ph type="body" sz="quarter" idx="22" hasCustomPrompt="1"/>
          </p:nvPr>
        </p:nvSpPr>
        <p:spPr>
          <a:xfrm>
            <a:off x="418130" y="4471356"/>
            <a:ext cx="3215724" cy="1564131"/>
          </a:xfrm>
          <a:prstGeom prst="rect">
            <a:avLst/>
          </a:prstGeom>
        </p:spPr>
        <p:txBody>
          <a:bodyPr anchor="b"/>
          <a:lstStyle>
            <a:lvl1pPr>
              <a:defRPr sz="1800">
                <a:solidFill>
                  <a:srgbClr val="7C8C9A"/>
                </a:solidFill>
                <a:latin typeface="+mj-lt"/>
                <a:ea typeface="+mj-ea"/>
                <a:cs typeface="+mj-cs"/>
                <a:sym typeface="Mona Sans"/>
              </a:defRPr>
            </a:lvl1pPr>
          </a:lstStyle>
          <a:p>
            <a:pPr/>
            <a:r>
              <a:t>Supporting text if applicable. Keep it short and sweet.</a:t>
            </a:r>
          </a:p>
        </p:txBody>
      </p:sp>
      <p:sp>
        <p:nvSpPr>
          <p:cNvPr id="6921" name="Text Placeholder 6"/>
          <p:cNvSpPr/>
          <p:nvPr>
            <p:ph type="body" sz="quarter" idx="23" hasCustomPrompt="1"/>
          </p:nvPr>
        </p:nvSpPr>
        <p:spPr>
          <a:xfrm>
            <a:off x="402336" y="796202"/>
            <a:ext cx="3231515" cy="3535317"/>
          </a:xfrm>
          <a:prstGeom prst="rect">
            <a:avLst/>
          </a:prstGeom>
        </p:spPr>
        <p:txBody>
          <a:bodyPr/>
          <a:lstStyle>
            <a:lvl1pPr>
              <a:defRPr sz="4000">
                <a:solidFill>
                  <a:srgbClr val="000000"/>
                </a:solidFill>
              </a:defRPr>
            </a:lvl1pPr>
          </a:lstStyle>
          <a:p>
            <a:pPr/>
            <a:r>
              <a:t>A value prop in sentence case that is 12 words or less</a:t>
            </a:r>
          </a:p>
        </p:txBody>
      </p:sp>
      <p:sp>
        <p:nvSpPr>
          <p:cNvPr id="6922" name="Rectangle 2"/>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923" name="Rectangle 5"/>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6924" name="Text Placeholder 13"/>
          <p:cNvSpPr/>
          <p:nvPr>
            <p:ph type="body" sz="quarter" idx="24"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69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 Browser reversed">
    <p:bg>
      <p:bgPr>
        <a:solidFill>
          <a:srgbClr val="FFFFFF"/>
        </a:solidFill>
      </p:bgPr>
    </p:bg>
    <p:spTree>
      <p:nvGrpSpPr>
        <p:cNvPr id="1" name=""/>
        <p:cNvGrpSpPr/>
        <p:nvPr/>
      </p:nvGrpSpPr>
      <p:grpSpPr>
        <a:xfrm>
          <a:off x="0" y="0"/>
          <a:ext cx="0" cy="0"/>
          <a:chOff x="0" y="0"/>
          <a:chExt cx="0" cy="0"/>
        </a:xfrm>
      </p:grpSpPr>
      <p:grpSp>
        <p:nvGrpSpPr>
          <p:cNvPr id="6934" name="Rectangle 1"/>
          <p:cNvGrpSpPr/>
          <p:nvPr/>
        </p:nvGrpSpPr>
        <p:grpSpPr>
          <a:xfrm>
            <a:off x="12287632" y="5878297"/>
            <a:ext cx="710311" cy="979707"/>
            <a:chOff x="0" y="0"/>
            <a:chExt cx="710309" cy="979705"/>
          </a:xfrm>
        </p:grpSpPr>
        <p:sp>
          <p:nvSpPr>
            <p:cNvPr id="6932"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3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6937" name="Rectangle 2"/>
          <p:cNvGrpSpPr/>
          <p:nvPr/>
        </p:nvGrpSpPr>
        <p:grpSpPr>
          <a:xfrm>
            <a:off x="12287631" y="4898603"/>
            <a:ext cx="710311" cy="979709"/>
            <a:chOff x="0" y="-1"/>
            <a:chExt cx="710309" cy="979708"/>
          </a:xfrm>
        </p:grpSpPr>
        <p:sp>
          <p:nvSpPr>
            <p:cNvPr id="6935"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36"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6940" name="Rectangle 3"/>
          <p:cNvGrpSpPr/>
          <p:nvPr/>
        </p:nvGrpSpPr>
        <p:grpSpPr>
          <a:xfrm>
            <a:off x="12287632" y="3918862"/>
            <a:ext cx="710311" cy="979706"/>
            <a:chOff x="0" y="0"/>
            <a:chExt cx="710309" cy="979705"/>
          </a:xfrm>
        </p:grpSpPr>
        <p:sp>
          <p:nvSpPr>
            <p:cNvPr id="6938"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3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6943" name="Rectangle 4"/>
          <p:cNvGrpSpPr/>
          <p:nvPr/>
        </p:nvGrpSpPr>
        <p:grpSpPr>
          <a:xfrm>
            <a:off x="12287631" y="2939171"/>
            <a:ext cx="710311" cy="979707"/>
            <a:chOff x="0" y="0"/>
            <a:chExt cx="710309" cy="979705"/>
          </a:xfrm>
        </p:grpSpPr>
        <p:sp>
          <p:nvSpPr>
            <p:cNvPr id="6941"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4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6946" name="Rectangle 5"/>
          <p:cNvGrpSpPr/>
          <p:nvPr/>
        </p:nvGrpSpPr>
        <p:grpSpPr>
          <a:xfrm>
            <a:off x="12287632" y="1959431"/>
            <a:ext cx="710311" cy="979707"/>
            <a:chOff x="0" y="0"/>
            <a:chExt cx="710309" cy="979705"/>
          </a:xfrm>
        </p:grpSpPr>
        <p:sp>
          <p:nvSpPr>
            <p:cNvPr id="6944"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4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6949" name="Rectangle 6"/>
          <p:cNvGrpSpPr/>
          <p:nvPr/>
        </p:nvGrpSpPr>
        <p:grpSpPr>
          <a:xfrm>
            <a:off x="12287631" y="979736"/>
            <a:ext cx="710311" cy="979707"/>
            <a:chOff x="0" y="0"/>
            <a:chExt cx="710309" cy="979705"/>
          </a:xfrm>
        </p:grpSpPr>
        <p:sp>
          <p:nvSpPr>
            <p:cNvPr id="6947"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48"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6952" name="Rectangle 7"/>
          <p:cNvGrpSpPr/>
          <p:nvPr/>
        </p:nvGrpSpPr>
        <p:grpSpPr>
          <a:xfrm>
            <a:off x="12287631" y="-2"/>
            <a:ext cx="710311" cy="979706"/>
            <a:chOff x="0" y="0"/>
            <a:chExt cx="710309" cy="979705"/>
          </a:xfrm>
        </p:grpSpPr>
        <p:sp>
          <p:nvSpPr>
            <p:cNvPr id="6950"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5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6955" name="Rectangle 8"/>
          <p:cNvGrpSpPr/>
          <p:nvPr/>
        </p:nvGrpSpPr>
        <p:grpSpPr>
          <a:xfrm>
            <a:off x="12997439" y="5715013"/>
            <a:ext cx="710311" cy="1142996"/>
            <a:chOff x="0" y="0"/>
            <a:chExt cx="710309" cy="1142994"/>
          </a:xfrm>
        </p:grpSpPr>
        <p:sp>
          <p:nvSpPr>
            <p:cNvPr id="6953"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6958" name="Rectangle 9"/>
          <p:cNvGrpSpPr/>
          <p:nvPr/>
        </p:nvGrpSpPr>
        <p:grpSpPr>
          <a:xfrm>
            <a:off x="12997439" y="4572032"/>
            <a:ext cx="710311" cy="1142996"/>
            <a:chOff x="0" y="0"/>
            <a:chExt cx="710309" cy="1142994"/>
          </a:xfrm>
        </p:grpSpPr>
        <p:sp>
          <p:nvSpPr>
            <p:cNvPr id="6956"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6961" name="Rectangle 10"/>
          <p:cNvGrpSpPr/>
          <p:nvPr/>
        </p:nvGrpSpPr>
        <p:grpSpPr>
          <a:xfrm>
            <a:off x="12997439" y="3428998"/>
            <a:ext cx="710311" cy="1142996"/>
            <a:chOff x="0" y="0"/>
            <a:chExt cx="710309" cy="1142994"/>
          </a:xfrm>
        </p:grpSpPr>
        <p:sp>
          <p:nvSpPr>
            <p:cNvPr id="6959"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6964" name="Rectangle 11"/>
          <p:cNvGrpSpPr/>
          <p:nvPr/>
        </p:nvGrpSpPr>
        <p:grpSpPr>
          <a:xfrm>
            <a:off x="12997439" y="2286017"/>
            <a:ext cx="710311" cy="1142996"/>
            <a:chOff x="0" y="0"/>
            <a:chExt cx="710309" cy="1142994"/>
          </a:xfrm>
        </p:grpSpPr>
        <p:sp>
          <p:nvSpPr>
            <p:cNvPr id="6962"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6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6967" name="Rectangle 12"/>
          <p:cNvGrpSpPr/>
          <p:nvPr/>
        </p:nvGrpSpPr>
        <p:grpSpPr>
          <a:xfrm>
            <a:off x="12997439" y="1142977"/>
            <a:ext cx="710311" cy="1142997"/>
            <a:chOff x="0" y="-1"/>
            <a:chExt cx="710309" cy="1142995"/>
          </a:xfrm>
        </p:grpSpPr>
        <p:sp>
          <p:nvSpPr>
            <p:cNvPr id="6965"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6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6970" name="Rectangle 13"/>
          <p:cNvGrpSpPr/>
          <p:nvPr/>
        </p:nvGrpSpPr>
        <p:grpSpPr>
          <a:xfrm>
            <a:off x="13706754" y="-2365"/>
            <a:ext cx="710311" cy="1142995"/>
            <a:chOff x="0" y="0"/>
            <a:chExt cx="710309" cy="1142994"/>
          </a:xfrm>
        </p:grpSpPr>
        <p:sp>
          <p:nvSpPr>
            <p:cNvPr id="6968"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6973" name="Rectangle 14"/>
          <p:cNvGrpSpPr/>
          <p:nvPr/>
        </p:nvGrpSpPr>
        <p:grpSpPr>
          <a:xfrm>
            <a:off x="13706756" y="5715013"/>
            <a:ext cx="710311" cy="1142996"/>
            <a:chOff x="0" y="0"/>
            <a:chExt cx="710309" cy="1142994"/>
          </a:xfrm>
        </p:grpSpPr>
        <p:sp>
          <p:nvSpPr>
            <p:cNvPr id="6971"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6976" name="Rectangle 15"/>
          <p:cNvGrpSpPr/>
          <p:nvPr/>
        </p:nvGrpSpPr>
        <p:grpSpPr>
          <a:xfrm>
            <a:off x="13706754" y="4572032"/>
            <a:ext cx="710311" cy="1142996"/>
            <a:chOff x="0" y="0"/>
            <a:chExt cx="710309" cy="1142994"/>
          </a:xfrm>
        </p:grpSpPr>
        <p:sp>
          <p:nvSpPr>
            <p:cNvPr id="6974"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7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6979" name="Rectangle 16"/>
          <p:cNvGrpSpPr/>
          <p:nvPr/>
        </p:nvGrpSpPr>
        <p:grpSpPr>
          <a:xfrm>
            <a:off x="12996453" y="-1157"/>
            <a:ext cx="710311" cy="1142995"/>
            <a:chOff x="0" y="0"/>
            <a:chExt cx="710309" cy="1142994"/>
          </a:xfrm>
        </p:grpSpPr>
        <p:sp>
          <p:nvSpPr>
            <p:cNvPr id="6977"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6982" name="Rectangle 17"/>
          <p:cNvGrpSpPr/>
          <p:nvPr/>
        </p:nvGrpSpPr>
        <p:grpSpPr>
          <a:xfrm>
            <a:off x="13706754" y="2286017"/>
            <a:ext cx="710311" cy="1142996"/>
            <a:chOff x="0" y="0"/>
            <a:chExt cx="710309" cy="1142994"/>
          </a:xfrm>
        </p:grpSpPr>
        <p:sp>
          <p:nvSpPr>
            <p:cNvPr id="6980"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8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6985" name="Rectangle 18"/>
          <p:cNvGrpSpPr/>
          <p:nvPr/>
        </p:nvGrpSpPr>
        <p:grpSpPr>
          <a:xfrm>
            <a:off x="13706756" y="1142977"/>
            <a:ext cx="710311" cy="1142997"/>
            <a:chOff x="0" y="-1"/>
            <a:chExt cx="710309" cy="1142995"/>
          </a:xfrm>
        </p:grpSpPr>
        <p:sp>
          <p:nvSpPr>
            <p:cNvPr id="6983"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8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6988" name="Rectangle 19"/>
          <p:cNvGrpSpPr/>
          <p:nvPr/>
        </p:nvGrpSpPr>
        <p:grpSpPr>
          <a:xfrm>
            <a:off x="13706754" y="3427836"/>
            <a:ext cx="710311" cy="1142996"/>
            <a:chOff x="0" y="0"/>
            <a:chExt cx="710309" cy="1142994"/>
          </a:xfrm>
        </p:grpSpPr>
        <p:sp>
          <p:nvSpPr>
            <p:cNvPr id="6986"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98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6989" name="Body Level One…"/>
          <p:cNvSpPr txBox="1"/>
          <p:nvPr>
            <p:ph type="body" sz="quarter" idx="1" hasCustomPrompt="1"/>
          </p:nvPr>
        </p:nvSpPr>
        <p:spPr>
          <a:xfrm>
            <a:off x="8566197" y="301752"/>
            <a:ext cx="3215723" cy="415144"/>
          </a:xfrm>
          <a:prstGeom prst="rect">
            <a:avLst/>
          </a:prstGeom>
        </p:spPr>
        <p:txBody>
          <a:bodyPr anchor="ctr"/>
          <a:lstStyle>
            <a:lvl1pPr>
              <a:defRPr cap="all" sz="1400">
                <a:solidFill>
                  <a:srgbClr val="7C8C9A"/>
                </a:solidFill>
                <a:latin typeface="Mona Sans Mono"/>
                <a:ea typeface="Mona Sans Mono"/>
                <a:cs typeface="Mona Sans Mono"/>
                <a:sym typeface="Mona Sans Mono"/>
              </a:defRPr>
            </a:lvl1pPr>
            <a:lvl2pPr>
              <a:defRPr cap="all" sz="1400">
                <a:solidFill>
                  <a:srgbClr val="7C8C9A"/>
                </a:solidFill>
                <a:latin typeface="Mona Sans Mono"/>
                <a:ea typeface="Mona Sans Mono"/>
                <a:cs typeface="Mona Sans Mono"/>
                <a:sym typeface="Mona Sans Mono"/>
              </a:defRPr>
            </a:lvl2pPr>
            <a:lvl3pPr>
              <a:defRPr cap="all" sz="1400">
                <a:solidFill>
                  <a:srgbClr val="7C8C9A"/>
                </a:solidFill>
                <a:latin typeface="Mona Sans Mono"/>
                <a:ea typeface="Mona Sans Mono"/>
                <a:cs typeface="Mona Sans Mono"/>
                <a:sym typeface="Mona Sans Mono"/>
              </a:defRPr>
            </a:lvl3pPr>
            <a:lvl4pPr>
              <a:defRPr cap="all" sz="1400">
                <a:solidFill>
                  <a:srgbClr val="7C8C9A"/>
                </a:solidFill>
                <a:latin typeface="Mona Sans Mono"/>
                <a:ea typeface="Mona Sans Mono"/>
                <a:cs typeface="Mona Sans Mono"/>
                <a:sym typeface="Mona Sans Mono"/>
              </a:defRPr>
            </a:lvl4pPr>
            <a:lvl5pPr>
              <a:defRPr cap="all" sz="1400">
                <a:solidFill>
                  <a:srgbClr val="7C8C9A"/>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6990" name="Text Placeholder 23"/>
          <p:cNvSpPr/>
          <p:nvPr>
            <p:ph type="body" sz="quarter" idx="21" hasCustomPrompt="1"/>
          </p:nvPr>
        </p:nvSpPr>
        <p:spPr>
          <a:xfrm>
            <a:off x="8566197" y="4471356"/>
            <a:ext cx="3215723" cy="1564131"/>
          </a:xfrm>
          <a:prstGeom prst="rect">
            <a:avLst/>
          </a:prstGeom>
        </p:spPr>
        <p:txBody>
          <a:bodyPr anchor="b"/>
          <a:lstStyle>
            <a:lvl1pPr>
              <a:defRPr sz="1800">
                <a:solidFill>
                  <a:srgbClr val="7C8C9A"/>
                </a:solidFill>
                <a:latin typeface="+mj-lt"/>
                <a:ea typeface="+mj-ea"/>
                <a:cs typeface="+mj-cs"/>
                <a:sym typeface="Mona Sans"/>
              </a:defRPr>
            </a:lvl1pPr>
          </a:lstStyle>
          <a:p>
            <a:pPr/>
            <a:r>
              <a:t>Supporting text if applicable. Keep it short and sweet.</a:t>
            </a:r>
          </a:p>
        </p:txBody>
      </p:sp>
      <p:sp>
        <p:nvSpPr>
          <p:cNvPr id="6991" name="Picture Placeholder 17"/>
          <p:cNvSpPr/>
          <p:nvPr>
            <p:ph type="pic" idx="22"/>
          </p:nvPr>
        </p:nvSpPr>
        <p:spPr>
          <a:xfrm>
            <a:off x="-1861181" y="402559"/>
            <a:ext cx="10009589" cy="5631806"/>
          </a:xfrm>
          <a:prstGeom prst="rect">
            <a:avLst/>
          </a:prstGeom>
        </p:spPr>
        <p:txBody>
          <a:bodyPr lIns="91439" tIns="45719" rIns="91439" bIns="45719">
            <a:noAutofit/>
          </a:bodyPr>
          <a:lstStyle/>
          <a:p>
            <a:pPr/>
          </a:p>
        </p:txBody>
      </p:sp>
      <p:sp>
        <p:nvSpPr>
          <p:cNvPr id="6992" name="Text Placeholder 6"/>
          <p:cNvSpPr/>
          <p:nvPr>
            <p:ph type="body" sz="quarter" idx="23" hasCustomPrompt="1"/>
          </p:nvPr>
        </p:nvSpPr>
        <p:spPr>
          <a:xfrm>
            <a:off x="8566197" y="796202"/>
            <a:ext cx="3231517" cy="3535317"/>
          </a:xfrm>
          <a:prstGeom prst="rect">
            <a:avLst/>
          </a:prstGeom>
        </p:spPr>
        <p:txBody>
          <a:bodyPr/>
          <a:lstStyle>
            <a:lvl1pPr>
              <a:defRPr sz="4000">
                <a:solidFill>
                  <a:srgbClr val="000000"/>
                </a:solidFill>
              </a:defRPr>
            </a:lvl1pPr>
          </a:lstStyle>
          <a:p>
            <a:pPr/>
            <a:r>
              <a:t>A value prop in sentence case that is 12 words or less</a:t>
            </a:r>
          </a:p>
        </p:txBody>
      </p:sp>
      <p:sp>
        <p:nvSpPr>
          <p:cNvPr id="6993" name="Rectangle 2"/>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994" name="Rectangle 5"/>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6995" name="Text Placeholder 13"/>
          <p:cNvSpPr/>
          <p:nvPr>
            <p:ph type="body" sz="quarter" idx="24"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699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statements + Browser">
    <p:bg>
      <p:bgPr>
        <a:solidFill>
          <a:srgbClr val="FFFFFF"/>
        </a:solidFill>
      </p:bgPr>
    </p:bg>
    <p:spTree>
      <p:nvGrpSpPr>
        <p:cNvPr id="1" name=""/>
        <p:cNvGrpSpPr/>
        <p:nvPr/>
      </p:nvGrpSpPr>
      <p:grpSpPr>
        <a:xfrm>
          <a:off x="0" y="0"/>
          <a:ext cx="0" cy="0"/>
          <a:chOff x="0" y="0"/>
          <a:chExt cx="0" cy="0"/>
        </a:xfrm>
      </p:grpSpPr>
      <p:grpSp>
        <p:nvGrpSpPr>
          <p:cNvPr id="7005" name="Rectangle 1"/>
          <p:cNvGrpSpPr/>
          <p:nvPr/>
        </p:nvGrpSpPr>
        <p:grpSpPr>
          <a:xfrm>
            <a:off x="12287632" y="5878297"/>
            <a:ext cx="710311" cy="979707"/>
            <a:chOff x="0" y="0"/>
            <a:chExt cx="710309" cy="979705"/>
          </a:xfrm>
        </p:grpSpPr>
        <p:sp>
          <p:nvSpPr>
            <p:cNvPr id="7003"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0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008" name="Rectangle 2"/>
          <p:cNvGrpSpPr/>
          <p:nvPr/>
        </p:nvGrpSpPr>
        <p:grpSpPr>
          <a:xfrm>
            <a:off x="12287631" y="4898603"/>
            <a:ext cx="710311" cy="979709"/>
            <a:chOff x="0" y="-1"/>
            <a:chExt cx="710309" cy="979708"/>
          </a:xfrm>
        </p:grpSpPr>
        <p:sp>
          <p:nvSpPr>
            <p:cNvPr id="7006"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07"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011" name="Rectangle 3"/>
          <p:cNvGrpSpPr/>
          <p:nvPr/>
        </p:nvGrpSpPr>
        <p:grpSpPr>
          <a:xfrm>
            <a:off x="12287632" y="3918862"/>
            <a:ext cx="710311" cy="979706"/>
            <a:chOff x="0" y="0"/>
            <a:chExt cx="710309" cy="979705"/>
          </a:xfrm>
        </p:grpSpPr>
        <p:sp>
          <p:nvSpPr>
            <p:cNvPr id="7009"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1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014" name="Rectangle 4"/>
          <p:cNvGrpSpPr/>
          <p:nvPr/>
        </p:nvGrpSpPr>
        <p:grpSpPr>
          <a:xfrm>
            <a:off x="12287631" y="2939171"/>
            <a:ext cx="710311" cy="979707"/>
            <a:chOff x="0" y="0"/>
            <a:chExt cx="710309" cy="979705"/>
          </a:xfrm>
        </p:grpSpPr>
        <p:sp>
          <p:nvSpPr>
            <p:cNvPr id="7012"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1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017" name="Rectangle 5"/>
          <p:cNvGrpSpPr/>
          <p:nvPr/>
        </p:nvGrpSpPr>
        <p:grpSpPr>
          <a:xfrm>
            <a:off x="12287632" y="1959431"/>
            <a:ext cx="710311" cy="979707"/>
            <a:chOff x="0" y="0"/>
            <a:chExt cx="710309" cy="979705"/>
          </a:xfrm>
        </p:grpSpPr>
        <p:sp>
          <p:nvSpPr>
            <p:cNvPr id="7015"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1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020" name="Rectangle 6"/>
          <p:cNvGrpSpPr/>
          <p:nvPr/>
        </p:nvGrpSpPr>
        <p:grpSpPr>
          <a:xfrm>
            <a:off x="12287631" y="979736"/>
            <a:ext cx="710311" cy="979707"/>
            <a:chOff x="0" y="0"/>
            <a:chExt cx="710309" cy="979705"/>
          </a:xfrm>
        </p:grpSpPr>
        <p:sp>
          <p:nvSpPr>
            <p:cNvPr id="7018"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19"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023" name="Rectangle 7"/>
          <p:cNvGrpSpPr/>
          <p:nvPr/>
        </p:nvGrpSpPr>
        <p:grpSpPr>
          <a:xfrm>
            <a:off x="12287631" y="-2"/>
            <a:ext cx="710311" cy="979706"/>
            <a:chOff x="0" y="0"/>
            <a:chExt cx="710309" cy="979705"/>
          </a:xfrm>
        </p:grpSpPr>
        <p:sp>
          <p:nvSpPr>
            <p:cNvPr id="7021"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2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026" name="Rectangle 8"/>
          <p:cNvGrpSpPr/>
          <p:nvPr/>
        </p:nvGrpSpPr>
        <p:grpSpPr>
          <a:xfrm>
            <a:off x="12997439" y="5715013"/>
            <a:ext cx="710311" cy="1142996"/>
            <a:chOff x="0" y="0"/>
            <a:chExt cx="710309" cy="1142994"/>
          </a:xfrm>
        </p:grpSpPr>
        <p:sp>
          <p:nvSpPr>
            <p:cNvPr id="7024"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2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029" name="Rectangle 9"/>
          <p:cNvGrpSpPr/>
          <p:nvPr/>
        </p:nvGrpSpPr>
        <p:grpSpPr>
          <a:xfrm>
            <a:off x="12997439" y="4572032"/>
            <a:ext cx="710311" cy="1142996"/>
            <a:chOff x="0" y="0"/>
            <a:chExt cx="710309" cy="1142994"/>
          </a:xfrm>
        </p:grpSpPr>
        <p:sp>
          <p:nvSpPr>
            <p:cNvPr id="7027"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032" name="Rectangle 10"/>
          <p:cNvGrpSpPr/>
          <p:nvPr/>
        </p:nvGrpSpPr>
        <p:grpSpPr>
          <a:xfrm>
            <a:off x="12997439" y="3428998"/>
            <a:ext cx="710311" cy="1142996"/>
            <a:chOff x="0" y="0"/>
            <a:chExt cx="710309" cy="1142994"/>
          </a:xfrm>
        </p:grpSpPr>
        <p:sp>
          <p:nvSpPr>
            <p:cNvPr id="7030"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3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035" name="Rectangle 11"/>
          <p:cNvGrpSpPr/>
          <p:nvPr/>
        </p:nvGrpSpPr>
        <p:grpSpPr>
          <a:xfrm>
            <a:off x="12997439" y="2286017"/>
            <a:ext cx="710311" cy="1142996"/>
            <a:chOff x="0" y="0"/>
            <a:chExt cx="710309" cy="1142994"/>
          </a:xfrm>
        </p:grpSpPr>
        <p:sp>
          <p:nvSpPr>
            <p:cNvPr id="7033"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3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038" name="Rectangle 12"/>
          <p:cNvGrpSpPr/>
          <p:nvPr/>
        </p:nvGrpSpPr>
        <p:grpSpPr>
          <a:xfrm>
            <a:off x="12997439" y="1142977"/>
            <a:ext cx="710311" cy="1142997"/>
            <a:chOff x="0" y="-1"/>
            <a:chExt cx="710309" cy="1142995"/>
          </a:xfrm>
        </p:grpSpPr>
        <p:sp>
          <p:nvSpPr>
            <p:cNvPr id="7036"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3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041" name="Rectangle 13"/>
          <p:cNvGrpSpPr/>
          <p:nvPr/>
        </p:nvGrpSpPr>
        <p:grpSpPr>
          <a:xfrm>
            <a:off x="13706754" y="-2365"/>
            <a:ext cx="710311" cy="1142995"/>
            <a:chOff x="0" y="0"/>
            <a:chExt cx="710309" cy="1142994"/>
          </a:xfrm>
        </p:grpSpPr>
        <p:sp>
          <p:nvSpPr>
            <p:cNvPr id="7039"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4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044" name="Rectangle 14"/>
          <p:cNvGrpSpPr/>
          <p:nvPr/>
        </p:nvGrpSpPr>
        <p:grpSpPr>
          <a:xfrm>
            <a:off x="13706756" y="5715013"/>
            <a:ext cx="710311" cy="1142996"/>
            <a:chOff x="0" y="0"/>
            <a:chExt cx="710309" cy="1142994"/>
          </a:xfrm>
        </p:grpSpPr>
        <p:sp>
          <p:nvSpPr>
            <p:cNvPr id="7042"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4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047" name="Rectangle 15"/>
          <p:cNvGrpSpPr/>
          <p:nvPr/>
        </p:nvGrpSpPr>
        <p:grpSpPr>
          <a:xfrm>
            <a:off x="13706754" y="4572032"/>
            <a:ext cx="710311" cy="1142996"/>
            <a:chOff x="0" y="0"/>
            <a:chExt cx="710309" cy="1142994"/>
          </a:xfrm>
        </p:grpSpPr>
        <p:sp>
          <p:nvSpPr>
            <p:cNvPr id="7045"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4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050" name="Rectangle 16"/>
          <p:cNvGrpSpPr/>
          <p:nvPr/>
        </p:nvGrpSpPr>
        <p:grpSpPr>
          <a:xfrm>
            <a:off x="12996453" y="-1157"/>
            <a:ext cx="710311" cy="1142995"/>
            <a:chOff x="0" y="0"/>
            <a:chExt cx="710309" cy="1142994"/>
          </a:xfrm>
        </p:grpSpPr>
        <p:sp>
          <p:nvSpPr>
            <p:cNvPr id="7048"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4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053" name="Rectangle 17"/>
          <p:cNvGrpSpPr/>
          <p:nvPr/>
        </p:nvGrpSpPr>
        <p:grpSpPr>
          <a:xfrm>
            <a:off x="13706754" y="2286017"/>
            <a:ext cx="710311" cy="1142996"/>
            <a:chOff x="0" y="0"/>
            <a:chExt cx="710309" cy="1142994"/>
          </a:xfrm>
        </p:grpSpPr>
        <p:sp>
          <p:nvSpPr>
            <p:cNvPr id="7051"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5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056" name="Rectangle 18"/>
          <p:cNvGrpSpPr/>
          <p:nvPr/>
        </p:nvGrpSpPr>
        <p:grpSpPr>
          <a:xfrm>
            <a:off x="13706756" y="1142977"/>
            <a:ext cx="710311" cy="1142997"/>
            <a:chOff x="0" y="-1"/>
            <a:chExt cx="710309" cy="1142995"/>
          </a:xfrm>
        </p:grpSpPr>
        <p:sp>
          <p:nvSpPr>
            <p:cNvPr id="7054"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5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059" name="Rectangle 19"/>
          <p:cNvGrpSpPr/>
          <p:nvPr/>
        </p:nvGrpSpPr>
        <p:grpSpPr>
          <a:xfrm>
            <a:off x="13706754" y="3427836"/>
            <a:ext cx="710311" cy="1142996"/>
            <a:chOff x="0" y="0"/>
            <a:chExt cx="710309" cy="1142994"/>
          </a:xfrm>
        </p:grpSpPr>
        <p:sp>
          <p:nvSpPr>
            <p:cNvPr id="7057"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5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7060" name="Body Level One…"/>
          <p:cNvSpPr txBox="1"/>
          <p:nvPr>
            <p:ph type="body" sz="quarter" idx="1" hasCustomPrompt="1"/>
          </p:nvPr>
        </p:nvSpPr>
        <p:spPr>
          <a:xfrm>
            <a:off x="402336" y="398216"/>
            <a:ext cx="5477024" cy="365760"/>
          </a:xfrm>
          <a:prstGeom prst="rect">
            <a:avLst/>
          </a:prstGeom>
        </p:spPr>
        <p:txBody>
          <a:bodyPr lIns="45718" tIns="45718" rIns="45718" bIns="45718" anchor="ctr"/>
          <a:lstStyle>
            <a:lvl1pPr>
              <a:defRPr cap="all" sz="1400">
                <a:solidFill>
                  <a:srgbClr val="7C8C9A"/>
                </a:solidFill>
                <a:latin typeface="Mona Sans Mono"/>
                <a:ea typeface="Mona Sans Mono"/>
                <a:cs typeface="Mona Sans Mono"/>
                <a:sym typeface="Mona Sans Mono"/>
              </a:defRPr>
            </a:lvl1pPr>
            <a:lvl2pPr>
              <a:defRPr cap="all" sz="1400">
                <a:solidFill>
                  <a:srgbClr val="7C8C9A"/>
                </a:solidFill>
                <a:latin typeface="Mona Sans Mono"/>
                <a:ea typeface="Mona Sans Mono"/>
                <a:cs typeface="Mona Sans Mono"/>
                <a:sym typeface="Mona Sans Mono"/>
              </a:defRPr>
            </a:lvl2pPr>
            <a:lvl3pPr>
              <a:defRPr cap="all" sz="1400">
                <a:solidFill>
                  <a:srgbClr val="7C8C9A"/>
                </a:solidFill>
                <a:latin typeface="Mona Sans Mono"/>
                <a:ea typeface="Mona Sans Mono"/>
                <a:cs typeface="Mona Sans Mono"/>
                <a:sym typeface="Mona Sans Mono"/>
              </a:defRPr>
            </a:lvl3pPr>
            <a:lvl4pPr>
              <a:defRPr cap="all" sz="1400">
                <a:solidFill>
                  <a:srgbClr val="7C8C9A"/>
                </a:solidFill>
                <a:latin typeface="Mona Sans Mono"/>
                <a:ea typeface="Mona Sans Mono"/>
                <a:cs typeface="Mona Sans Mono"/>
                <a:sym typeface="Mona Sans Mono"/>
              </a:defRPr>
            </a:lvl4pPr>
            <a:lvl5pPr>
              <a:defRPr cap="all" sz="1400">
                <a:solidFill>
                  <a:srgbClr val="7C8C9A"/>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7061" name="Text Placeholder 23"/>
          <p:cNvSpPr/>
          <p:nvPr>
            <p:ph type="body" sz="quarter" idx="21" hasCustomPrompt="1"/>
          </p:nvPr>
        </p:nvSpPr>
        <p:spPr>
          <a:xfrm>
            <a:off x="402337" y="3821924"/>
            <a:ext cx="2516859" cy="457204"/>
          </a:xfrm>
          <a:prstGeom prst="rect">
            <a:avLst/>
          </a:prstGeom>
        </p:spPr>
        <p:txBody>
          <a:bodyPr lIns="45718" tIns="45718" rIns="45718" bIns="45718" anchor="b"/>
          <a:lstStyle>
            <a:lvl1pPr>
              <a:defRPr sz="1700">
                <a:solidFill>
                  <a:srgbClr val="000000"/>
                </a:solidFill>
              </a:defRPr>
            </a:lvl1pPr>
          </a:lstStyle>
          <a:p>
            <a:pPr/>
            <a:r>
              <a:t>Statement 1</a:t>
            </a:r>
          </a:p>
        </p:txBody>
      </p:sp>
      <p:sp>
        <p:nvSpPr>
          <p:cNvPr id="7062" name="Text Placeholder 23"/>
          <p:cNvSpPr/>
          <p:nvPr>
            <p:ph type="body" sz="quarter" idx="22" hasCustomPrompt="1"/>
          </p:nvPr>
        </p:nvSpPr>
        <p:spPr>
          <a:xfrm>
            <a:off x="402336" y="4279124"/>
            <a:ext cx="2516859" cy="1755241"/>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7063" name="Picture Placeholder 24"/>
          <p:cNvSpPr/>
          <p:nvPr>
            <p:ph type="pic" sz="quarter" idx="23"/>
          </p:nvPr>
        </p:nvSpPr>
        <p:spPr>
          <a:xfrm>
            <a:off x="402336" y="3237246"/>
            <a:ext cx="365668" cy="365764"/>
          </a:xfrm>
          <a:prstGeom prst="rect">
            <a:avLst/>
          </a:prstGeom>
        </p:spPr>
        <p:txBody>
          <a:bodyPr lIns="91439" tIns="45719" rIns="91439" bIns="45719">
            <a:noAutofit/>
          </a:bodyPr>
          <a:lstStyle/>
          <a:p>
            <a:pPr/>
          </a:p>
        </p:txBody>
      </p:sp>
      <p:sp>
        <p:nvSpPr>
          <p:cNvPr id="7064" name="Text Placeholder 23"/>
          <p:cNvSpPr/>
          <p:nvPr>
            <p:ph type="body" sz="quarter" idx="24" hasCustomPrompt="1"/>
          </p:nvPr>
        </p:nvSpPr>
        <p:spPr>
          <a:xfrm>
            <a:off x="3358098" y="3821924"/>
            <a:ext cx="2516862" cy="457204"/>
          </a:xfrm>
          <a:prstGeom prst="rect">
            <a:avLst/>
          </a:prstGeom>
        </p:spPr>
        <p:txBody>
          <a:bodyPr lIns="45718" tIns="45718" rIns="45718" bIns="45718" anchor="b"/>
          <a:lstStyle>
            <a:lvl1pPr>
              <a:defRPr sz="1700">
                <a:solidFill>
                  <a:srgbClr val="000000"/>
                </a:solidFill>
              </a:defRPr>
            </a:lvl1pPr>
          </a:lstStyle>
          <a:p>
            <a:pPr/>
            <a:r>
              <a:t>Statement 2</a:t>
            </a:r>
          </a:p>
        </p:txBody>
      </p:sp>
      <p:sp>
        <p:nvSpPr>
          <p:cNvPr id="7065" name="Text Placeholder 23"/>
          <p:cNvSpPr/>
          <p:nvPr>
            <p:ph type="body" sz="quarter" idx="25" hasCustomPrompt="1"/>
          </p:nvPr>
        </p:nvSpPr>
        <p:spPr>
          <a:xfrm>
            <a:off x="3358098" y="4279124"/>
            <a:ext cx="2516862" cy="1755241"/>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7066" name="Picture Placeholder 24"/>
          <p:cNvSpPr/>
          <p:nvPr>
            <p:ph type="pic" sz="quarter" idx="26"/>
          </p:nvPr>
        </p:nvSpPr>
        <p:spPr>
          <a:xfrm>
            <a:off x="3353529" y="3237246"/>
            <a:ext cx="365669" cy="365764"/>
          </a:xfrm>
          <a:prstGeom prst="rect">
            <a:avLst/>
          </a:prstGeom>
        </p:spPr>
        <p:txBody>
          <a:bodyPr lIns="91439" tIns="45719" rIns="91439" bIns="45719">
            <a:noAutofit/>
          </a:bodyPr>
          <a:lstStyle/>
          <a:p>
            <a:pPr/>
          </a:p>
        </p:txBody>
      </p:sp>
      <p:sp>
        <p:nvSpPr>
          <p:cNvPr id="7067" name="Picture Placeholder 17"/>
          <p:cNvSpPr/>
          <p:nvPr>
            <p:ph type="pic" idx="27"/>
          </p:nvPr>
        </p:nvSpPr>
        <p:spPr>
          <a:xfrm>
            <a:off x="6313863" y="402559"/>
            <a:ext cx="10009587" cy="5631806"/>
          </a:xfrm>
          <a:prstGeom prst="rect">
            <a:avLst/>
          </a:prstGeom>
        </p:spPr>
        <p:txBody>
          <a:bodyPr lIns="91439" tIns="45719" rIns="91439" bIns="45719">
            <a:noAutofit/>
          </a:bodyPr>
          <a:lstStyle/>
          <a:p>
            <a:pPr/>
          </a:p>
        </p:txBody>
      </p:sp>
      <p:sp>
        <p:nvSpPr>
          <p:cNvPr id="7068" name="Text Placeholder 6"/>
          <p:cNvSpPr/>
          <p:nvPr>
            <p:ph type="body" sz="quarter" idx="28" hasCustomPrompt="1"/>
          </p:nvPr>
        </p:nvSpPr>
        <p:spPr>
          <a:xfrm>
            <a:off x="402337" y="796204"/>
            <a:ext cx="5472623" cy="2029969"/>
          </a:xfrm>
          <a:prstGeom prst="rect">
            <a:avLst/>
          </a:prstGeom>
        </p:spPr>
        <p:txBody>
          <a:bodyPr/>
          <a:lstStyle>
            <a:lvl1pPr>
              <a:defRPr sz="4800">
                <a:solidFill>
                  <a:srgbClr val="000000"/>
                </a:solidFill>
              </a:defRPr>
            </a:lvl1pPr>
          </a:lstStyle>
          <a:p>
            <a:pPr/>
            <a:r>
              <a:t>Title should be less than 10 words</a:t>
            </a:r>
          </a:p>
        </p:txBody>
      </p:sp>
      <p:sp>
        <p:nvSpPr>
          <p:cNvPr id="7069" name="Rectangle 3"/>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7070" name="Text Placeholder 13"/>
          <p:cNvSpPr/>
          <p:nvPr>
            <p:ph type="body" sz="quarter" idx="29"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7071" name="Rectangle 19"/>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707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statements + Browser reversed">
    <p:bg>
      <p:bgPr>
        <a:solidFill>
          <a:srgbClr val="FFFFFF"/>
        </a:solidFill>
      </p:bgPr>
    </p:bg>
    <p:spTree>
      <p:nvGrpSpPr>
        <p:cNvPr id="1" name=""/>
        <p:cNvGrpSpPr/>
        <p:nvPr/>
      </p:nvGrpSpPr>
      <p:grpSpPr>
        <a:xfrm>
          <a:off x="0" y="0"/>
          <a:ext cx="0" cy="0"/>
          <a:chOff x="0" y="0"/>
          <a:chExt cx="0" cy="0"/>
        </a:xfrm>
      </p:grpSpPr>
      <p:grpSp>
        <p:nvGrpSpPr>
          <p:cNvPr id="7081" name="Rectangle 1"/>
          <p:cNvGrpSpPr/>
          <p:nvPr/>
        </p:nvGrpSpPr>
        <p:grpSpPr>
          <a:xfrm>
            <a:off x="12287632" y="5878297"/>
            <a:ext cx="710311" cy="979707"/>
            <a:chOff x="0" y="0"/>
            <a:chExt cx="710309" cy="979705"/>
          </a:xfrm>
        </p:grpSpPr>
        <p:sp>
          <p:nvSpPr>
            <p:cNvPr id="7079"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8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084" name="Rectangle 2"/>
          <p:cNvGrpSpPr/>
          <p:nvPr/>
        </p:nvGrpSpPr>
        <p:grpSpPr>
          <a:xfrm>
            <a:off x="12287631" y="4898603"/>
            <a:ext cx="710311" cy="979709"/>
            <a:chOff x="0" y="-1"/>
            <a:chExt cx="710309" cy="979708"/>
          </a:xfrm>
        </p:grpSpPr>
        <p:sp>
          <p:nvSpPr>
            <p:cNvPr id="7082"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83"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087" name="Rectangle 3"/>
          <p:cNvGrpSpPr/>
          <p:nvPr/>
        </p:nvGrpSpPr>
        <p:grpSpPr>
          <a:xfrm>
            <a:off x="12287632" y="3918862"/>
            <a:ext cx="710311" cy="979706"/>
            <a:chOff x="0" y="0"/>
            <a:chExt cx="710309" cy="979705"/>
          </a:xfrm>
        </p:grpSpPr>
        <p:sp>
          <p:nvSpPr>
            <p:cNvPr id="7085"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8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090" name="Rectangle 4"/>
          <p:cNvGrpSpPr/>
          <p:nvPr/>
        </p:nvGrpSpPr>
        <p:grpSpPr>
          <a:xfrm>
            <a:off x="12287631" y="2939171"/>
            <a:ext cx="710311" cy="979707"/>
            <a:chOff x="0" y="0"/>
            <a:chExt cx="710309" cy="979705"/>
          </a:xfrm>
        </p:grpSpPr>
        <p:sp>
          <p:nvSpPr>
            <p:cNvPr id="7088"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8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093" name="Rectangle 5"/>
          <p:cNvGrpSpPr/>
          <p:nvPr/>
        </p:nvGrpSpPr>
        <p:grpSpPr>
          <a:xfrm>
            <a:off x="12287632" y="1959431"/>
            <a:ext cx="710311" cy="979707"/>
            <a:chOff x="0" y="0"/>
            <a:chExt cx="710309" cy="979705"/>
          </a:xfrm>
        </p:grpSpPr>
        <p:sp>
          <p:nvSpPr>
            <p:cNvPr id="7091"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9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096" name="Rectangle 6"/>
          <p:cNvGrpSpPr/>
          <p:nvPr/>
        </p:nvGrpSpPr>
        <p:grpSpPr>
          <a:xfrm>
            <a:off x="12287631" y="979736"/>
            <a:ext cx="710311" cy="979707"/>
            <a:chOff x="0" y="0"/>
            <a:chExt cx="710309" cy="979705"/>
          </a:xfrm>
        </p:grpSpPr>
        <p:sp>
          <p:nvSpPr>
            <p:cNvPr id="7094"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95"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099" name="Rectangle 7"/>
          <p:cNvGrpSpPr/>
          <p:nvPr/>
        </p:nvGrpSpPr>
        <p:grpSpPr>
          <a:xfrm>
            <a:off x="12287631" y="-2"/>
            <a:ext cx="710311" cy="979706"/>
            <a:chOff x="0" y="0"/>
            <a:chExt cx="710309" cy="979705"/>
          </a:xfrm>
        </p:grpSpPr>
        <p:sp>
          <p:nvSpPr>
            <p:cNvPr id="7097"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09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102" name="Rectangle 8"/>
          <p:cNvGrpSpPr/>
          <p:nvPr/>
        </p:nvGrpSpPr>
        <p:grpSpPr>
          <a:xfrm>
            <a:off x="12997439" y="5715013"/>
            <a:ext cx="710311" cy="1142996"/>
            <a:chOff x="0" y="0"/>
            <a:chExt cx="710309" cy="1142994"/>
          </a:xfrm>
        </p:grpSpPr>
        <p:sp>
          <p:nvSpPr>
            <p:cNvPr id="7100"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105" name="Rectangle 9"/>
          <p:cNvGrpSpPr/>
          <p:nvPr/>
        </p:nvGrpSpPr>
        <p:grpSpPr>
          <a:xfrm>
            <a:off x="12997439" y="4572032"/>
            <a:ext cx="710311" cy="1142996"/>
            <a:chOff x="0" y="0"/>
            <a:chExt cx="710309" cy="1142994"/>
          </a:xfrm>
        </p:grpSpPr>
        <p:sp>
          <p:nvSpPr>
            <p:cNvPr id="7103"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108" name="Rectangle 10"/>
          <p:cNvGrpSpPr/>
          <p:nvPr/>
        </p:nvGrpSpPr>
        <p:grpSpPr>
          <a:xfrm>
            <a:off x="12997439" y="3428998"/>
            <a:ext cx="710311" cy="1142996"/>
            <a:chOff x="0" y="0"/>
            <a:chExt cx="710309" cy="1142994"/>
          </a:xfrm>
        </p:grpSpPr>
        <p:sp>
          <p:nvSpPr>
            <p:cNvPr id="7106"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111" name="Rectangle 11"/>
          <p:cNvGrpSpPr/>
          <p:nvPr/>
        </p:nvGrpSpPr>
        <p:grpSpPr>
          <a:xfrm>
            <a:off x="12997439" y="2286017"/>
            <a:ext cx="710311" cy="1142996"/>
            <a:chOff x="0" y="0"/>
            <a:chExt cx="710309" cy="1142994"/>
          </a:xfrm>
        </p:grpSpPr>
        <p:sp>
          <p:nvSpPr>
            <p:cNvPr id="7109"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114" name="Rectangle 12"/>
          <p:cNvGrpSpPr/>
          <p:nvPr/>
        </p:nvGrpSpPr>
        <p:grpSpPr>
          <a:xfrm>
            <a:off x="12997439" y="1142977"/>
            <a:ext cx="710311" cy="1142997"/>
            <a:chOff x="0" y="-1"/>
            <a:chExt cx="710309" cy="1142995"/>
          </a:xfrm>
        </p:grpSpPr>
        <p:sp>
          <p:nvSpPr>
            <p:cNvPr id="7112"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1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117" name="Rectangle 13"/>
          <p:cNvGrpSpPr/>
          <p:nvPr/>
        </p:nvGrpSpPr>
        <p:grpSpPr>
          <a:xfrm>
            <a:off x="13706754" y="-2365"/>
            <a:ext cx="710311" cy="1142995"/>
            <a:chOff x="0" y="0"/>
            <a:chExt cx="710309" cy="1142994"/>
          </a:xfrm>
        </p:grpSpPr>
        <p:sp>
          <p:nvSpPr>
            <p:cNvPr id="7115"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120" name="Rectangle 14"/>
          <p:cNvGrpSpPr/>
          <p:nvPr/>
        </p:nvGrpSpPr>
        <p:grpSpPr>
          <a:xfrm>
            <a:off x="13706756" y="5715013"/>
            <a:ext cx="710311" cy="1142996"/>
            <a:chOff x="0" y="0"/>
            <a:chExt cx="710309" cy="1142994"/>
          </a:xfrm>
        </p:grpSpPr>
        <p:sp>
          <p:nvSpPr>
            <p:cNvPr id="7118"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123" name="Rectangle 15"/>
          <p:cNvGrpSpPr/>
          <p:nvPr/>
        </p:nvGrpSpPr>
        <p:grpSpPr>
          <a:xfrm>
            <a:off x="13706754" y="4572032"/>
            <a:ext cx="710311" cy="1142996"/>
            <a:chOff x="0" y="0"/>
            <a:chExt cx="710309" cy="1142994"/>
          </a:xfrm>
        </p:grpSpPr>
        <p:sp>
          <p:nvSpPr>
            <p:cNvPr id="7121"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126" name="Rectangle 16"/>
          <p:cNvGrpSpPr/>
          <p:nvPr/>
        </p:nvGrpSpPr>
        <p:grpSpPr>
          <a:xfrm>
            <a:off x="12996453" y="-1157"/>
            <a:ext cx="710311" cy="1142995"/>
            <a:chOff x="0" y="0"/>
            <a:chExt cx="710309" cy="1142994"/>
          </a:xfrm>
        </p:grpSpPr>
        <p:sp>
          <p:nvSpPr>
            <p:cNvPr id="7124"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2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129" name="Rectangle 17"/>
          <p:cNvGrpSpPr/>
          <p:nvPr/>
        </p:nvGrpSpPr>
        <p:grpSpPr>
          <a:xfrm>
            <a:off x="13706754" y="2286017"/>
            <a:ext cx="710311" cy="1142996"/>
            <a:chOff x="0" y="0"/>
            <a:chExt cx="710309" cy="1142994"/>
          </a:xfrm>
        </p:grpSpPr>
        <p:sp>
          <p:nvSpPr>
            <p:cNvPr id="7127"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132" name="Rectangle 18"/>
          <p:cNvGrpSpPr/>
          <p:nvPr/>
        </p:nvGrpSpPr>
        <p:grpSpPr>
          <a:xfrm>
            <a:off x="13706756" y="1142977"/>
            <a:ext cx="710311" cy="1142997"/>
            <a:chOff x="0" y="-1"/>
            <a:chExt cx="710309" cy="1142995"/>
          </a:xfrm>
        </p:grpSpPr>
        <p:sp>
          <p:nvSpPr>
            <p:cNvPr id="7130"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3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135" name="Rectangle 19"/>
          <p:cNvGrpSpPr/>
          <p:nvPr/>
        </p:nvGrpSpPr>
        <p:grpSpPr>
          <a:xfrm>
            <a:off x="13706754" y="3427836"/>
            <a:ext cx="710311" cy="1142996"/>
            <a:chOff x="0" y="0"/>
            <a:chExt cx="710309" cy="1142994"/>
          </a:xfrm>
        </p:grpSpPr>
        <p:sp>
          <p:nvSpPr>
            <p:cNvPr id="7133"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3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7136" name="Picture Placeholder 17"/>
          <p:cNvSpPr/>
          <p:nvPr>
            <p:ph type="pic" idx="21"/>
          </p:nvPr>
        </p:nvSpPr>
        <p:spPr>
          <a:xfrm>
            <a:off x="-4134626" y="402559"/>
            <a:ext cx="10009587" cy="5631806"/>
          </a:xfrm>
          <a:prstGeom prst="rect">
            <a:avLst/>
          </a:prstGeom>
        </p:spPr>
        <p:txBody>
          <a:bodyPr lIns="91439" tIns="45719" rIns="91439" bIns="45719">
            <a:noAutofit/>
          </a:bodyPr>
          <a:lstStyle/>
          <a:p>
            <a:pPr/>
          </a:p>
        </p:txBody>
      </p:sp>
      <p:sp>
        <p:nvSpPr>
          <p:cNvPr id="7137" name="Body Level One…"/>
          <p:cNvSpPr txBox="1"/>
          <p:nvPr>
            <p:ph type="body" sz="quarter" idx="1" hasCustomPrompt="1"/>
          </p:nvPr>
        </p:nvSpPr>
        <p:spPr>
          <a:xfrm>
            <a:off x="6318436" y="398216"/>
            <a:ext cx="5477022" cy="365760"/>
          </a:xfrm>
          <a:prstGeom prst="rect">
            <a:avLst/>
          </a:prstGeom>
        </p:spPr>
        <p:txBody>
          <a:bodyPr lIns="45718" tIns="45718" rIns="45718" bIns="45718" anchor="ctr"/>
          <a:lstStyle>
            <a:lvl1pPr>
              <a:defRPr cap="all" sz="1400">
                <a:solidFill>
                  <a:srgbClr val="7C8C9A"/>
                </a:solidFill>
                <a:latin typeface="Mona Sans Mono"/>
                <a:ea typeface="Mona Sans Mono"/>
                <a:cs typeface="Mona Sans Mono"/>
                <a:sym typeface="Mona Sans Mono"/>
              </a:defRPr>
            </a:lvl1pPr>
            <a:lvl2pPr>
              <a:defRPr cap="all" sz="1400">
                <a:solidFill>
                  <a:srgbClr val="7C8C9A"/>
                </a:solidFill>
                <a:latin typeface="Mona Sans Mono"/>
                <a:ea typeface="Mona Sans Mono"/>
                <a:cs typeface="Mona Sans Mono"/>
                <a:sym typeface="Mona Sans Mono"/>
              </a:defRPr>
            </a:lvl2pPr>
            <a:lvl3pPr>
              <a:defRPr cap="all" sz="1400">
                <a:solidFill>
                  <a:srgbClr val="7C8C9A"/>
                </a:solidFill>
                <a:latin typeface="Mona Sans Mono"/>
                <a:ea typeface="Mona Sans Mono"/>
                <a:cs typeface="Mona Sans Mono"/>
                <a:sym typeface="Mona Sans Mono"/>
              </a:defRPr>
            </a:lvl3pPr>
            <a:lvl4pPr>
              <a:defRPr cap="all" sz="1400">
                <a:solidFill>
                  <a:srgbClr val="7C8C9A"/>
                </a:solidFill>
                <a:latin typeface="Mona Sans Mono"/>
                <a:ea typeface="Mona Sans Mono"/>
                <a:cs typeface="Mona Sans Mono"/>
                <a:sym typeface="Mona Sans Mono"/>
              </a:defRPr>
            </a:lvl4pPr>
            <a:lvl5pPr>
              <a:defRPr cap="all" sz="1400">
                <a:solidFill>
                  <a:srgbClr val="7C8C9A"/>
                </a:solidFill>
                <a:latin typeface="Mona Sans Mono"/>
                <a:ea typeface="Mona Sans Mono"/>
                <a:cs typeface="Mona Sans Mono"/>
                <a:sym typeface="Mona Sans Mono"/>
              </a:defRPr>
            </a:lvl5pPr>
          </a:lstStyle>
          <a:p>
            <a:pPr/>
            <a:r>
              <a:t>Optional header</a:t>
            </a:r>
          </a:p>
          <a:p>
            <a:pPr lvl="1"/>
            <a:r>
              <a:t/>
            </a:r>
          </a:p>
          <a:p>
            <a:pPr lvl="2"/>
            <a:r>
              <a:t/>
            </a:r>
          </a:p>
          <a:p>
            <a:pPr lvl="3"/>
            <a:r>
              <a:t/>
            </a:r>
          </a:p>
          <a:p>
            <a:pPr lvl="4"/>
            <a:r>
              <a:t/>
            </a:r>
          </a:p>
        </p:txBody>
      </p:sp>
      <p:sp>
        <p:nvSpPr>
          <p:cNvPr id="7138" name="Text Placeholder 23"/>
          <p:cNvSpPr/>
          <p:nvPr>
            <p:ph type="body" sz="quarter" idx="22" hasCustomPrompt="1"/>
          </p:nvPr>
        </p:nvSpPr>
        <p:spPr>
          <a:xfrm>
            <a:off x="6318434" y="3821924"/>
            <a:ext cx="2516864" cy="457204"/>
          </a:xfrm>
          <a:prstGeom prst="rect">
            <a:avLst/>
          </a:prstGeom>
        </p:spPr>
        <p:txBody>
          <a:bodyPr lIns="45718" tIns="45718" rIns="45718" bIns="45718" anchor="b"/>
          <a:lstStyle>
            <a:lvl1pPr>
              <a:defRPr sz="1700">
                <a:solidFill>
                  <a:srgbClr val="000000"/>
                </a:solidFill>
              </a:defRPr>
            </a:lvl1pPr>
          </a:lstStyle>
          <a:p>
            <a:pPr/>
            <a:r>
              <a:t>Statement 1</a:t>
            </a:r>
          </a:p>
        </p:txBody>
      </p:sp>
      <p:sp>
        <p:nvSpPr>
          <p:cNvPr id="7139" name="Text Placeholder 23"/>
          <p:cNvSpPr/>
          <p:nvPr>
            <p:ph type="body" sz="quarter" idx="23" hasCustomPrompt="1"/>
          </p:nvPr>
        </p:nvSpPr>
        <p:spPr>
          <a:xfrm>
            <a:off x="6318434" y="4279124"/>
            <a:ext cx="2516864" cy="1755241"/>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7140" name="Picture Placeholder 24"/>
          <p:cNvSpPr/>
          <p:nvPr>
            <p:ph type="pic" sz="quarter" idx="24"/>
          </p:nvPr>
        </p:nvSpPr>
        <p:spPr>
          <a:xfrm>
            <a:off x="6318436" y="3237246"/>
            <a:ext cx="365669" cy="365764"/>
          </a:xfrm>
          <a:prstGeom prst="rect">
            <a:avLst/>
          </a:prstGeom>
        </p:spPr>
        <p:txBody>
          <a:bodyPr lIns="91439" tIns="45719" rIns="91439" bIns="45719">
            <a:noAutofit/>
          </a:bodyPr>
          <a:lstStyle/>
          <a:p>
            <a:pPr/>
          </a:p>
        </p:txBody>
      </p:sp>
      <p:sp>
        <p:nvSpPr>
          <p:cNvPr id="7141" name="Text Placeholder 23"/>
          <p:cNvSpPr/>
          <p:nvPr>
            <p:ph type="body" sz="quarter" idx="25" hasCustomPrompt="1"/>
          </p:nvPr>
        </p:nvSpPr>
        <p:spPr>
          <a:xfrm>
            <a:off x="9274199" y="3821924"/>
            <a:ext cx="2516861" cy="457204"/>
          </a:xfrm>
          <a:prstGeom prst="rect">
            <a:avLst/>
          </a:prstGeom>
        </p:spPr>
        <p:txBody>
          <a:bodyPr lIns="45718" tIns="45718" rIns="45718" bIns="45718" anchor="b"/>
          <a:lstStyle>
            <a:lvl1pPr>
              <a:defRPr sz="1700">
                <a:solidFill>
                  <a:srgbClr val="000000"/>
                </a:solidFill>
              </a:defRPr>
            </a:lvl1pPr>
          </a:lstStyle>
          <a:p>
            <a:pPr/>
            <a:r>
              <a:t>Statement 2</a:t>
            </a:r>
          </a:p>
        </p:txBody>
      </p:sp>
      <p:sp>
        <p:nvSpPr>
          <p:cNvPr id="7142" name="Text Placeholder 23"/>
          <p:cNvSpPr/>
          <p:nvPr>
            <p:ph type="body" sz="quarter" idx="26" hasCustomPrompt="1"/>
          </p:nvPr>
        </p:nvSpPr>
        <p:spPr>
          <a:xfrm>
            <a:off x="9274199" y="4279124"/>
            <a:ext cx="2516861" cy="1755241"/>
          </a:xfrm>
          <a:prstGeom prst="rect">
            <a:avLst/>
          </a:prstGeom>
        </p:spPr>
        <p:txBody>
          <a:bodyPr lIns="45718" tIns="45718" rIns="45718" bIns="45718"/>
          <a:lstStyle>
            <a:lvl1pPr>
              <a:defRPr sz="1500">
                <a:solidFill>
                  <a:srgbClr val="7C8C9A"/>
                </a:solidFill>
                <a:latin typeface="+mj-lt"/>
                <a:ea typeface="+mj-ea"/>
                <a:cs typeface="+mj-cs"/>
                <a:sym typeface="Mona Sans"/>
              </a:defRPr>
            </a:lvl1pPr>
          </a:lstStyle>
          <a:p>
            <a:pPr/>
            <a:r>
              <a:t>Keep your description under three lines of text</a:t>
            </a:r>
          </a:p>
        </p:txBody>
      </p:sp>
      <p:sp>
        <p:nvSpPr>
          <p:cNvPr id="7143" name="Picture Placeholder 24"/>
          <p:cNvSpPr/>
          <p:nvPr>
            <p:ph type="pic" sz="quarter" idx="27"/>
          </p:nvPr>
        </p:nvSpPr>
        <p:spPr>
          <a:xfrm>
            <a:off x="9269627" y="3237246"/>
            <a:ext cx="365669" cy="365764"/>
          </a:xfrm>
          <a:prstGeom prst="rect">
            <a:avLst/>
          </a:prstGeom>
        </p:spPr>
        <p:txBody>
          <a:bodyPr lIns="91439" tIns="45719" rIns="91439" bIns="45719">
            <a:noAutofit/>
          </a:bodyPr>
          <a:lstStyle/>
          <a:p>
            <a:pPr/>
          </a:p>
        </p:txBody>
      </p:sp>
      <p:sp>
        <p:nvSpPr>
          <p:cNvPr id="7144" name="Text Placeholder 6"/>
          <p:cNvSpPr/>
          <p:nvPr>
            <p:ph type="body" sz="quarter" idx="28" hasCustomPrompt="1"/>
          </p:nvPr>
        </p:nvSpPr>
        <p:spPr>
          <a:xfrm>
            <a:off x="6320634" y="796204"/>
            <a:ext cx="5472627" cy="2029969"/>
          </a:xfrm>
          <a:prstGeom prst="rect">
            <a:avLst/>
          </a:prstGeom>
        </p:spPr>
        <p:txBody>
          <a:bodyPr/>
          <a:lstStyle>
            <a:lvl1pPr>
              <a:defRPr sz="4800">
                <a:solidFill>
                  <a:srgbClr val="000000"/>
                </a:solidFill>
              </a:defRPr>
            </a:lvl1pPr>
          </a:lstStyle>
          <a:p>
            <a:pPr/>
            <a:r>
              <a:t>Title should be less than 10 words</a:t>
            </a:r>
          </a:p>
        </p:txBody>
      </p:sp>
      <p:sp>
        <p:nvSpPr>
          <p:cNvPr id="7145" name="Rectangle 3"/>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7146" name="Text Placeholder 13"/>
          <p:cNvSpPr/>
          <p:nvPr>
            <p:ph type="body" sz="quarter" idx="29"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7147" name="Rectangle 19"/>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71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Large number">
    <p:bg>
      <p:bgPr>
        <a:solidFill>
          <a:srgbClr val="FFFFFF"/>
        </a:solidFill>
      </p:bgPr>
    </p:bg>
    <p:spTree>
      <p:nvGrpSpPr>
        <p:cNvPr id="1" name=""/>
        <p:cNvGrpSpPr/>
        <p:nvPr/>
      </p:nvGrpSpPr>
      <p:grpSpPr>
        <a:xfrm>
          <a:off x="0" y="0"/>
          <a:ext cx="0" cy="0"/>
          <a:chOff x="0" y="0"/>
          <a:chExt cx="0" cy="0"/>
        </a:xfrm>
      </p:grpSpPr>
      <p:grpSp>
        <p:nvGrpSpPr>
          <p:cNvPr id="7157" name="Rectangle 1"/>
          <p:cNvGrpSpPr/>
          <p:nvPr/>
        </p:nvGrpSpPr>
        <p:grpSpPr>
          <a:xfrm>
            <a:off x="12287632" y="5878297"/>
            <a:ext cx="710311" cy="979707"/>
            <a:chOff x="0" y="0"/>
            <a:chExt cx="710309" cy="979705"/>
          </a:xfrm>
        </p:grpSpPr>
        <p:sp>
          <p:nvSpPr>
            <p:cNvPr id="715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5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160" name="Rectangle 2"/>
          <p:cNvGrpSpPr/>
          <p:nvPr/>
        </p:nvGrpSpPr>
        <p:grpSpPr>
          <a:xfrm>
            <a:off x="12287631" y="4898603"/>
            <a:ext cx="710311" cy="979709"/>
            <a:chOff x="0" y="-1"/>
            <a:chExt cx="710309" cy="979708"/>
          </a:xfrm>
        </p:grpSpPr>
        <p:sp>
          <p:nvSpPr>
            <p:cNvPr id="715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5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163" name="Rectangle 3"/>
          <p:cNvGrpSpPr/>
          <p:nvPr/>
        </p:nvGrpSpPr>
        <p:grpSpPr>
          <a:xfrm>
            <a:off x="12287632" y="3918862"/>
            <a:ext cx="710311" cy="979706"/>
            <a:chOff x="0" y="0"/>
            <a:chExt cx="710309" cy="979705"/>
          </a:xfrm>
        </p:grpSpPr>
        <p:sp>
          <p:nvSpPr>
            <p:cNvPr id="716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6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166" name="Rectangle 4"/>
          <p:cNvGrpSpPr/>
          <p:nvPr/>
        </p:nvGrpSpPr>
        <p:grpSpPr>
          <a:xfrm>
            <a:off x="12287631" y="2939171"/>
            <a:ext cx="710311" cy="979707"/>
            <a:chOff x="0" y="0"/>
            <a:chExt cx="710309" cy="979705"/>
          </a:xfrm>
        </p:grpSpPr>
        <p:sp>
          <p:nvSpPr>
            <p:cNvPr id="716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6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169" name="Rectangle 5"/>
          <p:cNvGrpSpPr/>
          <p:nvPr/>
        </p:nvGrpSpPr>
        <p:grpSpPr>
          <a:xfrm>
            <a:off x="12287632" y="1959431"/>
            <a:ext cx="710311" cy="979707"/>
            <a:chOff x="0" y="0"/>
            <a:chExt cx="710309" cy="979705"/>
          </a:xfrm>
        </p:grpSpPr>
        <p:sp>
          <p:nvSpPr>
            <p:cNvPr id="716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6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172" name="Rectangle 6"/>
          <p:cNvGrpSpPr/>
          <p:nvPr/>
        </p:nvGrpSpPr>
        <p:grpSpPr>
          <a:xfrm>
            <a:off x="12287631" y="979736"/>
            <a:ext cx="710311" cy="979707"/>
            <a:chOff x="0" y="0"/>
            <a:chExt cx="710309" cy="979705"/>
          </a:xfrm>
        </p:grpSpPr>
        <p:sp>
          <p:nvSpPr>
            <p:cNvPr id="717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7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175" name="Rectangle 7"/>
          <p:cNvGrpSpPr/>
          <p:nvPr/>
        </p:nvGrpSpPr>
        <p:grpSpPr>
          <a:xfrm>
            <a:off x="12287631" y="-2"/>
            <a:ext cx="710311" cy="979706"/>
            <a:chOff x="0" y="0"/>
            <a:chExt cx="710309" cy="979705"/>
          </a:xfrm>
        </p:grpSpPr>
        <p:sp>
          <p:nvSpPr>
            <p:cNvPr id="717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7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178" name="Rectangle 8"/>
          <p:cNvGrpSpPr/>
          <p:nvPr/>
        </p:nvGrpSpPr>
        <p:grpSpPr>
          <a:xfrm>
            <a:off x="12997439" y="5715013"/>
            <a:ext cx="710311" cy="1142996"/>
            <a:chOff x="0" y="0"/>
            <a:chExt cx="710309" cy="1142994"/>
          </a:xfrm>
        </p:grpSpPr>
        <p:sp>
          <p:nvSpPr>
            <p:cNvPr id="717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7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181" name="Rectangle 9"/>
          <p:cNvGrpSpPr/>
          <p:nvPr/>
        </p:nvGrpSpPr>
        <p:grpSpPr>
          <a:xfrm>
            <a:off x="12997439" y="4572032"/>
            <a:ext cx="710311" cy="1142996"/>
            <a:chOff x="0" y="0"/>
            <a:chExt cx="710309" cy="1142994"/>
          </a:xfrm>
        </p:grpSpPr>
        <p:sp>
          <p:nvSpPr>
            <p:cNvPr id="717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8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184" name="Rectangle 10"/>
          <p:cNvGrpSpPr/>
          <p:nvPr/>
        </p:nvGrpSpPr>
        <p:grpSpPr>
          <a:xfrm>
            <a:off x="12997439" y="3428998"/>
            <a:ext cx="710311" cy="1142996"/>
            <a:chOff x="0" y="0"/>
            <a:chExt cx="710309" cy="1142994"/>
          </a:xfrm>
        </p:grpSpPr>
        <p:sp>
          <p:nvSpPr>
            <p:cNvPr id="718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187" name="Rectangle 11"/>
          <p:cNvGrpSpPr/>
          <p:nvPr/>
        </p:nvGrpSpPr>
        <p:grpSpPr>
          <a:xfrm>
            <a:off x="12997439" y="2286017"/>
            <a:ext cx="710311" cy="1142996"/>
            <a:chOff x="0" y="0"/>
            <a:chExt cx="710309" cy="1142994"/>
          </a:xfrm>
        </p:grpSpPr>
        <p:sp>
          <p:nvSpPr>
            <p:cNvPr id="718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190" name="Rectangle 12"/>
          <p:cNvGrpSpPr/>
          <p:nvPr/>
        </p:nvGrpSpPr>
        <p:grpSpPr>
          <a:xfrm>
            <a:off x="12997439" y="1142977"/>
            <a:ext cx="710311" cy="1142997"/>
            <a:chOff x="0" y="-1"/>
            <a:chExt cx="710309" cy="1142995"/>
          </a:xfrm>
        </p:grpSpPr>
        <p:sp>
          <p:nvSpPr>
            <p:cNvPr id="718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8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193" name="Rectangle 13"/>
          <p:cNvGrpSpPr/>
          <p:nvPr/>
        </p:nvGrpSpPr>
        <p:grpSpPr>
          <a:xfrm>
            <a:off x="13706754" y="-2365"/>
            <a:ext cx="710311" cy="1142995"/>
            <a:chOff x="0" y="0"/>
            <a:chExt cx="710309" cy="1142994"/>
          </a:xfrm>
        </p:grpSpPr>
        <p:sp>
          <p:nvSpPr>
            <p:cNvPr id="719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9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196" name="Rectangle 14"/>
          <p:cNvGrpSpPr/>
          <p:nvPr/>
        </p:nvGrpSpPr>
        <p:grpSpPr>
          <a:xfrm>
            <a:off x="13706756" y="5715013"/>
            <a:ext cx="710311" cy="1142996"/>
            <a:chOff x="0" y="0"/>
            <a:chExt cx="710309" cy="1142994"/>
          </a:xfrm>
        </p:grpSpPr>
        <p:sp>
          <p:nvSpPr>
            <p:cNvPr id="719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9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199" name="Rectangle 15"/>
          <p:cNvGrpSpPr/>
          <p:nvPr/>
        </p:nvGrpSpPr>
        <p:grpSpPr>
          <a:xfrm>
            <a:off x="13706754" y="4572032"/>
            <a:ext cx="710311" cy="1142996"/>
            <a:chOff x="0" y="0"/>
            <a:chExt cx="710309" cy="1142994"/>
          </a:xfrm>
        </p:grpSpPr>
        <p:sp>
          <p:nvSpPr>
            <p:cNvPr id="719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19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202" name="Rectangle 16"/>
          <p:cNvGrpSpPr/>
          <p:nvPr/>
        </p:nvGrpSpPr>
        <p:grpSpPr>
          <a:xfrm>
            <a:off x="12996453" y="-1157"/>
            <a:ext cx="710311" cy="1142995"/>
            <a:chOff x="0" y="0"/>
            <a:chExt cx="710309" cy="1142994"/>
          </a:xfrm>
        </p:grpSpPr>
        <p:sp>
          <p:nvSpPr>
            <p:cNvPr id="720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205" name="Rectangle 17"/>
          <p:cNvGrpSpPr/>
          <p:nvPr/>
        </p:nvGrpSpPr>
        <p:grpSpPr>
          <a:xfrm>
            <a:off x="13706754" y="2286017"/>
            <a:ext cx="710311" cy="1142996"/>
            <a:chOff x="0" y="0"/>
            <a:chExt cx="710309" cy="1142994"/>
          </a:xfrm>
        </p:grpSpPr>
        <p:sp>
          <p:nvSpPr>
            <p:cNvPr id="720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208" name="Rectangle 18"/>
          <p:cNvGrpSpPr/>
          <p:nvPr/>
        </p:nvGrpSpPr>
        <p:grpSpPr>
          <a:xfrm>
            <a:off x="13706756" y="1142977"/>
            <a:ext cx="710311" cy="1142997"/>
            <a:chOff x="0" y="-1"/>
            <a:chExt cx="710309" cy="1142995"/>
          </a:xfrm>
        </p:grpSpPr>
        <p:sp>
          <p:nvSpPr>
            <p:cNvPr id="720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0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211" name="Rectangle 19"/>
          <p:cNvGrpSpPr/>
          <p:nvPr/>
        </p:nvGrpSpPr>
        <p:grpSpPr>
          <a:xfrm>
            <a:off x="13706754" y="3427836"/>
            <a:ext cx="710311" cy="1142996"/>
            <a:chOff x="0" y="0"/>
            <a:chExt cx="710309" cy="1142994"/>
          </a:xfrm>
        </p:grpSpPr>
        <p:sp>
          <p:nvSpPr>
            <p:cNvPr id="720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7212" name="Body Level One…"/>
          <p:cNvSpPr txBox="1"/>
          <p:nvPr>
            <p:ph type="body" sz="quarter" idx="1" hasCustomPrompt="1"/>
          </p:nvPr>
        </p:nvSpPr>
        <p:spPr>
          <a:xfrm>
            <a:off x="1757340" y="4595326"/>
            <a:ext cx="8674146" cy="1287628"/>
          </a:xfrm>
          <a:prstGeom prst="rect">
            <a:avLst/>
          </a:prstGeom>
        </p:spPr>
        <p:txBody>
          <a:bodyPr lIns="45718" tIns="45718" rIns="45718" bIns="45718"/>
          <a:lstStyle>
            <a:lvl1pPr algn="ctr">
              <a:defRPr sz="2300">
                <a:solidFill>
                  <a:srgbClr val="7C8C9A"/>
                </a:solidFill>
                <a:latin typeface="+mj-lt"/>
                <a:ea typeface="+mj-ea"/>
                <a:cs typeface="+mj-cs"/>
                <a:sym typeface="Mona Sans"/>
              </a:defRPr>
            </a:lvl1pPr>
            <a:lvl2pPr algn="ctr">
              <a:defRPr sz="2300">
                <a:solidFill>
                  <a:srgbClr val="7C8C9A"/>
                </a:solidFill>
                <a:latin typeface="+mj-lt"/>
                <a:ea typeface="+mj-ea"/>
                <a:cs typeface="+mj-cs"/>
                <a:sym typeface="Mona Sans"/>
              </a:defRPr>
            </a:lvl2pPr>
            <a:lvl3pPr algn="ctr">
              <a:defRPr sz="2300">
                <a:solidFill>
                  <a:srgbClr val="7C8C9A"/>
                </a:solidFill>
                <a:latin typeface="+mj-lt"/>
                <a:ea typeface="+mj-ea"/>
                <a:cs typeface="+mj-cs"/>
                <a:sym typeface="Mona Sans"/>
              </a:defRPr>
            </a:lvl3pPr>
            <a:lvl4pPr algn="ctr">
              <a:defRPr sz="2300">
                <a:solidFill>
                  <a:srgbClr val="7C8C9A"/>
                </a:solidFill>
                <a:latin typeface="+mj-lt"/>
                <a:ea typeface="+mj-ea"/>
                <a:cs typeface="+mj-cs"/>
                <a:sym typeface="Mona Sans"/>
              </a:defRPr>
            </a:lvl4pPr>
            <a:lvl5pPr algn="ctr">
              <a:defRPr sz="2300">
                <a:solidFill>
                  <a:srgbClr val="7C8C9A"/>
                </a:solidFill>
                <a:latin typeface="+mj-lt"/>
                <a:ea typeface="+mj-ea"/>
                <a:cs typeface="+mj-cs"/>
                <a:sym typeface="Mona Sans"/>
              </a:defRPr>
            </a:lvl5pPr>
          </a:lstStyle>
          <a:p>
            <a:pPr/>
            <a:r>
              <a:t>And/or statement here</a:t>
            </a:r>
          </a:p>
          <a:p>
            <a:pPr lvl="1"/>
            <a:r>
              <a:t/>
            </a:r>
          </a:p>
          <a:p>
            <a:pPr lvl="2"/>
            <a:r>
              <a:t/>
            </a:r>
          </a:p>
          <a:p>
            <a:pPr lvl="3"/>
            <a:r>
              <a:t/>
            </a:r>
          </a:p>
          <a:p>
            <a:pPr lvl="4"/>
            <a:r>
              <a:t/>
            </a:r>
          </a:p>
        </p:txBody>
      </p:sp>
      <p:sp>
        <p:nvSpPr>
          <p:cNvPr id="7213" name="Text Placeholder 23"/>
          <p:cNvSpPr/>
          <p:nvPr>
            <p:ph type="body" sz="quarter" idx="21" hasCustomPrompt="1"/>
          </p:nvPr>
        </p:nvSpPr>
        <p:spPr>
          <a:xfrm>
            <a:off x="1757341" y="1108417"/>
            <a:ext cx="8674143" cy="1287626"/>
          </a:xfrm>
          <a:prstGeom prst="rect">
            <a:avLst/>
          </a:prstGeom>
        </p:spPr>
        <p:txBody>
          <a:bodyPr lIns="45718" tIns="45718" rIns="45718" bIns="45718" anchor="b"/>
          <a:lstStyle>
            <a:lvl1pPr algn="ctr">
              <a:defRPr sz="2300">
                <a:solidFill>
                  <a:srgbClr val="7C8C9A"/>
                </a:solidFill>
                <a:latin typeface="+mj-lt"/>
                <a:ea typeface="+mj-ea"/>
                <a:cs typeface="+mj-cs"/>
                <a:sym typeface="Mona Sans"/>
              </a:defRPr>
            </a:lvl1pPr>
          </a:lstStyle>
          <a:p>
            <a:pPr/>
            <a:r>
              <a:t>Statement here</a:t>
            </a:r>
          </a:p>
        </p:txBody>
      </p:sp>
      <p:sp>
        <p:nvSpPr>
          <p:cNvPr id="7214" name="Text Placeholder 7"/>
          <p:cNvSpPr/>
          <p:nvPr>
            <p:ph type="body" sz="half" idx="22" hasCustomPrompt="1"/>
          </p:nvPr>
        </p:nvSpPr>
        <p:spPr>
          <a:xfrm>
            <a:off x="1757340" y="2396040"/>
            <a:ext cx="8674143" cy="2199061"/>
          </a:xfrm>
          <a:prstGeom prst="rect">
            <a:avLst/>
          </a:prstGeom>
        </p:spPr>
        <p:txBody>
          <a:bodyPr anchor="ctr"/>
          <a:lstStyle>
            <a:lvl1pPr algn="ctr" defTabSz="822630">
              <a:spcBef>
                <a:spcPts val="900"/>
              </a:spcBef>
              <a:defRPr sz="14400">
                <a:solidFill>
                  <a:srgbClr val="000000"/>
                </a:solidFill>
              </a:defRPr>
            </a:lvl1pPr>
          </a:lstStyle>
          <a:p>
            <a:pPr/>
            <a:r>
              <a:t>XXM</a:t>
            </a:r>
          </a:p>
        </p:txBody>
      </p:sp>
      <p:sp>
        <p:nvSpPr>
          <p:cNvPr id="7215" name="Rectangle 9"/>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7216" name="Text Placeholder 13"/>
          <p:cNvSpPr/>
          <p:nvPr>
            <p:ph type="body" sz="quarter" idx="23"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7217" name="Rectangle 13"/>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72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large numbers">
    <p:bg>
      <p:bgPr>
        <a:solidFill>
          <a:srgbClr val="FFFFFF"/>
        </a:solidFill>
      </p:bgPr>
    </p:bg>
    <p:spTree>
      <p:nvGrpSpPr>
        <p:cNvPr id="1" name=""/>
        <p:cNvGrpSpPr/>
        <p:nvPr/>
      </p:nvGrpSpPr>
      <p:grpSpPr>
        <a:xfrm>
          <a:off x="0" y="0"/>
          <a:ext cx="0" cy="0"/>
          <a:chOff x="0" y="0"/>
          <a:chExt cx="0" cy="0"/>
        </a:xfrm>
      </p:grpSpPr>
      <p:grpSp>
        <p:nvGrpSpPr>
          <p:cNvPr id="7227" name="Rectangle 1"/>
          <p:cNvGrpSpPr/>
          <p:nvPr/>
        </p:nvGrpSpPr>
        <p:grpSpPr>
          <a:xfrm>
            <a:off x="12287632" y="5878297"/>
            <a:ext cx="710311" cy="979707"/>
            <a:chOff x="0" y="0"/>
            <a:chExt cx="710309" cy="979705"/>
          </a:xfrm>
        </p:grpSpPr>
        <p:sp>
          <p:nvSpPr>
            <p:cNvPr id="722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2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230" name="Rectangle 2"/>
          <p:cNvGrpSpPr/>
          <p:nvPr/>
        </p:nvGrpSpPr>
        <p:grpSpPr>
          <a:xfrm>
            <a:off x="12287631" y="4898603"/>
            <a:ext cx="710311" cy="979709"/>
            <a:chOff x="0" y="-1"/>
            <a:chExt cx="710309" cy="979708"/>
          </a:xfrm>
        </p:grpSpPr>
        <p:sp>
          <p:nvSpPr>
            <p:cNvPr id="722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2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233" name="Rectangle 3"/>
          <p:cNvGrpSpPr/>
          <p:nvPr/>
        </p:nvGrpSpPr>
        <p:grpSpPr>
          <a:xfrm>
            <a:off x="12287632" y="3918862"/>
            <a:ext cx="710311" cy="979706"/>
            <a:chOff x="0" y="0"/>
            <a:chExt cx="710309" cy="979705"/>
          </a:xfrm>
        </p:grpSpPr>
        <p:sp>
          <p:nvSpPr>
            <p:cNvPr id="723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3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236" name="Rectangle 4"/>
          <p:cNvGrpSpPr/>
          <p:nvPr/>
        </p:nvGrpSpPr>
        <p:grpSpPr>
          <a:xfrm>
            <a:off x="12287631" y="2939171"/>
            <a:ext cx="710311" cy="979707"/>
            <a:chOff x="0" y="0"/>
            <a:chExt cx="710309" cy="979705"/>
          </a:xfrm>
        </p:grpSpPr>
        <p:sp>
          <p:nvSpPr>
            <p:cNvPr id="723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3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239" name="Rectangle 5"/>
          <p:cNvGrpSpPr/>
          <p:nvPr/>
        </p:nvGrpSpPr>
        <p:grpSpPr>
          <a:xfrm>
            <a:off x="12287632" y="1959431"/>
            <a:ext cx="710311" cy="979707"/>
            <a:chOff x="0" y="0"/>
            <a:chExt cx="710309" cy="979705"/>
          </a:xfrm>
        </p:grpSpPr>
        <p:sp>
          <p:nvSpPr>
            <p:cNvPr id="723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3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242" name="Rectangle 6"/>
          <p:cNvGrpSpPr/>
          <p:nvPr/>
        </p:nvGrpSpPr>
        <p:grpSpPr>
          <a:xfrm>
            <a:off x="12287631" y="979736"/>
            <a:ext cx="710311" cy="979707"/>
            <a:chOff x="0" y="0"/>
            <a:chExt cx="710309" cy="979705"/>
          </a:xfrm>
        </p:grpSpPr>
        <p:sp>
          <p:nvSpPr>
            <p:cNvPr id="724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4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245" name="Rectangle 7"/>
          <p:cNvGrpSpPr/>
          <p:nvPr/>
        </p:nvGrpSpPr>
        <p:grpSpPr>
          <a:xfrm>
            <a:off x="12287631" y="-2"/>
            <a:ext cx="710311" cy="979706"/>
            <a:chOff x="0" y="0"/>
            <a:chExt cx="710309" cy="979705"/>
          </a:xfrm>
        </p:grpSpPr>
        <p:sp>
          <p:nvSpPr>
            <p:cNvPr id="724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4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248" name="Rectangle 8"/>
          <p:cNvGrpSpPr/>
          <p:nvPr/>
        </p:nvGrpSpPr>
        <p:grpSpPr>
          <a:xfrm>
            <a:off x="12997439" y="5715013"/>
            <a:ext cx="710311" cy="1142996"/>
            <a:chOff x="0" y="0"/>
            <a:chExt cx="710309" cy="1142994"/>
          </a:xfrm>
        </p:grpSpPr>
        <p:sp>
          <p:nvSpPr>
            <p:cNvPr id="724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4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251" name="Rectangle 9"/>
          <p:cNvGrpSpPr/>
          <p:nvPr/>
        </p:nvGrpSpPr>
        <p:grpSpPr>
          <a:xfrm>
            <a:off x="12997439" y="4572032"/>
            <a:ext cx="710311" cy="1142996"/>
            <a:chOff x="0" y="0"/>
            <a:chExt cx="710309" cy="1142994"/>
          </a:xfrm>
        </p:grpSpPr>
        <p:sp>
          <p:nvSpPr>
            <p:cNvPr id="724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5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254" name="Rectangle 10"/>
          <p:cNvGrpSpPr/>
          <p:nvPr/>
        </p:nvGrpSpPr>
        <p:grpSpPr>
          <a:xfrm>
            <a:off x="12997439" y="3428998"/>
            <a:ext cx="710311" cy="1142996"/>
            <a:chOff x="0" y="0"/>
            <a:chExt cx="710309" cy="1142994"/>
          </a:xfrm>
        </p:grpSpPr>
        <p:sp>
          <p:nvSpPr>
            <p:cNvPr id="725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5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257" name="Rectangle 11"/>
          <p:cNvGrpSpPr/>
          <p:nvPr/>
        </p:nvGrpSpPr>
        <p:grpSpPr>
          <a:xfrm>
            <a:off x="12997439" y="2286017"/>
            <a:ext cx="710311" cy="1142996"/>
            <a:chOff x="0" y="0"/>
            <a:chExt cx="710309" cy="1142994"/>
          </a:xfrm>
        </p:grpSpPr>
        <p:sp>
          <p:nvSpPr>
            <p:cNvPr id="725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5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260" name="Rectangle 12"/>
          <p:cNvGrpSpPr/>
          <p:nvPr/>
        </p:nvGrpSpPr>
        <p:grpSpPr>
          <a:xfrm>
            <a:off x="12997439" y="1142977"/>
            <a:ext cx="710311" cy="1142997"/>
            <a:chOff x="0" y="-1"/>
            <a:chExt cx="710309" cy="1142995"/>
          </a:xfrm>
        </p:grpSpPr>
        <p:sp>
          <p:nvSpPr>
            <p:cNvPr id="725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5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263" name="Rectangle 13"/>
          <p:cNvGrpSpPr/>
          <p:nvPr/>
        </p:nvGrpSpPr>
        <p:grpSpPr>
          <a:xfrm>
            <a:off x="13706754" y="-2365"/>
            <a:ext cx="710311" cy="1142995"/>
            <a:chOff x="0" y="0"/>
            <a:chExt cx="710309" cy="1142994"/>
          </a:xfrm>
        </p:grpSpPr>
        <p:sp>
          <p:nvSpPr>
            <p:cNvPr id="726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6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266" name="Rectangle 14"/>
          <p:cNvGrpSpPr/>
          <p:nvPr/>
        </p:nvGrpSpPr>
        <p:grpSpPr>
          <a:xfrm>
            <a:off x="13706756" y="5715013"/>
            <a:ext cx="710311" cy="1142996"/>
            <a:chOff x="0" y="0"/>
            <a:chExt cx="710309" cy="1142994"/>
          </a:xfrm>
        </p:grpSpPr>
        <p:sp>
          <p:nvSpPr>
            <p:cNvPr id="726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6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269" name="Rectangle 15"/>
          <p:cNvGrpSpPr/>
          <p:nvPr/>
        </p:nvGrpSpPr>
        <p:grpSpPr>
          <a:xfrm>
            <a:off x="13706754" y="4572032"/>
            <a:ext cx="710311" cy="1142996"/>
            <a:chOff x="0" y="0"/>
            <a:chExt cx="710309" cy="1142994"/>
          </a:xfrm>
        </p:grpSpPr>
        <p:sp>
          <p:nvSpPr>
            <p:cNvPr id="726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6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272" name="Rectangle 16"/>
          <p:cNvGrpSpPr/>
          <p:nvPr/>
        </p:nvGrpSpPr>
        <p:grpSpPr>
          <a:xfrm>
            <a:off x="12996453" y="-1157"/>
            <a:ext cx="710311" cy="1142995"/>
            <a:chOff x="0" y="0"/>
            <a:chExt cx="710309" cy="1142994"/>
          </a:xfrm>
        </p:grpSpPr>
        <p:sp>
          <p:nvSpPr>
            <p:cNvPr id="727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7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275" name="Rectangle 17"/>
          <p:cNvGrpSpPr/>
          <p:nvPr/>
        </p:nvGrpSpPr>
        <p:grpSpPr>
          <a:xfrm>
            <a:off x="13706754" y="2286017"/>
            <a:ext cx="710311" cy="1142996"/>
            <a:chOff x="0" y="0"/>
            <a:chExt cx="710309" cy="1142994"/>
          </a:xfrm>
        </p:grpSpPr>
        <p:sp>
          <p:nvSpPr>
            <p:cNvPr id="727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7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278" name="Rectangle 18"/>
          <p:cNvGrpSpPr/>
          <p:nvPr/>
        </p:nvGrpSpPr>
        <p:grpSpPr>
          <a:xfrm>
            <a:off x="13706756" y="1142977"/>
            <a:ext cx="710311" cy="1142997"/>
            <a:chOff x="0" y="-1"/>
            <a:chExt cx="710309" cy="1142995"/>
          </a:xfrm>
        </p:grpSpPr>
        <p:sp>
          <p:nvSpPr>
            <p:cNvPr id="727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7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281" name="Rectangle 19"/>
          <p:cNvGrpSpPr/>
          <p:nvPr/>
        </p:nvGrpSpPr>
        <p:grpSpPr>
          <a:xfrm>
            <a:off x="13706754" y="3427836"/>
            <a:ext cx="710311" cy="1142996"/>
            <a:chOff x="0" y="0"/>
            <a:chExt cx="710309" cy="1142994"/>
          </a:xfrm>
        </p:grpSpPr>
        <p:sp>
          <p:nvSpPr>
            <p:cNvPr id="727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8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7282" name="Body Level One…"/>
          <p:cNvSpPr txBox="1"/>
          <p:nvPr>
            <p:ph type="body" sz="quarter" idx="1" hasCustomPrompt="1"/>
          </p:nvPr>
        </p:nvSpPr>
        <p:spPr>
          <a:xfrm>
            <a:off x="795225" y="4560334"/>
            <a:ext cx="5089551" cy="1287629"/>
          </a:xfrm>
          <a:prstGeom prst="rect">
            <a:avLst/>
          </a:prstGeom>
        </p:spPr>
        <p:txBody>
          <a:bodyPr lIns="45718" tIns="45718" rIns="45718" bIns="45718"/>
          <a:lstStyle>
            <a:lvl1pPr algn="ctr">
              <a:defRPr sz="1700">
                <a:solidFill>
                  <a:srgbClr val="7C8C9A"/>
                </a:solidFill>
                <a:latin typeface="+mj-lt"/>
                <a:ea typeface="+mj-ea"/>
                <a:cs typeface="+mj-cs"/>
                <a:sym typeface="Mona Sans"/>
              </a:defRPr>
            </a:lvl1pPr>
            <a:lvl2pPr algn="ctr">
              <a:defRPr sz="1700">
                <a:solidFill>
                  <a:srgbClr val="7C8C9A"/>
                </a:solidFill>
                <a:latin typeface="+mj-lt"/>
                <a:ea typeface="+mj-ea"/>
                <a:cs typeface="+mj-cs"/>
                <a:sym typeface="Mona Sans"/>
              </a:defRPr>
            </a:lvl2pPr>
            <a:lvl3pPr algn="ctr">
              <a:defRPr sz="1700">
                <a:solidFill>
                  <a:srgbClr val="7C8C9A"/>
                </a:solidFill>
                <a:latin typeface="+mj-lt"/>
                <a:ea typeface="+mj-ea"/>
                <a:cs typeface="+mj-cs"/>
                <a:sym typeface="Mona Sans"/>
              </a:defRPr>
            </a:lvl3pPr>
            <a:lvl4pPr algn="ctr">
              <a:defRPr sz="1700">
                <a:solidFill>
                  <a:srgbClr val="7C8C9A"/>
                </a:solidFill>
                <a:latin typeface="+mj-lt"/>
                <a:ea typeface="+mj-ea"/>
                <a:cs typeface="+mj-cs"/>
                <a:sym typeface="Mona Sans"/>
              </a:defRPr>
            </a:lvl4pPr>
            <a:lvl5pPr algn="ctr">
              <a:defRPr sz="1700">
                <a:solidFill>
                  <a:srgbClr val="7C8C9A"/>
                </a:solidFill>
                <a:latin typeface="+mj-lt"/>
                <a:ea typeface="+mj-ea"/>
                <a:cs typeface="+mj-cs"/>
                <a:sym typeface="Mona Sans"/>
              </a:defRPr>
            </a:lvl5pPr>
          </a:lstStyle>
          <a:p>
            <a:pPr/>
            <a:r>
              <a:t>And/or statement here</a:t>
            </a:r>
          </a:p>
          <a:p>
            <a:pPr lvl="1"/>
            <a:r>
              <a:t/>
            </a:r>
          </a:p>
          <a:p>
            <a:pPr lvl="2"/>
            <a:r>
              <a:t/>
            </a:r>
          </a:p>
          <a:p>
            <a:pPr lvl="3"/>
            <a:r>
              <a:t/>
            </a:r>
          </a:p>
          <a:p>
            <a:pPr lvl="4"/>
            <a:r>
              <a:t/>
            </a:r>
          </a:p>
        </p:txBody>
      </p:sp>
      <p:sp>
        <p:nvSpPr>
          <p:cNvPr id="7283" name="Text Placeholder 23"/>
          <p:cNvSpPr/>
          <p:nvPr>
            <p:ph type="body" sz="quarter" idx="21" hasCustomPrompt="1"/>
          </p:nvPr>
        </p:nvSpPr>
        <p:spPr>
          <a:xfrm>
            <a:off x="6301966" y="4560334"/>
            <a:ext cx="5089549" cy="1287626"/>
          </a:xfrm>
          <a:prstGeom prst="rect">
            <a:avLst/>
          </a:prstGeom>
        </p:spPr>
        <p:txBody>
          <a:bodyPr lIns="45718" tIns="45718" rIns="45718" bIns="45718"/>
          <a:lstStyle>
            <a:lvl1pPr algn="ctr">
              <a:defRPr sz="1700">
                <a:solidFill>
                  <a:srgbClr val="7C8C9A"/>
                </a:solidFill>
                <a:latin typeface="+mj-lt"/>
                <a:ea typeface="+mj-ea"/>
                <a:cs typeface="+mj-cs"/>
                <a:sym typeface="Mona Sans"/>
              </a:defRPr>
            </a:lvl1pPr>
          </a:lstStyle>
          <a:p>
            <a:pPr/>
            <a:r>
              <a:t>And/or statement here</a:t>
            </a:r>
          </a:p>
        </p:txBody>
      </p:sp>
      <p:sp>
        <p:nvSpPr>
          <p:cNvPr id="7284" name="Text Placeholder 23"/>
          <p:cNvSpPr/>
          <p:nvPr>
            <p:ph type="body" sz="quarter" idx="22" hasCustomPrompt="1"/>
          </p:nvPr>
        </p:nvSpPr>
        <p:spPr>
          <a:xfrm>
            <a:off x="795223" y="1114425"/>
            <a:ext cx="5089552" cy="1287625"/>
          </a:xfrm>
          <a:prstGeom prst="rect">
            <a:avLst/>
          </a:prstGeom>
        </p:spPr>
        <p:txBody>
          <a:bodyPr lIns="45718" tIns="45718" rIns="45718" bIns="45718" anchor="b"/>
          <a:lstStyle>
            <a:lvl1pPr algn="ctr">
              <a:defRPr sz="1700">
                <a:solidFill>
                  <a:srgbClr val="7C8C9A"/>
                </a:solidFill>
                <a:latin typeface="+mj-lt"/>
                <a:ea typeface="+mj-ea"/>
                <a:cs typeface="+mj-cs"/>
                <a:sym typeface="Mona Sans"/>
              </a:defRPr>
            </a:lvl1pPr>
          </a:lstStyle>
          <a:p>
            <a:pPr/>
            <a:r>
              <a:t>Statement here</a:t>
            </a:r>
          </a:p>
        </p:txBody>
      </p:sp>
      <p:sp>
        <p:nvSpPr>
          <p:cNvPr id="7285" name="Text Placeholder 23"/>
          <p:cNvSpPr/>
          <p:nvPr>
            <p:ph type="body" sz="quarter" idx="23" hasCustomPrompt="1"/>
          </p:nvPr>
        </p:nvSpPr>
        <p:spPr>
          <a:xfrm>
            <a:off x="6301966" y="1114425"/>
            <a:ext cx="5089549" cy="1287625"/>
          </a:xfrm>
          <a:prstGeom prst="rect">
            <a:avLst/>
          </a:prstGeom>
        </p:spPr>
        <p:txBody>
          <a:bodyPr lIns="45718" tIns="45718" rIns="45718" bIns="45718" anchor="b"/>
          <a:lstStyle>
            <a:lvl1pPr algn="ctr">
              <a:defRPr sz="1700">
                <a:solidFill>
                  <a:srgbClr val="7C8C9A"/>
                </a:solidFill>
                <a:latin typeface="+mj-lt"/>
                <a:ea typeface="+mj-ea"/>
                <a:cs typeface="+mj-cs"/>
                <a:sym typeface="Mona Sans"/>
              </a:defRPr>
            </a:lvl1pPr>
          </a:lstStyle>
          <a:p>
            <a:pPr/>
            <a:r>
              <a:t>Statement here</a:t>
            </a:r>
          </a:p>
        </p:txBody>
      </p:sp>
      <p:sp>
        <p:nvSpPr>
          <p:cNvPr id="7286" name="Text Placeholder 7"/>
          <p:cNvSpPr/>
          <p:nvPr>
            <p:ph type="body" sz="quarter" idx="24" hasCustomPrompt="1"/>
          </p:nvPr>
        </p:nvSpPr>
        <p:spPr>
          <a:xfrm>
            <a:off x="795225" y="2396043"/>
            <a:ext cx="5089551" cy="2108314"/>
          </a:xfrm>
          <a:prstGeom prst="rect">
            <a:avLst/>
          </a:prstGeom>
        </p:spPr>
        <p:txBody>
          <a:bodyPr anchor="ctr"/>
          <a:lstStyle>
            <a:lvl1pPr algn="ctr">
              <a:defRPr sz="12000">
                <a:solidFill>
                  <a:srgbClr val="000000"/>
                </a:solidFill>
              </a:defRPr>
            </a:lvl1pPr>
          </a:lstStyle>
          <a:p>
            <a:pPr/>
            <a:r>
              <a:t>XXM</a:t>
            </a:r>
          </a:p>
        </p:txBody>
      </p:sp>
      <p:sp>
        <p:nvSpPr>
          <p:cNvPr id="7287" name="Text Placeholder 7"/>
          <p:cNvSpPr/>
          <p:nvPr>
            <p:ph type="body" sz="quarter" idx="25" hasCustomPrompt="1"/>
          </p:nvPr>
        </p:nvSpPr>
        <p:spPr>
          <a:xfrm>
            <a:off x="6301966" y="2396043"/>
            <a:ext cx="5089548" cy="2108314"/>
          </a:xfrm>
          <a:prstGeom prst="rect">
            <a:avLst/>
          </a:prstGeom>
        </p:spPr>
        <p:txBody>
          <a:bodyPr anchor="ctr"/>
          <a:lstStyle>
            <a:lvl1pPr algn="ctr">
              <a:defRPr sz="12000">
                <a:solidFill>
                  <a:srgbClr val="000000"/>
                </a:solidFill>
              </a:defRPr>
            </a:lvl1pPr>
          </a:lstStyle>
          <a:p>
            <a:pPr/>
            <a:r>
              <a:t>XXM</a:t>
            </a:r>
          </a:p>
        </p:txBody>
      </p:sp>
      <p:sp>
        <p:nvSpPr>
          <p:cNvPr id="7288" name="Rectangle 4"/>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7289" name="Text Placeholder 13"/>
          <p:cNvSpPr/>
          <p:nvPr>
            <p:ph type="body" sz="quarter" idx="26"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7290" name="Rectangle 16"/>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72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hree large numbers">
    <p:bg>
      <p:bgPr>
        <a:solidFill>
          <a:srgbClr val="FFFFFF"/>
        </a:solidFill>
      </p:bgPr>
    </p:bg>
    <p:spTree>
      <p:nvGrpSpPr>
        <p:cNvPr id="1" name=""/>
        <p:cNvGrpSpPr/>
        <p:nvPr/>
      </p:nvGrpSpPr>
      <p:grpSpPr>
        <a:xfrm>
          <a:off x="0" y="0"/>
          <a:ext cx="0" cy="0"/>
          <a:chOff x="0" y="0"/>
          <a:chExt cx="0" cy="0"/>
        </a:xfrm>
      </p:grpSpPr>
      <p:grpSp>
        <p:nvGrpSpPr>
          <p:cNvPr id="7300" name="Rectangle 1"/>
          <p:cNvGrpSpPr/>
          <p:nvPr/>
        </p:nvGrpSpPr>
        <p:grpSpPr>
          <a:xfrm>
            <a:off x="12287632" y="5878297"/>
            <a:ext cx="710311" cy="979707"/>
            <a:chOff x="0" y="0"/>
            <a:chExt cx="710309" cy="979705"/>
          </a:xfrm>
        </p:grpSpPr>
        <p:sp>
          <p:nvSpPr>
            <p:cNvPr id="7298"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29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303" name="Rectangle 2"/>
          <p:cNvGrpSpPr/>
          <p:nvPr/>
        </p:nvGrpSpPr>
        <p:grpSpPr>
          <a:xfrm>
            <a:off x="12287631" y="4898603"/>
            <a:ext cx="710311" cy="979709"/>
            <a:chOff x="0" y="-1"/>
            <a:chExt cx="710309" cy="979708"/>
          </a:xfrm>
        </p:grpSpPr>
        <p:sp>
          <p:nvSpPr>
            <p:cNvPr id="7301"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02"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306" name="Rectangle 3"/>
          <p:cNvGrpSpPr/>
          <p:nvPr/>
        </p:nvGrpSpPr>
        <p:grpSpPr>
          <a:xfrm>
            <a:off x="12287632" y="3918862"/>
            <a:ext cx="710311" cy="979706"/>
            <a:chOff x="0" y="0"/>
            <a:chExt cx="710309" cy="979705"/>
          </a:xfrm>
        </p:grpSpPr>
        <p:sp>
          <p:nvSpPr>
            <p:cNvPr id="7304"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0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309" name="Rectangle 4"/>
          <p:cNvGrpSpPr/>
          <p:nvPr/>
        </p:nvGrpSpPr>
        <p:grpSpPr>
          <a:xfrm>
            <a:off x="12287631" y="2939171"/>
            <a:ext cx="710311" cy="979707"/>
            <a:chOff x="0" y="0"/>
            <a:chExt cx="710309" cy="979705"/>
          </a:xfrm>
        </p:grpSpPr>
        <p:sp>
          <p:nvSpPr>
            <p:cNvPr id="7307"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0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312" name="Rectangle 5"/>
          <p:cNvGrpSpPr/>
          <p:nvPr/>
        </p:nvGrpSpPr>
        <p:grpSpPr>
          <a:xfrm>
            <a:off x="12287632" y="1959431"/>
            <a:ext cx="710311" cy="979707"/>
            <a:chOff x="0" y="0"/>
            <a:chExt cx="710309" cy="979705"/>
          </a:xfrm>
        </p:grpSpPr>
        <p:sp>
          <p:nvSpPr>
            <p:cNvPr id="7310"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1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315" name="Rectangle 6"/>
          <p:cNvGrpSpPr/>
          <p:nvPr/>
        </p:nvGrpSpPr>
        <p:grpSpPr>
          <a:xfrm>
            <a:off x="12287631" y="979736"/>
            <a:ext cx="710311" cy="979707"/>
            <a:chOff x="0" y="0"/>
            <a:chExt cx="710309" cy="979705"/>
          </a:xfrm>
        </p:grpSpPr>
        <p:sp>
          <p:nvSpPr>
            <p:cNvPr id="7313"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14"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318" name="Rectangle 7"/>
          <p:cNvGrpSpPr/>
          <p:nvPr/>
        </p:nvGrpSpPr>
        <p:grpSpPr>
          <a:xfrm>
            <a:off x="12287631" y="-2"/>
            <a:ext cx="710311" cy="979706"/>
            <a:chOff x="0" y="0"/>
            <a:chExt cx="710309" cy="979705"/>
          </a:xfrm>
        </p:grpSpPr>
        <p:sp>
          <p:nvSpPr>
            <p:cNvPr id="7316"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1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321" name="Rectangle 8"/>
          <p:cNvGrpSpPr/>
          <p:nvPr/>
        </p:nvGrpSpPr>
        <p:grpSpPr>
          <a:xfrm>
            <a:off x="12997439" y="5715013"/>
            <a:ext cx="710311" cy="1142996"/>
            <a:chOff x="0" y="0"/>
            <a:chExt cx="710309" cy="1142994"/>
          </a:xfrm>
        </p:grpSpPr>
        <p:sp>
          <p:nvSpPr>
            <p:cNvPr id="7319"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324" name="Rectangle 9"/>
          <p:cNvGrpSpPr/>
          <p:nvPr/>
        </p:nvGrpSpPr>
        <p:grpSpPr>
          <a:xfrm>
            <a:off x="12997439" y="4572032"/>
            <a:ext cx="710311" cy="1142996"/>
            <a:chOff x="0" y="0"/>
            <a:chExt cx="710309" cy="1142994"/>
          </a:xfrm>
        </p:grpSpPr>
        <p:sp>
          <p:nvSpPr>
            <p:cNvPr id="7322"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2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327" name="Rectangle 10"/>
          <p:cNvGrpSpPr/>
          <p:nvPr/>
        </p:nvGrpSpPr>
        <p:grpSpPr>
          <a:xfrm>
            <a:off x="12997439" y="3428998"/>
            <a:ext cx="710311" cy="1142996"/>
            <a:chOff x="0" y="0"/>
            <a:chExt cx="710309" cy="1142994"/>
          </a:xfrm>
        </p:grpSpPr>
        <p:sp>
          <p:nvSpPr>
            <p:cNvPr id="7325"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2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330" name="Rectangle 11"/>
          <p:cNvGrpSpPr/>
          <p:nvPr/>
        </p:nvGrpSpPr>
        <p:grpSpPr>
          <a:xfrm>
            <a:off x="12997439" y="2286017"/>
            <a:ext cx="710311" cy="1142996"/>
            <a:chOff x="0" y="0"/>
            <a:chExt cx="710309" cy="1142994"/>
          </a:xfrm>
        </p:grpSpPr>
        <p:sp>
          <p:nvSpPr>
            <p:cNvPr id="7328"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333" name="Rectangle 12"/>
          <p:cNvGrpSpPr/>
          <p:nvPr/>
        </p:nvGrpSpPr>
        <p:grpSpPr>
          <a:xfrm>
            <a:off x="12997439" y="1142977"/>
            <a:ext cx="710311" cy="1142997"/>
            <a:chOff x="0" y="-1"/>
            <a:chExt cx="710309" cy="1142995"/>
          </a:xfrm>
        </p:grpSpPr>
        <p:sp>
          <p:nvSpPr>
            <p:cNvPr id="7331"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3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336" name="Rectangle 13"/>
          <p:cNvGrpSpPr/>
          <p:nvPr/>
        </p:nvGrpSpPr>
        <p:grpSpPr>
          <a:xfrm>
            <a:off x="13706754" y="-2365"/>
            <a:ext cx="710311" cy="1142995"/>
            <a:chOff x="0" y="0"/>
            <a:chExt cx="710309" cy="1142994"/>
          </a:xfrm>
        </p:grpSpPr>
        <p:sp>
          <p:nvSpPr>
            <p:cNvPr id="7334"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3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339" name="Rectangle 14"/>
          <p:cNvGrpSpPr/>
          <p:nvPr/>
        </p:nvGrpSpPr>
        <p:grpSpPr>
          <a:xfrm>
            <a:off x="13706756" y="5715013"/>
            <a:ext cx="710311" cy="1142996"/>
            <a:chOff x="0" y="0"/>
            <a:chExt cx="710309" cy="1142994"/>
          </a:xfrm>
        </p:grpSpPr>
        <p:sp>
          <p:nvSpPr>
            <p:cNvPr id="7337"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3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342" name="Rectangle 15"/>
          <p:cNvGrpSpPr/>
          <p:nvPr/>
        </p:nvGrpSpPr>
        <p:grpSpPr>
          <a:xfrm>
            <a:off x="13706754" y="4572032"/>
            <a:ext cx="710311" cy="1142996"/>
            <a:chOff x="0" y="0"/>
            <a:chExt cx="710309" cy="1142994"/>
          </a:xfrm>
        </p:grpSpPr>
        <p:sp>
          <p:nvSpPr>
            <p:cNvPr id="7340"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4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345" name="Rectangle 16"/>
          <p:cNvGrpSpPr/>
          <p:nvPr/>
        </p:nvGrpSpPr>
        <p:grpSpPr>
          <a:xfrm>
            <a:off x="12996453" y="-1157"/>
            <a:ext cx="710311" cy="1142995"/>
            <a:chOff x="0" y="0"/>
            <a:chExt cx="710309" cy="1142994"/>
          </a:xfrm>
        </p:grpSpPr>
        <p:sp>
          <p:nvSpPr>
            <p:cNvPr id="7343"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4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348" name="Rectangle 17"/>
          <p:cNvGrpSpPr/>
          <p:nvPr/>
        </p:nvGrpSpPr>
        <p:grpSpPr>
          <a:xfrm>
            <a:off x="13706754" y="2286017"/>
            <a:ext cx="710311" cy="1142996"/>
            <a:chOff x="0" y="0"/>
            <a:chExt cx="710309" cy="1142994"/>
          </a:xfrm>
        </p:grpSpPr>
        <p:sp>
          <p:nvSpPr>
            <p:cNvPr id="7346"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4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351" name="Rectangle 18"/>
          <p:cNvGrpSpPr/>
          <p:nvPr/>
        </p:nvGrpSpPr>
        <p:grpSpPr>
          <a:xfrm>
            <a:off x="13706756" y="1142977"/>
            <a:ext cx="710311" cy="1142997"/>
            <a:chOff x="0" y="-1"/>
            <a:chExt cx="710309" cy="1142995"/>
          </a:xfrm>
        </p:grpSpPr>
        <p:sp>
          <p:nvSpPr>
            <p:cNvPr id="7349"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5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354" name="Rectangle 19"/>
          <p:cNvGrpSpPr/>
          <p:nvPr/>
        </p:nvGrpSpPr>
        <p:grpSpPr>
          <a:xfrm>
            <a:off x="13706754" y="3427836"/>
            <a:ext cx="710311" cy="1142996"/>
            <a:chOff x="0" y="0"/>
            <a:chExt cx="710309" cy="1142994"/>
          </a:xfrm>
        </p:grpSpPr>
        <p:sp>
          <p:nvSpPr>
            <p:cNvPr id="7352"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5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7355" name="Body Level One…"/>
          <p:cNvSpPr txBox="1"/>
          <p:nvPr>
            <p:ph type="body" sz="quarter" idx="1" hasCustomPrompt="1"/>
          </p:nvPr>
        </p:nvSpPr>
        <p:spPr>
          <a:xfrm>
            <a:off x="407784" y="4099038"/>
            <a:ext cx="3522863" cy="588257"/>
          </a:xfrm>
          <a:prstGeom prst="rect">
            <a:avLst/>
          </a:prstGeom>
        </p:spPr>
        <p:txBody>
          <a:bodyPr lIns="45718" tIns="45718" rIns="45718" bIns="45718"/>
          <a:lstStyle>
            <a:lvl1pPr algn="ctr">
              <a:defRPr sz="1700">
                <a:solidFill>
                  <a:srgbClr val="7C8C9A"/>
                </a:solidFill>
                <a:latin typeface="+mj-lt"/>
                <a:ea typeface="+mj-ea"/>
                <a:cs typeface="+mj-cs"/>
                <a:sym typeface="Mona Sans"/>
              </a:defRPr>
            </a:lvl1pPr>
            <a:lvl2pPr algn="ctr">
              <a:defRPr sz="1700">
                <a:solidFill>
                  <a:srgbClr val="7C8C9A"/>
                </a:solidFill>
                <a:latin typeface="+mj-lt"/>
                <a:ea typeface="+mj-ea"/>
                <a:cs typeface="+mj-cs"/>
                <a:sym typeface="Mona Sans"/>
              </a:defRPr>
            </a:lvl2pPr>
            <a:lvl3pPr algn="ctr">
              <a:defRPr sz="1700">
                <a:solidFill>
                  <a:srgbClr val="7C8C9A"/>
                </a:solidFill>
                <a:latin typeface="+mj-lt"/>
                <a:ea typeface="+mj-ea"/>
                <a:cs typeface="+mj-cs"/>
                <a:sym typeface="Mona Sans"/>
              </a:defRPr>
            </a:lvl3pPr>
            <a:lvl4pPr algn="ctr">
              <a:defRPr sz="1700">
                <a:solidFill>
                  <a:srgbClr val="7C8C9A"/>
                </a:solidFill>
                <a:latin typeface="+mj-lt"/>
                <a:ea typeface="+mj-ea"/>
                <a:cs typeface="+mj-cs"/>
                <a:sym typeface="Mona Sans"/>
              </a:defRPr>
            </a:lvl4pPr>
            <a:lvl5pPr algn="ctr">
              <a:defRPr sz="1700">
                <a:solidFill>
                  <a:srgbClr val="7C8C9A"/>
                </a:solidFill>
                <a:latin typeface="+mj-lt"/>
                <a:ea typeface="+mj-ea"/>
                <a:cs typeface="+mj-cs"/>
                <a:sym typeface="Mona Sans"/>
              </a:defRPr>
            </a:lvl5pPr>
          </a:lstStyle>
          <a:p>
            <a:pPr/>
            <a:r>
              <a:t>And/or statement here</a:t>
            </a:r>
          </a:p>
          <a:p>
            <a:pPr lvl="1"/>
            <a:r>
              <a:t/>
            </a:r>
          </a:p>
          <a:p>
            <a:pPr lvl="2"/>
            <a:r>
              <a:t/>
            </a:r>
          </a:p>
          <a:p>
            <a:pPr lvl="3"/>
            <a:r>
              <a:t/>
            </a:r>
          </a:p>
          <a:p>
            <a:pPr lvl="4"/>
            <a:r>
              <a:t/>
            </a:r>
          </a:p>
        </p:txBody>
      </p:sp>
      <p:sp>
        <p:nvSpPr>
          <p:cNvPr id="7356" name="Text Placeholder 23"/>
          <p:cNvSpPr/>
          <p:nvPr>
            <p:ph type="body" sz="quarter" idx="21" hasCustomPrompt="1"/>
          </p:nvPr>
        </p:nvSpPr>
        <p:spPr>
          <a:xfrm>
            <a:off x="4331165" y="4099038"/>
            <a:ext cx="3530130" cy="588257"/>
          </a:xfrm>
          <a:prstGeom prst="rect">
            <a:avLst/>
          </a:prstGeom>
        </p:spPr>
        <p:txBody>
          <a:bodyPr lIns="45718" tIns="45718" rIns="45718" bIns="45718"/>
          <a:lstStyle>
            <a:lvl1pPr algn="ctr">
              <a:defRPr sz="1700">
                <a:solidFill>
                  <a:srgbClr val="7C8C9A"/>
                </a:solidFill>
                <a:latin typeface="+mj-lt"/>
                <a:ea typeface="+mj-ea"/>
                <a:cs typeface="+mj-cs"/>
                <a:sym typeface="Mona Sans"/>
              </a:defRPr>
            </a:lvl1pPr>
          </a:lstStyle>
          <a:p>
            <a:pPr/>
            <a:r>
              <a:t>And/or statement here</a:t>
            </a:r>
          </a:p>
        </p:txBody>
      </p:sp>
      <p:sp>
        <p:nvSpPr>
          <p:cNvPr id="7357" name="Text Placeholder 23"/>
          <p:cNvSpPr/>
          <p:nvPr>
            <p:ph type="body" sz="quarter" idx="22" hasCustomPrompt="1"/>
          </p:nvPr>
        </p:nvSpPr>
        <p:spPr>
          <a:xfrm>
            <a:off x="8265445" y="4099038"/>
            <a:ext cx="3521996" cy="588257"/>
          </a:xfrm>
          <a:prstGeom prst="rect">
            <a:avLst/>
          </a:prstGeom>
        </p:spPr>
        <p:txBody>
          <a:bodyPr lIns="45718" tIns="45718" rIns="45718" bIns="45718"/>
          <a:lstStyle>
            <a:lvl1pPr algn="ctr">
              <a:defRPr sz="1700">
                <a:solidFill>
                  <a:srgbClr val="7C8C9A"/>
                </a:solidFill>
                <a:latin typeface="+mj-lt"/>
                <a:ea typeface="+mj-ea"/>
                <a:cs typeface="+mj-cs"/>
                <a:sym typeface="Mona Sans"/>
              </a:defRPr>
            </a:lvl1pPr>
          </a:lstStyle>
          <a:p>
            <a:pPr/>
            <a:r>
              <a:t>And/or statement here</a:t>
            </a:r>
          </a:p>
        </p:txBody>
      </p:sp>
      <p:sp>
        <p:nvSpPr>
          <p:cNvPr id="7358" name="Text Placeholder 23"/>
          <p:cNvSpPr/>
          <p:nvPr>
            <p:ph type="body" sz="quarter" idx="23" hasCustomPrompt="1"/>
          </p:nvPr>
        </p:nvSpPr>
        <p:spPr>
          <a:xfrm>
            <a:off x="402335" y="2023285"/>
            <a:ext cx="3522861" cy="588257"/>
          </a:xfrm>
          <a:prstGeom prst="rect">
            <a:avLst/>
          </a:prstGeom>
        </p:spPr>
        <p:txBody>
          <a:bodyPr lIns="45718" tIns="45718" rIns="45718" bIns="45718" anchor="b"/>
          <a:lstStyle>
            <a:lvl1pPr algn="ctr">
              <a:defRPr sz="1700">
                <a:solidFill>
                  <a:srgbClr val="7C8C9A"/>
                </a:solidFill>
                <a:latin typeface="+mj-lt"/>
                <a:ea typeface="+mj-ea"/>
                <a:cs typeface="+mj-cs"/>
                <a:sym typeface="Mona Sans"/>
              </a:defRPr>
            </a:lvl1pPr>
          </a:lstStyle>
          <a:p>
            <a:pPr/>
            <a:r>
              <a:t>Statement here</a:t>
            </a:r>
          </a:p>
        </p:txBody>
      </p:sp>
      <p:sp>
        <p:nvSpPr>
          <p:cNvPr id="7359" name="Text Placeholder 23"/>
          <p:cNvSpPr/>
          <p:nvPr>
            <p:ph type="body" sz="quarter" idx="24" hasCustomPrompt="1"/>
          </p:nvPr>
        </p:nvSpPr>
        <p:spPr>
          <a:xfrm>
            <a:off x="4325713" y="2023285"/>
            <a:ext cx="3530130" cy="588257"/>
          </a:xfrm>
          <a:prstGeom prst="rect">
            <a:avLst/>
          </a:prstGeom>
        </p:spPr>
        <p:txBody>
          <a:bodyPr lIns="45718" tIns="45718" rIns="45718" bIns="45718" anchor="b"/>
          <a:lstStyle>
            <a:lvl1pPr algn="ctr">
              <a:defRPr sz="1700">
                <a:solidFill>
                  <a:srgbClr val="7C8C9A"/>
                </a:solidFill>
                <a:latin typeface="+mj-lt"/>
                <a:ea typeface="+mj-ea"/>
                <a:cs typeface="+mj-cs"/>
                <a:sym typeface="Mona Sans"/>
              </a:defRPr>
            </a:lvl1pPr>
          </a:lstStyle>
          <a:p>
            <a:pPr/>
            <a:r>
              <a:t>Statement here</a:t>
            </a:r>
          </a:p>
        </p:txBody>
      </p:sp>
      <p:sp>
        <p:nvSpPr>
          <p:cNvPr id="7360" name="Text Placeholder 23"/>
          <p:cNvSpPr/>
          <p:nvPr>
            <p:ph type="body" sz="quarter" idx="25" hasCustomPrompt="1"/>
          </p:nvPr>
        </p:nvSpPr>
        <p:spPr>
          <a:xfrm>
            <a:off x="8259994" y="2023285"/>
            <a:ext cx="3521998" cy="588257"/>
          </a:xfrm>
          <a:prstGeom prst="rect">
            <a:avLst/>
          </a:prstGeom>
        </p:spPr>
        <p:txBody>
          <a:bodyPr lIns="45718" tIns="45718" rIns="45718" bIns="45718" anchor="b"/>
          <a:lstStyle>
            <a:lvl1pPr algn="ctr">
              <a:defRPr sz="1700">
                <a:solidFill>
                  <a:srgbClr val="7C8C9A"/>
                </a:solidFill>
                <a:latin typeface="+mj-lt"/>
                <a:ea typeface="+mj-ea"/>
                <a:cs typeface="+mj-cs"/>
                <a:sym typeface="Mona Sans"/>
              </a:defRPr>
            </a:lvl1pPr>
          </a:lstStyle>
          <a:p>
            <a:pPr/>
            <a:r>
              <a:t>Statement here</a:t>
            </a:r>
          </a:p>
        </p:txBody>
      </p:sp>
      <p:sp>
        <p:nvSpPr>
          <p:cNvPr id="7361" name="Text Placeholder 7"/>
          <p:cNvSpPr/>
          <p:nvPr>
            <p:ph type="body" sz="quarter" idx="26" hasCustomPrompt="1"/>
          </p:nvPr>
        </p:nvSpPr>
        <p:spPr>
          <a:xfrm>
            <a:off x="401384" y="2611539"/>
            <a:ext cx="3527445" cy="1457177"/>
          </a:xfrm>
          <a:prstGeom prst="rect">
            <a:avLst/>
          </a:prstGeom>
        </p:spPr>
        <p:txBody>
          <a:bodyPr anchor="ctr"/>
          <a:lstStyle>
            <a:lvl1pPr algn="ctr">
              <a:defRPr sz="8000">
                <a:solidFill>
                  <a:srgbClr val="000000"/>
                </a:solidFill>
              </a:defRPr>
            </a:lvl1pPr>
          </a:lstStyle>
          <a:p>
            <a:pPr/>
            <a:r>
              <a:t>XXM</a:t>
            </a:r>
          </a:p>
        </p:txBody>
      </p:sp>
      <p:sp>
        <p:nvSpPr>
          <p:cNvPr id="7362" name="Text Placeholder 7"/>
          <p:cNvSpPr/>
          <p:nvPr>
            <p:ph type="body" sz="quarter" idx="27" hasCustomPrompt="1"/>
          </p:nvPr>
        </p:nvSpPr>
        <p:spPr>
          <a:xfrm>
            <a:off x="4334114" y="2611539"/>
            <a:ext cx="3527448" cy="1457177"/>
          </a:xfrm>
          <a:prstGeom prst="rect">
            <a:avLst/>
          </a:prstGeom>
        </p:spPr>
        <p:txBody>
          <a:bodyPr anchor="ctr"/>
          <a:lstStyle>
            <a:lvl1pPr algn="ctr">
              <a:defRPr sz="8000">
                <a:solidFill>
                  <a:srgbClr val="000000"/>
                </a:solidFill>
              </a:defRPr>
            </a:lvl1pPr>
          </a:lstStyle>
          <a:p>
            <a:pPr/>
            <a:r>
              <a:t>XXM</a:t>
            </a:r>
          </a:p>
        </p:txBody>
      </p:sp>
      <p:sp>
        <p:nvSpPr>
          <p:cNvPr id="7363" name="Text Placeholder 7"/>
          <p:cNvSpPr/>
          <p:nvPr>
            <p:ph type="body" sz="quarter" idx="28" hasCustomPrompt="1"/>
          </p:nvPr>
        </p:nvSpPr>
        <p:spPr>
          <a:xfrm>
            <a:off x="8266844" y="2611539"/>
            <a:ext cx="3527448" cy="1457177"/>
          </a:xfrm>
          <a:prstGeom prst="rect">
            <a:avLst/>
          </a:prstGeom>
        </p:spPr>
        <p:txBody>
          <a:bodyPr anchor="ctr"/>
          <a:lstStyle>
            <a:lvl1pPr algn="ctr">
              <a:defRPr sz="8000">
                <a:solidFill>
                  <a:srgbClr val="000000"/>
                </a:solidFill>
              </a:defRPr>
            </a:lvl1pPr>
          </a:lstStyle>
          <a:p>
            <a:pPr/>
            <a:r>
              <a:t>XXM</a:t>
            </a:r>
          </a:p>
        </p:txBody>
      </p:sp>
      <p:sp>
        <p:nvSpPr>
          <p:cNvPr id="7364" name="Rectangle 11"/>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7365" name="Text Placeholder 13"/>
          <p:cNvSpPr/>
          <p:nvPr>
            <p:ph type="body" sz="quarter" idx="29" hasCustomPrompt="1"/>
          </p:nvPr>
        </p:nvSpPr>
        <p:spPr>
          <a:xfrm>
            <a:off x="419591" y="6595277"/>
            <a:ext cx="10901459" cy="123115"/>
          </a:xfrm>
          <a:prstGeom prst="rect">
            <a:avLst/>
          </a:prstGeom>
        </p:spPr>
        <p:txBody>
          <a:bodyPr anchor="ctr"/>
          <a:lstStyle>
            <a:lvl1pPr algn="r">
              <a:defRPr cap="all" sz="800">
                <a:solidFill>
                  <a:srgbClr val="7C8C9A"/>
                </a:solidFill>
                <a:latin typeface="Mona Sans Mono"/>
                <a:ea typeface="Mona Sans Mono"/>
                <a:cs typeface="Mona Sans Mono"/>
                <a:sym typeface="Mona Sans Mono"/>
              </a:defRPr>
            </a:lvl1pPr>
          </a:lstStyle>
          <a:p>
            <a:pPr/>
            <a:r>
              <a:t>OPTIONAL</a:t>
            </a:r>
          </a:p>
        </p:txBody>
      </p:sp>
      <p:sp>
        <p:nvSpPr>
          <p:cNvPr id="7366" name="Rectangle 16"/>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73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 Browser Screenshot ">
    <p:bg>
      <p:bgPr>
        <a:solidFill>
          <a:srgbClr val="000000"/>
        </a:solidFill>
      </p:bgPr>
    </p:bg>
    <p:spTree>
      <p:nvGrpSpPr>
        <p:cNvPr id="1" name=""/>
        <p:cNvGrpSpPr/>
        <p:nvPr/>
      </p:nvGrpSpPr>
      <p:grpSpPr>
        <a:xfrm>
          <a:off x="0" y="0"/>
          <a:ext cx="0" cy="0"/>
          <a:chOff x="0" y="0"/>
          <a:chExt cx="0" cy="0"/>
        </a:xfrm>
      </p:grpSpPr>
      <p:grpSp>
        <p:nvGrpSpPr>
          <p:cNvPr id="7376" name="Rectangle 1"/>
          <p:cNvGrpSpPr/>
          <p:nvPr/>
        </p:nvGrpSpPr>
        <p:grpSpPr>
          <a:xfrm>
            <a:off x="12287632" y="5878297"/>
            <a:ext cx="710311" cy="979707"/>
            <a:chOff x="0" y="0"/>
            <a:chExt cx="710309" cy="979705"/>
          </a:xfrm>
        </p:grpSpPr>
        <p:sp>
          <p:nvSpPr>
            <p:cNvPr id="737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7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379" name="Rectangle 2"/>
          <p:cNvGrpSpPr/>
          <p:nvPr/>
        </p:nvGrpSpPr>
        <p:grpSpPr>
          <a:xfrm>
            <a:off x="12287631" y="4898603"/>
            <a:ext cx="710311" cy="979709"/>
            <a:chOff x="0" y="-1"/>
            <a:chExt cx="710309" cy="979708"/>
          </a:xfrm>
        </p:grpSpPr>
        <p:sp>
          <p:nvSpPr>
            <p:cNvPr id="737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7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382" name="Rectangle 3"/>
          <p:cNvGrpSpPr/>
          <p:nvPr/>
        </p:nvGrpSpPr>
        <p:grpSpPr>
          <a:xfrm>
            <a:off x="12287632" y="3918862"/>
            <a:ext cx="710311" cy="979706"/>
            <a:chOff x="0" y="0"/>
            <a:chExt cx="710309" cy="979705"/>
          </a:xfrm>
        </p:grpSpPr>
        <p:sp>
          <p:nvSpPr>
            <p:cNvPr id="738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8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385" name="Rectangle 4"/>
          <p:cNvGrpSpPr/>
          <p:nvPr/>
        </p:nvGrpSpPr>
        <p:grpSpPr>
          <a:xfrm>
            <a:off x="12287631" y="2939171"/>
            <a:ext cx="710311" cy="979707"/>
            <a:chOff x="0" y="0"/>
            <a:chExt cx="710309" cy="979705"/>
          </a:xfrm>
        </p:grpSpPr>
        <p:sp>
          <p:nvSpPr>
            <p:cNvPr id="738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8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388" name="Rectangle 5"/>
          <p:cNvGrpSpPr/>
          <p:nvPr/>
        </p:nvGrpSpPr>
        <p:grpSpPr>
          <a:xfrm>
            <a:off x="12287632" y="1959431"/>
            <a:ext cx="710311" cy="979707"/>
            <a:chOff x="0" y="0"/>
            <a:chExt cx="710309" cy="979705"/>
          </a:xfrm>
        </p:grpSpPr>
        <p:sp>
          <p:nvSpPr>
            <p:cNvPr id="738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8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391" name="Rectangle 6"/>
          <p:cNvGrpSpPr/>
          <p:nvPr/>
        </p:nvGrpSpPr>
        <p:grpSpPr>
          <a:xfrm>
            <a:off x="12287631" y="979736"/>
            <a:ext cx="710311" cy="979707"/>
            <a:chOff x="0" y="0"/>
            <a:chExt cx="710309" cy="979705"/>
          </a:xfrm>
        </p:grpSpPr>
        <p:sp>
          <p:nvSpPr>
            <p:cNvPr id="738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9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394" name="Rectangle 7"/>
          <p:cNvGrpSpPr/>
          <p:nvPr/>
        </p:nvGrpSpPr>
        <p:grpSpPr>
          <a:xfrm>
            <a:off x="12287631" y="-2"/>
            <a:ext cx="710311" cy="979706"/>
            <a:chOff x="0" y="0"/>
            <a:chExt cx="710309" cy="979705"/>
          </a:xfrm>
        </p:grpSpPr>
        <p:sp>
          <p:nvSpPr>
            <p:cNvPr id="739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9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397" name="Rectangle 8"/>
          <p:cNvGrpSpPr/>
          <p:nvPr/>
        </p:nvGrpSpPr>
        <p:grpSpPr>
          <a:xfrm>
            <a:off x="12997439" y="5715013"/>
            <a:ext cx="710311" cy="1142996"/>
            <a:chOff x="0" y="0"/>
            <a:chExt cx="710309" cy="1142994"/>
          </a:xfrm>
        </p:grpSpPr>
        <p:sp>
          <p:nvSpPr>
            <p:cNvPr id="739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400" name="Rectangle 9"/>
          <p:cNvGrpSpPr/>
          <p:nvPr/>
        </p:nvGrpSpPr>
        <p:grpSpPr>
          <a:xfrm>
            <a:off x="12997439" y="4572032"/>
            <a:ext cx="710311" cy="1142996"/>
            <a:chOff x="0" y="0"/>
            <a:chExt cx="710309" cy="1142994"/>
          </a:xfrm>
        </p:grpSpPr>
        <p:sp>
          <p:nvSpPr>
            <p:cNvPr id="739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39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403" name="Rectangle 10"/>
          <p:cNvGrpSpPr/>
          <p:nvPr/>
        </p:nvGrpSpPr>
        <p:grpSpPr>
          <a:xfrm>
            <a:off x="12997439" y="3428998"/>
            <a:ext cx="710311" cy="1142996"/>
            <a:chOff x="0" y="0"/>
            <a:chExt cx="710309" cy="1142994"/>
          </a:xfrm>
        </p:grpSpPr>
        <p:sp>
          <p:nvSpPr>
            <p:cNvPr id="740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0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406" name="Rectangle 11"/>
          <p:cNvGrpSpPr/>
          <p:nvPr/>
        </p:nvGrpSpPr>
        <p:grpSpPr>
          <a:xfrm>
            <a:off x="12997439" y="2286017"/>
            <a:ext cx="710311" cy="1142996"/>
            <a:chOff x="0" y="0"/>
            <a:chExt cx="710309" cy="1142994"/>
          </a:xfrm>
        </p:grpSpPr>
        <p:sp>
          <p:nvSpPr>
            <p:cNvPr id="740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0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409" name="Rectangle 12"/>
          <p:cNvGrpSpPr/>
          <p:nvPr/>
        </p:nvGrpSpPr>
        <p:grpSpPr>
          <a:xfrm>
            <a:off x="12997439" y="1142977"/>
            <a:ext cx="710311" cy="1142997"/>
            <a:chOff x="0" y="-1"/>
            <a:chExt cx="710309" cy="1142995"/>
          </a:xfrm>
        </p:grpSpPr>
        <p:sp>
          <p:nvSpPr>
            <p:cNvPr id="740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0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412" name="Rectangle 13"/>
          <p:cNvGrpSpPr/>
          <p:nvPr/>
        </p:nvGrpSpPr>
        <p:grpSpPr>
          <a:xfrm>
            <a:off x="13706754" y="-2365"/>
            <a:ext cx="710311" cy="1142995"/>
            <a:chOff x="0" y="0"/>
            <a:chExt cx="710309" cy="1142994"/>
          </a:xfrm>
        </p:grpSpPr>
        <p:sp>
          <p:nvSpPr>
            <p:cNvPr id="741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415" name="Rectangle 14"/>
          <p:cNvGrpSpPr/>
          <p:nvPr/>
        </p:nvGrpSpPr>
        <p:grpSpPr>
          <a:xfrm>
            <a:off x="13706756" y="5715013"/>
            <a:ext cx="710311" cy="1142996"/>
            <a:chOff x="0" y="0"/>
            <a:chExt cx="710309" cy="1142994"/>
          </a:xfrm>
        </p:grpSpPr>
        <p:sp>
          <p:nvSpPr>
            <p:cNvPr id="741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1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418" name="Rectangle 15"/>
          <p:cNvGrpSpPr/>
          <p:nvPr/>
        </p:nvGrpSpPr>
        <p:grpSpPr>
          <a:xfrm>
            <a:off x="13706754" y="4572032"/>
            <a:ext cx="710311" cy="1142996"/>
            <a:chOff x="0" y="0"/>
            <a:chExt cx="710309" cy="1142994"/>
          </a:xfrm>
        </p:grpSpPr>
        <p:sp>
          <p:nvSpPr>
            <p:cNvPr id="741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1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421" name="Rectangle 16"/>
          <p:cNvGrpSpPr/>
          <p:nvPr/>
        </p:nvGrpSpPr>
        <p:grpSpPr>
          <a:xfrm>
            <a:off x="12996453" y="-1157"/>
            <a:ext cx="710311" cy="1142995"/>
            <a:chOff x="0" y="0"/>
            <a:chExt cx="710309" cy="1142994"/>
          </a:xfrm>
        </p:grpSpPr>
        <p:sp>
          <p:nvSpPr>
            <p:cNvPr id="741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424" name="Rectangle 17"/>
          <p:cNvGrpSpPr/>
          <p:nvPr/>
        </p:nvGrpSpPr>
        <p:grpSpPr>
          <a:xfrm>
            <a:off x="13706754" y="2286017"/>
            <a:ext cx="710311" cy="1142996"/>
            <a:chOff x="0" y="0"/>
            <a:chExt cx="710309" cy="1142994"/>
          </a:xfrm>
        </p:grpSpPr>
        <p:sp>
          <p:nvSpPr>
            <p:cNvPr id="742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2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427" name="Rectangle 18"/>
          <p:cNvGrpSpPr/>
          <p:nvPr/>
        </p:nvGrpSpPr>
        <p:grpSpPr>
          <a:xfrm>
            <a:off x="13706756" y="1142977"/>
            <a:ext cx="710311" cy="1142997"/>
            <a:chOff x="0" y="-1"/>
            <a:chExt cx="710309" cy="1142995"/>
          </a:xfrm>
        </p:grpSpPr>
        <p:sp>
          <p:nvSpPr>
            <p:cNvPr id="742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2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430" name="Rectangle 19"/>
          <p:cNvGrpSpPr/>
          <p:nvPr/>
        </p:nvGrpSpPr>
        <p:grpSpPr>
          <a:xfrm>
            <a:off x="13706754" y="3427836"/>
            <a:ext cx="710311" cy="1142996"/>
            <a:chOff x="0" y="0"/>
            <a:chExt cx="710309" cy="1142994"/>
          </a:xfrm>
        </p:grpSpPr>
        <p:sp>
          <p:nvSpPr>
            <p:cNvPr id="742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7431" name="Picture 15" descr="Picture 15"/>
          <p:cNvPicPr>
            <a:picLocks noChangeAspect="1"/>
          </p:cNvPicPr>
          <p:nvPr/>
        </p:nvPicPr>
        <p:blipFill>
          <a:blip r:embed="rId2">
            <a:extLst/>
          </a:blip>
          <a:stretch>
            <a:fillRect/>
          </a:stretch>
        </p:blipFill>
        <p:spPr>
          <a:xfrm>
            <a:off x="7327" y="5009"/>
            <a:ext cx="12174172" cy="6847977"/>
          </a:xfrm>
          <a:prstGeom prst="rect">
            <a:avLst/>
          </a:prstGeom>
          <a:ln w="12700">
            <a:miter lim="400000"/>
          </a:ln>
        </p:spPr>
      </p:pic>
      <p:sp>
        <p:nvSpPr>
          <p:cNvPr id="7432" name="Picture Placeholder 17"/>
          <p:cNvSpPr/>
          <p:nvPr>
            <p:ph type="pic" idx="21"/>
          </p:nvPr>
        </p:nvSpPr>
        <p:spPr>
          <a:xfrm>
            <a:off x="1752142" y="1932314"/>
            <a:ext cx="8684539" cy="4925686"/>
          </a:xfrm>
          <a:prstGeom prst="rect">
            <a:avLst/>
          </a:prstGeom>
        </p:spPr>
        <p:txBody>
          <a:bodyPr lIns="91439" tIns="45719" rIns="91439" bIns="45719">
            <a:noAutofit/>
          </a:bodyPr>
          <a:lstStyle/>
          <a:p>
            <a:pPr/>
          </a:p>
        </p:txBody>
      </p:sp>
      <p:sp>
        <p:nvSpPr>
          <p:cNvPr id="7433" name="Body Level One…"/>
          <p:cNvSpPr txBox="1"/>
          <p:nvPr>
            <p:ph type="body" sz="quarter" idx="1" hasCustomPrompt="1"/>
          </p:nvPr>
        </p:nvSpPr>
        <p:spPr>
          <a:xfrm>
            <a:off x="1752138" y="359015"/>
            <a:ext cx="8684539" cy="960120"/>
          </a:xfrm>
          <a:prstGeom prst="rect">
            <a:avLst/>
          </a:prstGeom>
        </p:spPr>
        <p:txBody>
          <a:bodyPr anchor="ctr"/>
          <a:lstStyle>
            <a:lvl1pPr algn="ctr">
              <a:defRPr sz="3600">
                <a:solidFill>
                  <a:srgbClr val="000000"/>
                </a:solidFill>
              </a:defRPr>
            </a:lvl1pPr>
            <a:lvl2pPr algn="ctr">
              <a:defRPr sz="3600">
                <a:solidFill>
                  <a:srgbClr val="000000"/>
                </a:solidFill>
              </a:defRPr>
            </a:lvl2pPr>
            <a:lvl3pPr algn="ctr">
              <a:defRPr sz="3600">
                <a:solidFill>
                  <a:srgbClr val="000000"/>
                </a:solidFill>
              </a:defRPr>
            </a:lvl3pPr>
            <a:lvl4pPr algn="ctr">
              <a:defRPr sz="3600">
                <a:solidFill>
                  <a:srgbClr val="000000"/>
                </a:solidFill>
              </a:defRPr>
            </a:lvl4pPr>
            <a:lvl5pPr algn="ctr">
              <a:defRPr sz="3600">
                <a:solidFill>
                  <a:srgbClr val="000000"/>
                </a:solidFill>
              </a:defRPr>
            </a:lvl5pPr>
          </a:lstStyle>
          <a:p>
            <a:pPr/>
            <a:r>
              <a:t>Title</a:t>
            </a:r>
          </a:p>
          <a:p>
            <a:pPr lvl="1"/>
            <a:r>
              <a:t/>
            </a:r>
          </a:p>
          <a:p>
            <a:pPr lvl="2"/>
            <a:r>
              <a:t/>
            </a:r>
          </a:p>
          <a:p>
            <a:pPr lvl="3"/>
            <a:r>
              <a:t/>
            </a:r>
          </a:p>
          <a:p>
            <a:pPr lvl="4"/>
            <a:r>
              <a:t/>
            </a:r>
          </a:p>
        </p:txBody>
      </p:sp>
      <p:sp>
        <p:nvSpPr>
          <p:cNvPr id="74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rowser Screenshot ">
    <p:bg>
      <p:bgPr>
        <a:solidFill>
          <a:srgbClr val="000000"/>
        </a:solidFill>
      </p:bgPr>
    </p:bg>
    <p:spTree>
      <p:nvGrpSpPr>
        <p:cNvPr id="1" name=""/>
        <p:cNvGrpSpPr/>
        <p:nvPr/>
      </p:nvGrpSpPr>
      <p:grpSpPr>
        <a:xfrm>
          <a:off x="0" y="0"/>
          <a:ext cx="0" cy="0"/>
          <a:chOff x="0" y="0"/>
          <a:chExt cx="0" cy="0"/>
        </a:xfrm>
      </p:grpSpPr>
      <p:grpSp>
        <p:nvGrpSpPr>
          <p:cNvPr id="7443" name="Rectangle 1"/>
          <p:cNvGrpSpPr/>
          <p:nvPr/>
        </p:nvGrpSpPr>
        <p:grpSpPr>
          <a:xfrm>
            <a:off x="12287632" y="5878297"/>
            <a:ext cx="710311" cy="979707"/>
            <a:chOff x="0" y="0"/>
            <a:chExt cx="710309" cy="979705"/>
          </a:xfrm>
        </p:grpSpPr>
        <p:sp>
          <p:nvSpPr>
            <p:cNvPr id="7441"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4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446" name="Rectangle 2"/>
          <p:cNvGrpSpPr/>
          <p:nvPr/>
        </p:nvGrpSpPr>
        <p:grpSpPr>
          <a:xfrm>
            <a:off x="12287631" y="4898603"/>
            <a:ext cx="710311" cy="979709"/>
            <a:chOff x="0" y="-1"/>
            <a:chExt cx="710309" cy="979708"/>
          </a:xfrm>
        </p:grpSpPr>
        <p:sp>
          <p:nvSpPr>
            <p:cNvPr id="7444"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45"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449" name="Rectangle 3"/>
          <p:cNvGrpSpPr/>
          <p:nvPr/>
        </p:nvGrpSpPr>
        <p:grpSpPr>
          <a:xfrm>
            <a:off x="12287632" y="3918862"/>
            <a:ext cx="710311" cy="979706"/>
            <a:chOff x="0" y="0"/>
            <a:chExt cx="710309" cy="979705"/>
          </a:xfrm>
        </p:grpSpPr>
        <p:sp>
          <p:nvSpPr>
            <p:cNvPr id="7447"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4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452" name="Rectangle 4"/>
          <p:cNvGrpSpPr/>
          <p:nvPr/>
        </p:nvGrpSpPr>
        <p:grpSpPr>
          <a:xfrm>
            <a:off x="12287631" y="2939171"/>
            <a:ext cx="710311" cy="979707"/>
            <a:chOff x="0" y="0"/>
            <a:chExt cx="710309" cy="979705"/>
          </a:xfrm>
        </p:grpSpPr>
        <p:sp>
          <p:nvSpPr>
            <p:cNvPr id="7450"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5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455" name="Rectangle 5"/>
          <p:cNvGrpSpPr/>
          <p:nvPr/>
        </p:nvGrpSpPr>
        <p:grpSpPr>
          <a:xfrm>
            <a:off x="12287632" y="1959431"/>
            <a:ext cx="710311" cy="979707"/>
            <a:chOff x="0" y="0"/>
            <a:chExt cx="710309" cy="979705"/>
          </a:xfrm>
        </p:grpSpPr>
        <p:sp>
          <p:nvSpPr>
            <p:cNvPr id="7453"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5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458" name="Rectangle 6"/>
          <p:cNvGrpSpPr/>
          <p:nvPr/>
        </p:nvGrpSpPr>
        <p:grpSpPr>
          <a:xfrm>
            <a:off x="12287631" y="979736"/>
            <a:ext cx="710311" cy="979707"/>
            <a:chOff x="0" y="0"/>
            <a:chExt cx="710309" cy="979705"/>
          </a:xfrm>
        </p:grpSpPr>
        <p:sp>
          <p:nvSpPr>
            <p:cNvPr id="7456"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57"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461" name="Rectangle 7"/>
          <p:cNvGrpSpPr/>
          <p:nvPr/>
        </p:nvGrpSpPr>
        <p:grpSpPr>
          <a:xfrm>
            <a:off x="12287631" y="-2"/>
            <a:ext cx="710311" cy="979706"/>
            <a:chOff x="0" y="0"/>
            <a:chExt cx="710309" cy="979705"/>
          </a:xfrm>
        </p:grpSpPr>
        <p:sp>
          <p:nvSpPr>
            <p:cNvPr id="7459"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6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464" name="Rectangle 8"/>
          <p:cNvGrpSpPr/>
          <p:nvPr/>
        </p:nvGrpSpPr>
        <p:grpSpPr>
          <a:xfrm>
            <a:off x="12997439" y="5715013"/>
            <a:ext cx="710311" cy="1142996"/>
            <a:chOff x="0" y="0"/>
            <a:chExt cx="710309" cy="1142994"/>
          </a:xfrm>
        </p:grpSpPr>
        <p:sp>
          <p:nvSpPr>
            <p:cNvPr id="7462"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6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467" name="Rectangle 9"/>
          <p:cNvGrpSpPr/>
          <p:nvPr/>
        </p:nvGrpSpPr>
        <p:grpSpPr>
          <a:xfrm>
            <a:off x="12997439" y="4572032"/>
            <a:ext cx="710311" cy="1142996"/>
            <a:chOff x="0" y="0"/>
            <a:chExt cx="710309" cy="1142994"/>
          </a:xfrm>
        </p:grpSpPr>
        <p:sp>
          <p:nvSpPr>
            <p:cNvPr id="7465"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470" name="Rectangle 10"/>
          <p:cNvGrpSpPr/>
          <p:nvPr/>
        </p:nvGrpSpPr>
        <p:grpSpPr>
          <a:xfrm>
            <a:off x="12997439" y="3428998"/>
            <a:ext cx="710311" cy="1142996"/>
            <a:chOff x="0" y="0"/>
            <a:chExt cx="710309" cy="1142994"/>
          </a:xfrm>
        </p:grpSpPr>
        <p:sp>
          <p:nvSpPr>
            <p:cNvPr id="7468"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473" name="Rectangle 11"/>
          <p:cNvGrpSpPr/>
          <p:nvPr/>
        </p:nvGrpSpPr>
        <p:grpSpPr>
          <a:xfrm>
            <a:off x="12997439" y="2286017"/>
            <a:ext cx="710311" cy="1142996"/>
            <a:chOff x="0" y="0"/>
            <a:chExt cx="710309" cy="1142994"/>
          </a:xfrm>
        </p:grpSpPr>
        <p:sp>
          <p:nvSpPr>
            <p:cNvPr id="7471"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476" name="Rectangle 12"/>
          <p:cNvGrpSpPr/>
          <p:nvPr/>
        </p:nvGrpSpPr>
        <p:grpSpPr>
          <a:xfrm>
            <a:off x="12997439" y="1142977"/>
            <a:ext cx="710311" cy="1142997"/>
            <a:chOff x="0" y="-1"/>
            <a:chExt cx="710309" cy="1142995"/>
          </a:xfrm>
        </p:grpSpPr>
        <p:sp>
          <p:nvSpPr>
            <p:cNvPr id="7474"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7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479" name="Rectangle 13"/>
          <p:cNvGrpSpPr/>
          <p:nvPr/>
        </p:nvGrpSpPr>
        <p:grpSpPr>
          <a:xfrm>
            <a:off x="13706754" y="-2365"/>
            <a:ext cx="710311" cy="1142995"/>
            <a:chOff x="0" y="0"/>
            <a:chExt cx="710309" cy="1142994"/>
          </a:xfrm>
        </p:grpSpPr>
        <p:sp>
          <p:nvSpPr>
            <p:cNvPr id="7477"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482" name="Rectangle 14"/>
          <p:cNvGrpSpPr/>
          <p:nvPr/>
        </p:nvGrpSpPr>
        <p:grpSpPr>
          <a:xfrm>
            <a:off x="13706756" y="5715013"/>
            <a:ext cx="710311" cy="1142996"/>
            <a:chOff x="0" y="0"/>
            <a:chExt cx="710309" cy="1142994"/>
          </a:xfrm>
        </p:grpSpPr>
        <p:sp>
          <p:nvSpPr>
            <p:cNvPr id="7480"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8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485" name="Rectangle 15"/>
          <p:cNvGrpSpPr/>
          <p:nvPr/>
        </p:nvGrpSpPr>
        <p:grpSpPr>
          <a:xfrm>
            <a:off x="13706754" y="4572032"/>
            <a:ext cx="710311" cy="1142996"/>
            <a:chOff x="0" y="0"/>
            <a:chExt cx="710309" cy="1142994"/>
          </a:xfrm>
        </p:grpSpPr>
        <p:sp>
          <p:nvSpPr>
            <p:cNvPr id="7483"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8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488" name="Rectangle 16"/>
          <p:cNvGrpSpPr/>
          <p:nvPr/>
        </p:nvGrpSpPr>
        <p:grpSpPr>
          <a:xfrm>
            <a:off x="12996453" y="-1157"/>
            <a:ext cx="710311" cy="1142995"/>
            <a:chOff x="0" y="0"/>
            <a:chExt cx="710309" cy="1142994"/>
          </a:xfrm>
        </p:grpSpPr>
        <p:sp>
          <p:nvSpPr>
            <p:cNvPr id="7486"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8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491" name="Rectangle 17"/>
          <p:cNvGrpSpPr/>
          <p:nvPr/>
        </p:nvGrpSpPr>
        <p:grpSpPr>
          <a:xfrm>
            <a:off x="13706754" y="2286017"/>
            <a:ext cx="710311" cy="1142996"/>
            <a:chOff x="0" y="0"/>
            <a:chExt cx="710309" cy="1142994"/>
          </a:xfrm>
        </p:grpSpPr>
        <p:sp>
          <p:nvSpPr>
            <p:cNvPr id="7489"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9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494" name="Rectangle 18"/>
          <p:cNvGrpSpPr/>
          <p:nvPr/>
        </p:nvGrpSpPr>
        <p:grpSpPr>
          <a:xfrm>
            <a:off x="13706756" y="1142977"/>
            <a:ext cx="710311" cy="1142997"/>
            <a:chOff x="0" y="-1"/>
            <a:chExt cx="710309" cy="1142995"/>
          </a:xfrm>
        </p:grpSpPr>
        <p:sp>
          <p:nvSpPr>
            <p:cNvPr id="7492"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9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497" name="Rectangle 19"/>
          <p:cNvGrpSpPr/>
          <p:nvPr/>
        </p:nvGrpSpPr>
        <p:grpSpPr>
          <a:xfrm>
            <a:off x="13706754" y="3427836"/>
            <a:ext cx="710311" cy="1142996"/>
            <a:chOff x="0" y="0"/>
            <a:chExt cx="710309" cy="1142994"/>
          </a:xfrm>
        </p:grpSpPr>
        <p:sp>
          <p:nvSpPr>
            <p:cNvPr id="7495"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4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7498" name="Picture 15" descr="Picture 15"/>
          <p:cNvPicPr>
            <a:picLocks noChangeAspect="1"/>
          </p:cNvPicPr>
          <p:nvPr/>
        </p:nvPicPr>
        <p:blipFill>
          <a:blip r:embed="rId2">
            <a:extLst/>
          </a:blip>
          <a:stretch>
            <a:fillRect/>
          </a:stretch>
        </p:blipFill>
        <p:spPr>
          <a:xfrm>
            <a:off x="4131" y="5009"/>
            <a:ext cx="12174172" cy="6847977"/>
          </a:xfrm>
          <a:prstGeom prst="rect">
            <a:avLst/>
          </a:prstGeom>
          <a:ln w="12700">
            <a:miter lim="400000"/>
          </a:ln>
        </p:spPr>
      </p:pic>
      <p:sp>
        <p:nvSpPr>
          <p:cNvPr id="7499" name="Picture Placeholder 17"/>
          <p:cNvSpPr/>
          <p:nvPr>
            <p:ph type="pic" idx="21"/>
          </p:nvPr>
        </p:nvSpPr>
        <p:spPr>
          <a:xfrm>
            <a:off x="1315834" y="1296232"/>
            <a:ext cx="9550766" cy="5561770"/>
          </a:xfrm>
          <a:prstGeom prst="rect">
            <a:avLst/>
          </a:prstGeom>
        </p:spPr>
        <p:txBody>
          <a:bodyPr lIns="91439" tIns="45719" rIns="91439" bIns="45719">
            <a:noAutofit/>
          </a:bodyPr>
          <a:lstStyle/>
          <a:p>
            <a:pPr/>
          </a:p>
        </p:txBody>
      </p:sp>
      <p:sp>
        <p:nvSpPr>
          <p:cNvPr id="75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Demo">
    <p:bg>
      <p:bgPr>
        <a:solidFill>
          <a:srgbClr val="000000"/>
        </a:solidFill>
      </p:bgPr>
    </p:bg>
    <p:spTree>
      <p:nvGrpSpPr>
        <p:cNvPr id="1" name=""/>
        <p:cNvGrpSpPr/>
        <p:nvPr/>
      </p:nvGrpSpPr>
      <p:grpSpPr>
        <a:xfrm>
          <a:off x="0" y="0"/>
          <a:ext cx="0" cy="0"/>
          <a:chOff x="0" y="0"/>
          <a:chExt cx="0" cy="0"/>
        </a:xfrm>
      </p:grpSpPr>
      <p:grpSp>
        <p:nvGrpSpPr>
          <p:cNvPr id="7509" name="Rectangle 1"/>
          <p:cNvGrpSpPr/>
          <p:nvPr/>
        </p:nvGrpSpPr>
        <p:grpSpPr>
          <a:xfrm>
            <a:off x="12287632" y="5878297"/>
            <a:ext cx="710311" cy="979707"/>
            <a:chOff x="0" y="0"/>
            <a:chExt cx="710309" cy="979705"/>
          </a:xfrm>
        </p:grpSpPr>
        <p:sp>
          <p:nvSpPr>
            <p:cNvPr id="7507"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0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512" name="Rectangle 2"/>
          <p:cNvGrpSpPr/>
          <p:nvPr/>
        </p:nvGrpSpPr>
        <p:grpSpPr>
          <a:xfrm>
            <a:off x="12287631" y="4898603"/>
            <a:ext cx="710311" cy="979709"/>
            <a:chOff x="0" y="-1"/>
            <a:chExt cx="710309" cy="979708"/>
          </a:xfrm>
        </p:grpSpPr>
        <p:sp>
          <p:nvSpPr>
            <p:cNvPr id="7510"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11"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515" name="Rectangle 3"/>
          <p:cNvGrpSpPr/>
          <p:nvPr/>
        </p:nvGrpSpPr>
        <p:grpSpPr>
          <a:xfrm>
            <a:off x="12287632" y="3918862"/>
            <a:ext cx="710311" cy="979706"/>
            <a:chOff x="0" y="0"/>
            <a:chExt cx="710309" cy="979705"/>
          </a:xfrm>
        </p:grpSpPr>
        <p:sp>
          <p:nvSpPr>
            <p:cNvPr id="7513"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1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518" name="Rectangle 4"/>
          <p:cNvGrpSpPr/>
          <p:nvPr/>
        </p:nvGrpSpPr>
        <p:grpSpPr>
          <a:xfrm>
            <a:off x="12287631" y="2939171"/>
            <a:ext cx="710311" cy="979707"/>
            <a:chOff x="0" y="0"/>
            <a:chExt cx="710309" cy="979705"/>
          </a:xfrm>
        </p:grpSpPr>
        <p:sp>
          <p:nvSpPr>
            <p:cNvPr id="7516"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1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521" name="Rectangle 5"/>
          <p:cNvGrpSpPr/>
          <p:nvPr/>
        </p:nvGrpSpPr>
        <p:grpSpPr>
          <a:xfrm>
            <a:off x="12287632" y="1959431"/>
            <a:ext cx="710311" cy="979707"/>
            <a:chOff x="0" y="0"/>
            <a:chExt cx="710309" cy="979705"/>
          </a:xfrm>
        </p:grpSpPr>
        <p:sp>
          <p:nvSpPr>
            <p:cNvPr id="7519"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2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524" name="Rectangle 6"/>
          <p:cNvGrpSpPr/>
          <p:nvPr/>
        </p:nvGrpSpPr>
        <p:grpSpPr>
          <a:xfrm>
            <a:off x="12287631" y="979736"/>
            <a:ext cx="710311" cy="979707"/>
            <a:chOff x="0" y="0"/>
            <a:chExt cx="710309" cy="979705"/>
          </a:xfrm>
        </p:grpSpPr>
        <p:sp>
          <p:nvSpPr>
            <p:cNvPr id="7522"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23"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527" name="Rectangle 7"/>
          <p:cNvGrpSpPr/>
          <p:nvPr/>
        </p:nvGrpSpPr>
        <p:grpSpPr>
          <a:xfrm>
            <a:off x="12287631" y="-2"/>
            <a:ext cx="710311" cy="979706"/>
            <a:chOff x="0" y="0"/>
            <a:chExt cx="710309" cy="979705"/>
          </a:xfrm>
        </p:grpSpPr>
        <p:sp>
          <p:nvSpPr>
            <p:cNvPr id="7525"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2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530" name="Rectangle 8"/>
          <p:cNvGrpSpPr/>
          <p:nvPr/>
        </p:nvGrpSpPr>
        <p:grpSpPr>
          <a:xfrm>
            <a:off x="12997439" y="5715013"/>
            <a:ext cx="710311" cy="1142996"/>
            <a:chOff x="0" y="0"/>
            <a:chExt cx="710309" cy="1142994"/>
          </a:xfrm>
        </p:grpSpPr>
        <p:sp>
          <p:nvSpPr>
            <p:cNvPr id="7528"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533" name="Rectangle 9"/>
          <p:cNvGrpSpPr/>
          <p:nvPr/>
        </p:nvGrpSpPr>
        <p:grpSpPr>
          <a:xfrm>
            <a:off x="12997439" y="4572032"/>
            <a:ext cx="710311" cy="1142996"/>
            <a:chOff x="0" y="0"/>
            <a:chExt cx="710309" cy="1142994"/>
          </a:xfrm>
        </p:grpSpPr>
        <p:sp>
          <p:nvSpPr>
            <p:cNvPr id="7531"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3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536" name="Rectangle 10"/>
          <p:cNvGrpSpPr/>
          <p:nvPr/>
        </p:nvGrpSpPr>
        <p:grpSpPr>
          <a:xfrm>
            <a:off x="12997439" y="3428998"/>
            <a:ext cx="710311" cy="1142996"/>
            <a:chOff x="0" y="0"/>
            <a:chExt cx="710309" cy="1142994"/>
          </a:xfrm>
        </p:grpSpPr>
        <p:sp>
          <p:nvSpPr>
            <p:cNvPr id="7534"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3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539" name="Rectangle 11"/>
          <p:cNvGrpSpPr/>
          <p:nvPr/>
        </p:nvGrpSpPr>
        <p:grpSpPr>
          <a:xfrm>
            <a:off x="12997439" y="2286017"/>
            <a:ext cx="710311" cy="1142996"/>
            <a:chOff x="0" y="0"/>
            <a:chExt cx="710309" cy="1142994"/>
          </a:xfrm>
        </p:grpSpPr>
        <p:sp>
          <p:nvSpPr>
            <p:cNvPr id="7537"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3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542" name="Rectangle 12"/>
          <p:cNvGrpSpPr/>
          <p:nvPr/>
        </p:nvGrpSpPr>
        <p:grpSpPr>
          <a:xfrm>
            <a:off x="12997439" y="1142977"/>
            <a:ext cx="710311" cy="1142997"/>
            <a:chOff x="0" y="-1"/>
            <a:chExt cx="710309" cy="1142995"/>
          </a:xfrm>
        </p:grpSpPr>
        <p:sp>
          <p:nvSpPr>
            <p:cNvPr id="7540"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4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545" name="Rectangle 13"/>
          <p:cNvGrpSpPr/>
          <p:nvPr/>
        </p:nvGrpSpPr>
        <p:grpSpPr>
          <a:xfrm>
            <a:off x="13706754" y="-2365"/>
            <a:ext cx="710311" cy="1142995"/>
            <a:chOff x="0" y="0"/>
            <a:chExt cx="710309" cy="1142994"/>
          </a:xfrm>
        </p:grpSpPr>
        <p:sp>
          <p:nvSpPr>
            <p:cNvPr id="7543"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4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548" name="Rectangle 14"/>
          <p:cNvGrpSpPr/>
          <p:nvPr/>
        </p:nvGrpSpPr>
        <p:grpSpPr>
          <a:xfrm>
            <a:off x="13706756" y="5715013"/>
            <a:ext cx="710311" cy="1142996"/>
            <a:chOff x="0" y="0"/>
            <a:chExt cx="710309" cy="1142994"/>
          </a:xfrm>
        </p:grpSpPr>
        <p:sp>
          <p:nvSpPr>
            <p:cNvPr id="7546"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4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551" name="Rectangle 15"/>
          <p:cNvGrpSpPr/>
          <p:nvPr/>
        </p:nvGrpSpPr>
        <p:grpSpPr>
          <a:xfrm>
            <a:off x="13706754" y="4572032"/>
            <a:ext cx="710311" cy="1142996"/>
            <a:chOff x="0" y="0"/>
            <a:chExt cx="710309" cy="1142994"/>
          </a:xfrm>
        </p:grpSpPr>
        <p:sp>
          <p:nvSpPr>
            <p:cNvPr id="7549"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5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554" name="Rectangle 16"/>
          <p:cNvGrpSpPr/>
          <p:nvPr/>
        </p:nvGrpSpPr>
        <p:grpSpPr>
          <a:xfrm>
            <a:off x="12996453" y="-1157"/>
            <a:ext cx="710311" cy="1142995"/>
            <a:chOff x="0" y="0"/>
            <a:chExt cx="710309" cy="1142994"/>
          </a:xfrm>
        </p:grpSpPr>
        <p:sp>
          <p:nvSpPr>
            <p:cNvPr id="7552"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5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557" name="Rectangle 17"/>
          <p:cNvGrpSpPr/>
          <p:nvPr/>
        </p:nvGrpSpPr>
        <p:grpSpPr>
          <a:xfrm>
            <a:off x="13706754" y="2286017"/>
            <a:ext cx="710311" cy="1142996"/>
            <a:chOff x="0" y="0"/>
            <a:chExt cx="710309" cy="1142994"/>
          </a:xfrm>
        </p:grpSpPr>
        <p:sp>
          <p:nvSpPr>
            <p:cNvPr id="7555"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5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560" name="Rectangle 18"/>
          <p:cNvGrpSpPr/>
          <p:nvPr/>
        </p:nvGrpSpPr>
        <p:grpSpPr>
          <a:xfrm>
            <a:off x="13706756" y="1142977"/>
            <a:ext cx="710311" cy="1142997"/>
            <a:chOff x="0" y="-1"/>
            <a:chExt cx="710309" cy="1142995"/>
          </a:xfrm>
        </p:grpSpPr>
        <p:sp>
          <p:nvSpPr>
            <p:cNvPr id="7558"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5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563" name="Rectangle 19"/>
          <p:cNvGrpSpPr/>
          <p:nvPr/>
        </p:nvGrpSpPr>
        <p:grpSpPr>
          <a:xfrm>
            <a:off x="13706754" y="3427836"/>
            <a:ext cx="710311" cy="1142996"/>
            <a:chOff x="0" y="0"/>
            <a:chExt cx="710309" cy="1142994"/>
          </a:xfrm>
        </p:grpSpPr>
        <p:sp>
          <p:nvSpPr>
            <p:cNvPr id="7561"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6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7564" name="Picture 5" descr="Picture 5"/>
          <p:cNvPicPr>
            <a:picLocks noChangeAspect="1"/>
          </p:cNvPicPr>
          <p:nvPr/>
        </p:nvPicPr>
        <p:blipFill>
          <a:blip r:embed="rId2">
            <a:extLst/>
          </a:blip>
          <a:stretch>
            <a:fillRect/>
          </a:stretch>
        </p:blipFill>
        <p:spPr>
          <a:xfrm>
            <a:off x="6348" y="892"/>
            <a:ext cx="12176129" cy="6856216"/>
          </a:xfrm>
          <a:prstGeom prst="rect">
            <a:avLst/>
          </a:prstGeom>
          <a:ln w="12700">
            <a:miter lim="400000"/>
          </a:ln>
        </p:spPr>
      </p:pic>
      <p:sp>
        <p:nvSpPr>
          <p:cNvPr id="7565" name="Media Placeholder 3"/>
          <p:cNvSpPr/>
          <p:nvPr>
            <p:ph type="media" idx="21"/>
          </p:nvPr>
        </p:nvSpPr>
        <p:spPr>
          <a:xfrm>
            <a:off x="477857" y="475384"/>
            <a:ext cx="11233113" cy="5907233"/>
          </a:xfrm>
          <a:prstGeom prst="rect">
            <a:avLst/>
          </a:prstGeom>
          <a:ln w="9525">
            <a:solidFill>
              <a:srgbClr val="FFFFFF"/>
            </a:solidFill>
            <a:round/>
          </a:ln>
        </p:spPr>
        <p:txBody>
          <a:bodyPr lIns="91439" tIns="45719" rIns="91439" bIns="45719">
            <a:noAutofit/>
          </a:bodyPr>
          <a:lstStyle/>
          <a:p>
            <a:pPr/>
          </a:p>
        </p:txBody>
      </p:sp>
      <p:sp>
        <p:nvSpPr>
          <p:cNvPr id="756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hank you ">
    <p:bg>
      <p:bgPr>
        <a:solidFill>
          <a:srgbClr val="000000"/>
        </a:solidFill>
      </p:bgPr>
    </p:bg>
    <p:spTree>
      <p:nvGrpSpPr>
        <p:cNvPr id="1" name=""/>
        <p:cNvGrpSpPr/>
        <p:nvPr/>
      </p:nvGrpSpPr>
      <p:grpSpPr>
        <a:xfrm>
          <a:off x="0" y="0"/>
          <a:ext cx="0" cy="0"/>
          <a:chOff x="0" y="0"/>
          <a:chExt cx="0" cy="0"/>
        </a:xfrm>
      </p:grpSpPr>
      <p:grpSp>
        <p:nvGrpSpPr>
          <p:cNvPr id="7575" name="Rectangle 1"/>
          <p:cNvGrpSpPr/>
          <p:nvPr/>
        </p:nvGrpSpPr>
        <p:grpSpPr>
          <a:xfrm>
            <a:off x="12287632" y="5878297"/>
            <a:ext cx="710311" cy="979707"/>
            <a:chOff x="0" y="0"/>
            <a:chExt cx="710309" cy="979705"/>
          </a:xfrm>
        </p:grpSpPr>
        <p:sp>
          <p:nvSpPr>
            <p:cNvPr id="7573"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7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578" name="Rectangle 2"/>
          <p:cNvGrpSpPr/>
          <p:nvPr/>
        </p:nvGrpSpPr>
        <p:grpSpPr>
          <a:xfrm>
            <a:off x="12287631" y="4898603"/>
            <a:ext cx="710311" cy="979709"/>
            <a:chOff x="0" y="-1"/>
            <a:chExt cx="710309" cy="979708"/>
          </a:xfrm>
        </p:grpSpPr>
        <p:sp>
          <p:nvSpPr>
            <p:cNvPr id="7576"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77"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581" name="Rectangle 3"/>
          <p:cNvGrpSpPr/>
          <p:nvPr/>
        </p:nvGrpSpPr>
        <p:grpSpPr>
          <a:xfrm>
            <a:off x="12287632" y="3918862"/>
            <a:ext cx="710311" cy="979706"/>
            <a:chOff x="0" y="0"/>
            <a:chExt cx="710309" cy="979705"/>
          </a:xfrm>
        </p:grpSpPr>
        <p:sp>
          <p:nvSpPr>
            <p:cNvPr id="7579"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80"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584" name="Rectangle 4"/>
          <p:cNvGrpSpPr/>
          <p:nvPr/>
        </p:nvGrpSpPr>
        <p:grpSpPr>
          <a:xfrm>
            <a:off x="12287631" y="2939171"/>
            <a:ext cx="710311" cy="979707"/>
            <a:chOff x="0" y="0"/>
            <a:chExt cx="710309" cy="979705"/>
          </a:xfrm>
        </p:grpSpPr>
        <p:sp>
          <p:nvSpPr>
            <p:cNvPr id="7582"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8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587" name="Rectangle 5"/>
          <p:cNvGrpSpPr/>
          <p:nvPr/>
        </p:nvGrpSpPr>
        <p:grpSpPr>
          <a:xfrm>
            <a:off x="12287632" y="1959431"/>
            <a:ext cx="710311" cy="979707"/>
            <a:chOff x="0" y="0"/>
            <a:chExt cx="710309" cy="979705"/>
          </a:xfrm>
        </p:grpSpPr>
        <p:sp>
          <p:nvSpPr>
            <p:cNvPr id="7585"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8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590" name="Rectangle 6"/>
          <p:cNvGrpSpPr/>
          <p:nvPr/>
        </p:nvGrpSpPr>
        <p:grpSpPr>
          <a:xfrm>
            <a:off x="12287631" y="979736"/>
            <a:ext cx="710311" cy="979707"/>
            <a:chOff x="0" y="0"/>
            <a:chExt cx="710309" cy="979705"/>
          </a:xfrm>
        </p:grpSpPr>
        <p:sp>
          <p:nvSpPr>
            <p:cNvPr id="7588"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89"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593" name="Rectangle 7"/>
          <p:cNvGrpSpPr/>
          <p:nvPr/>
        </p:nvGrpSpPr>
        <p:grpSpPr>
          <a:xfrm>
            <a:off x="12287631" y="-2"/>
            <a:ext cx="710311" cy="979706"/>
            <a:chOff x="0" y="0"/>
            <a:chExt cx="710309" cy="979705"/>
          </a:xfrm>
        </p:grpSpPr>
        <p:sp>
          <p:nvSpPr>
            <p:cNvPr id="7591"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9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596" name="Rectangle 8"/>
          <p:cNvGrpSpPr/>
          <p:nvPr/>
        </p:nvGrpSpPr>
        <p:grpSpPr>
          <a:xfrm>
            <a:off x="12997439" y="5715013"/>
            <a:ext cx="710311" cy="1142996"/>
            <a:chOff x="0" y="0"/>
            <a:chExt cx="710309" cy="1142994"/>
          </a:xfrm>
        </p:grpSpPr>
        <p:sp>
          <p:nvSpPr>
            <p:cNvPr id="7594"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9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599" name="Rectangle 9"/>
          <p:cNvGrpSpPr/>
          <p:nvPr/>
        </p:nvGrpSpPr>
        <p:grpSpPr>
          <a:xfrm>
            <a:off x="12997439" y="4572032"/>
            <a:ext cx="710311" cy="1142996"/>
            <a:chOff x="0" y="0"/>
            <a:chExt cx="710309" cy="1142994"/>
          </a:xfrm>
        </p:grpSpPr>
        <p:sp>
          <p:nvSpPr>
            <p:cNvPr id="7597"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59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602" name="Rectangle 10"/>
          <p:cNvGrpSpPr/>
          <p:nvPr/>
        </p:nvGrpSpPr>
        <p:grpSpPr>
          <a:xfrm>
            <a:off x="12997439" y="3428998"/>
            <a:ext cx="710311" cy="1142996"/>
            <a:chOff x="0" y="0"/>
            <a:chExt cx="710309" cy="1142994"/>
          </a:xfrm>
        </p:grpSpPr>
        <p:sp>
          <p:nvSpPr>
            <p:cNvPr id="7600"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605" name="Rectangle 11"/>
          <p:cNvGrpSpPr/>
          <p:nvPr/>
        </p:nvGrpSpPr>
        <p:grpSpPr>
          <a:xfrm>
            <a:off x="12997439" y="2286017"/>
            <a:ext cx="710311" cy="1142996"/>
            <a:chOff x="0" y="0"/>
            <a:chExt cx="710309" cy="1142994"/>
          </a:xfrm>
        </p:grpSpPr>
        <p:sp>
          <p:nvSpPr>
            <p:cNvPr id="7603"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608" name="Rectangle 12"/>
          <p:cNvGrpSpPr/>
          <p:nvPr/>
        </p:nvGrpSpPr>
        <p:grpSpPr>
          <a:xfrm>
            <a:off x="12997439" y="1142977"/>
            <a:ext cx="710311" cy="1142997"/>
            <a:chOff x="0" y="-1"/>
            <a:chExt cx="710309" cy="1142995"/>
          </a:xfrm>
        </p:grpSpPr>
        <p:sp>
          <p:nvSpPr>
            <p:cNvPr id="7606"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0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611" name="Rectangle 13"/>
          <p:cNvGrpSpPr/>
          <p:nvPr/>
        </p:nvGrpSpPr>
        <p:grpSpPr>
          <a:xfrm>
            <a:off x="13706754" y="-2365"/>
            <a:ext cx="710311" cy="1142995"/>
            <a:chOff x="0" y="0"/>
            <a:chExt cx="710309" cy="1142994"/>
          </a:xfrm>
        </p:grpSpPr>
        <p:sp>
          <p:nvSpPr>
            <p:cNvPr id="7609"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614" name="Rectangle 14"/>
          <p:cNvGrpSpPr/>
          <p:nvPr/>
        </p:nvGrpSpPr>
        <p:grpSpPr>
          <a:xfrm>
            <a:off x="13706756" y="5715013"/>
            <a:ext cx="710311" cy="1142996"/>
            <a:chOff x="0" y="0"/>
            <a:chExt cx="710309" cy="1142994"/>
          </a:xfrm>
        </p:grpSpPr>
        <p:sp>
          <p:nvSpPr>
            <p:cNvPr id="7612"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1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617" name="Rectangle 15"/>
          <p:cNvGrpSpPr/>
          <p:nvPr/>
        </p:nvGrpSpPr>
        <p:grpSpPr>
          <a:xfrm>
            <a:off x="13706754" y="4572032"/>
            <a:ext cx="710311" cy="1142996"/>
            <a:chOff x="0" y="0"/>
            <a:chExt cx="710309" cy="1142994"/>
          </a:xfrm>
        </p:grpSpPr>
        <p:sp>
          <p:nvSpPr>
            <p:cNvPr id="7615"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620" name="Rectangle 16"/>
          <p:cNvGrpSpPr/>
          <p:nvPr/>
        </p:nvGrpSpPr>
        <p:grpSpPr>
          <a:xfrm>
            <a:off x="12996453" y="-1157"/>
            <a:ext cx="710311" cy="1142995"/>
            <a:chOff x="0" y="0"/>
            <a:chExt cx="710309" cy="1142994"/>
          </a:xfrm>
        </p:grpSpPr>
        <p:sp>
          <p:nvSpPr>
            <p:cNvPr id="7618"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623" name="Rectangle 17"/>
          <p:cNvGrpSpPr/>
          <p:nvPr/>
        </p:nvGrpSpPr>
        <p:grpSpPr>
          <a:xfrm>
            <a:off x="13706754" y="2286017"/>
            <a:ext cx="710311" cy="1142996"/>
            <a:chOff x="0" y="0"/>
            <a:chExt cx="710309" cy="1142994"/>
          </a:xfrm>
        </p:grpSpPr>
        <p:sp>
          <p:nvSpPr>
            <p:cNvPr id="7621"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2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626" name="Rectangle 18"/>
          <p:cNvGrpSpPr/>
          <p:nvPr/>
        </p:nvGrpSpPr>
        <p:grpSpPr>
          <a:xfrm>
            <a:off x="13706756" y="1142977"/>
            <a:ext cx="710311" cy="1142997"/>
            <a:chOff x="0" y="-1"/>
            <a:chExt cx="710309" cy="1142995"/>
          </a:xfrm>
        </p:grpSpPr>
        <p:sp>
          <p:nvSpPr>
            <p:cNvPr id="7624"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25"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629" name="Rectangle 19"/>
          <p:cNvGrpSpPr/>
          <p:nvPr/>
        </p:nvGrpSpPr>
        <p:grpSpPr>
          <a:xfrm>
            <a:off x="13706754" y="3427836"/>
            <a:ext cx="710311" cy="1142996"/>
            <a:chOff x="0" y="0"/>
            <a:chExt cx="710309" cy="1142994"/>
          </a:xfrm>
        </p:grpSpPr>
        <p:sp>
          <p:nvSpPr>
            <p:cNvPr id="7627"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2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7630" name="Picture 20" descr="Picture 20"/>
          <p:cNvPicPr>
            <a:picLocks noChangeAspect="1"/>
          </p:cNvPicPr>
          <p:nvPr/>
        </p:nvPicPr>
        <p:blipFill>
          <a:blip r:embed="rId2">
            <a:extLst/>
          </a:blip>
          <a:stretch>
            <a:fillRect/>
          </a:stretch>
        </p:blipFill>
        <p:spPr>
          <a:xfrm>
            <a:off x="10492" y="6797"/>
            <a:ext cx="12175161" cy="6848529"/>
          </a:xfrm>
          <a:prstGeom prst="rect">
            <a:avLst/>
          </a:prstGeom>
          <a:ln w="12700">
            <a:miter lim="400000"/>
          </a:ln>
        </p:spPr>
      </p:pic>
      <p:sp>
        <p:nvSpPr>
          <p:cNvPr id="7631" name="TextBox 28"/>
          <p:cNvSpPr txBox="1"/>
          <p:nvPr/>
        </p:nvSpPr>
        <p:spPr>
          <a:xfrm>
            <a:off x="4052244" y="2703831"/>
            <a:ext cx="5565419" cy="1450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8900">
                <a:latin typeface="Mona Sans Display"/>
                <a:ea typeface="Mona Sans Display"/>
                <a:cs typeface="Mona Sans Display"/>
                <a:sym typeface="Mona Sans Display"/>
              </a:defRPr>
            </a:lvl1pPr>
          </a:lstStyle>
          <a:p>
            <a:pPr/>
            <a:r>
              <a:t>Thank you</a:t>
            </a:r>
          </a:p>
        </p:txBody>
      </p:sp>
      <p:sp>
        <p:nvSpPr>
          <p:cNvPr id="76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Thank you ">
    <p:bg>
      <p:bgPr>
        <a:solidFill>
          <a:srgbClr val="000000"/>
        </a:solidFill>
      </p:bgPr>
    </p:bg>
    <p:spTree>
      <p:nvGrpSpPr>
        <p:cNvPr id="1" name=""/>
        <p:cNvGrpSpPr/>
        <p:nvPr/>
      </p:nvGrpSpPr>
      <p:grpSpPr>
        <a:xfrm>
          <a:off x="0" y="0"/>
          <a:ext cx="0" cy="0"/>
          <a:chOff x="0" y="0"/>
          <a:chExt cx="0" cy="0"/>
        </a:xfrm>
      </p:grpSpPr>
      <p:grpSp>
        <p:nvGrpSpPr>
          <p:cNvPr id="7641" name="Rectangle 1"/>
          <p:cNvGrpSpPr/>
          <p:nvPr/>
        </p:nvGrpSpPr>
        <p:grpSpPr>
          <a:xfrm>
            <a:off x="12287632" y="5878297"/>
            <a:ext cx="710311" cy="979707"/>
            <a:chOff x="0" y="0"/>
            <a:chExt cx="710309" cy="979705"/>
          </a:xfrm>
        </p:grpSpPr>
        <p:sp>
          <p:nvSpPr>
            <p:cNvPr id="7639"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4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644" name="Rectangle 2"/>
          <p:cNvGrpSpPr/>
          <p:nvPr/>
        </p:nvGrpSpPr>
        <p:grpSpPr>
          <a:xfrm>
            <a:off x="12287631" y="4898603"/>
            <a:ext cx="710311" cy="979709"/>
            <a:chOff x="0" y="-1"/>
            <a:chExt cx="710309" cy="979708"/>
          </a:xfrm>
        </p:grpSpPr>
        <p:sp>
          <p:nvSpPr>
            <p:cNvPr id="7642"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43"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647" name="Rectangle 3"/>
          <p:cNvGrpSpPr/>
          <p:nvPr/>
        </p:nvGrpSpPr>
        <p:grpSpPr>
          <a:xfrm>
            <a:off x="12287632" y="3918862"/>
            <a:ext cx="710311" cy="979706"/>
            <a:chOff x="0" y="0"/>
            <a:chExt cx="710309" cy="979705"/>
          </a:xfrm>
        </p:grpSpPr>
        <p:sp>
          <p:nvSpPr>
            <p:cNvPr id="7645"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4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650" name="Rectangle 4"/>
          <p:cNvGrpSpPr/>
          <p:nvPr/>
        </p:nvGrpSpPr>
        <p:grpSpPr>
          <a:xfrm>
            <a:off x="12287631" y="2939171"/>
            <a:ext cx="710311" cy="979707"/>
            <a:chOff x="0" y="0"/>
            <a:chExt cx="710309" cy="979705"/>
          </a:xfrm>
        </p:grpSpPr>
        <p:sp>
          <p:nvSpPr>
            <p:cNvPr id="7648"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4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653" name="Rectangle 5"/>
          <p:cNvGrpSpPr/>
          <p:nvPr/>
        </p:nvGrpSpPr>
        <p:grpSpPr>
          <a:xfrm>
            <a:off x="12287632" y="1959431"/>
            <a:ext cx="710311" cy="979707"/>
            <a:chOff x="0" y="0"/>
            <a:chExt cx="710309" cy="979705"/>
          </a:xfrm>
        </p:grpSpPr>
        <p:sp>
          <p:nvSpPr>
            <p:cNvPr id="7651"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5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656" name="Rectangle 6"/>
          <p:cNvGrpSpPr/>
          <p:nvPr/>
        </p:nvGrpSpPr>
        <p:grpSpPr>
          <a:xfrm>
            <a:off x="12287631" y="979736"/>
            <a:ext cx="710311" cy="979707"/>
            <a:chOff x="0" y="0"/>
            <a:chExt cx="710309" cy="979705"/>
          </a:xfrm>
        </p:grpSpPr>
        <p:sp>
          <p:nvSpPr>
            <p:cNvPr id="7654"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55"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659" name="Rectangle 7"/>
          <p:cNvGrpSpPr/>
          <p:nvPr/>
        </p:nvGrpSpPr>
        <p:grpSpPr>
          <a:xfrm>
            <a:off x="12287631" y="-2"/>
            <a:ext cx="710311" cy="979706"/>
            <a:chOff x="0" y="0"/>
            <a:chExt cx="710309" cy="979705"/>
          </a:xfrm>
        </p:grpSpPr>
        <p:sp>
          <p:nvSpPr>
            <p:cNvPr id="7657"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58"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662" name="Rectangle 8"/>
          <p:cNvGrpSpPr/>
          <p:nvPr/>
        </p:nvGrpSpPr>
        <p:grpSpPr>
          <a:xfrm>
            <a:off x="12997439" y="5715013"/>
            <a:ext cx="710311" cy="1142996"/>
            <a:chOff x="0" y="0"/>
            <a:chExt cx="710309" cy="1142994"/>
          </a:xfrm>
        </p:grpSpPr>
        <p:sp>
          <p:nvSpPr>
            <p:cNvPr id="7660"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665" name="Rectangle 9"/>
          <p:cNvGrpSpPr/>
          <p:nvPr/>
        </p:nvGrpSpPr>
        <p:grpSpPr>
          <a:xfrm>
            <a:off x="12997439" y="4572032"/>
            <a:ext cx="710311" cy="1142996"/>
            <a:chOff x="0" y="0"/>
            <a:chExt cx="710309" cy="1142994"/>
          </a:xfrm>
        </p:grpSpPr>
        <p:sp>
          <p:nvSpPr>
            <p:cNvPr id="7663"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6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668" name="Rectangle 10"/>
          <p:cNvGrpSpPr/>
          <p:nvPr/>
        </p:nvGrpSpPr>
        <p:grpSpPr>
          <a:xfrm>
            <a:off x="12997439" y="3428998"/>
            <a:ext cx="710311" cy="1142996"/>
            <a:chOff x="0" y="0"/>
            <a:chExt cx="710309" cy="1142994"/>
          </a:xfrm>
        </p:grpSpPr>
        <p:sp>
          <p:nvSpPr>
            <p:cNvPr id="7666"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6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671" name="Rectangle 11"/>
          <p:cNvGrpSpPr/>
          <p:nvPr/>
        </p:nvGrpSpPr>
        <p:grpSpPr>
          <a:xfrm>
            <a:off x="12997439" y="2286017"/>
            <a:ext cx="710311" cy="1142996"/>
            <a:chOff x="0" y="0"/>
            <a:chExt cx="710309" cy="1142994"/>
          </a:xfrm>
        </p:grpSpPr>
        <p:sp>
          <p:nvSpPr>
            <p:cNvPr id="7669"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7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674" name="Rectangle 12"/>
          <p:cNvGrpSpPr/>
          <p:nvPr/>
        </p:nvGrpSpPr>
        <p:grpSpPr>
          <a:xfrm>
            <a:off x="12997439" y="1142977"/>
            <a:ext cx="710311" cy="1142997"/>
            <a:chOff x="0" y="-1"/>
            <a:chExt cx="710309" cy="1142995"/>
          </a:xfrm>
        </p:grpSpPr>
        <p:sp>
          <p:nvSpPr>
            <p:cNvPr id="7672"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73"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677" name="Rectangle 13"/>
          <p:cNvGrpSpPr/>
          <p:nvPr/>
        </p:nvGrpSpPr>
        <p:grpSpPr>
          <a:xfrm>
            <a:off x="13706754" y="-2365"/>
            <a:ext cx="710311" cy="1142995"/>
            <a:chOff x="0" y="0"/>
            <a:chExt cx="710309" cy="1142994"/>
          </a:xfrm>
        </p:grpSpPr>
        <p:sp>
          <p:nvSpPr>
            <p:cNvPr id="7675"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7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680" name="Rectangle 14"/>
          <p:cNvGrpSpPr/>
          <p:nvPr/>
        </p:nvGrpSpPr>
        <p:grpSpPr>
          <a:xfrm>
            <a:off x="13706756" y="5715013"/>
            <a:ext cx="710311" cy="1142996"/>
            <a:chOff x="0" y="0"/>
            <a:chExt cx="710309" cy="1142994"/>
          </a:xfrm>
        </p:grpSpPr>
        <p:sp>
          <p:nvSpPr>
            <p:cNvPr id="7678"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683" name="Rectangle 15"/>
          <p:cNvGrpSpPr/>
          <p:nvPr/>
        </p:nvGrpSpPr>
        <p:grpSpPr>
          <a:xfrm>
            <a:off x="13706754" y="4572032"/>
            <a:ext cx="710311" cy="1142996"/>
            <a:chOff x="0" y="0"/>
            <a:chExt cx="710309" cy="1142994"/>
          </a:xfrm>
        </p:grpSpPr>
        <p:sp>
          <p:nvSpPr>
            <p:cNvPr id="7681"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8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686" name="Rectangle 16"/>
          <p:cNvGrpSpPr/>
          <p:nvPr/>
        </p:nvGrpSpPr>
        <p:grpSpPr>
          <a:xfrm>
            <a:off x="12996453" y="-1157"/>
            <a:ext cx="710311" cy="1142995"/>
            <a:chOff x="0" y="0"/>
            <a:chExt cx="710309" cy="1142994"/>
          </a:xfrm>
        </p:grpSpPr>
        <p:sp>
          <p:nvSpPr>
            <p:cNvPr id="7684"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8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689" name="Rectangle 17"/>
          <p:cNvGrpSpPr/>
          <p:nvPr/>
        </p:nvGrpSpPr>
        <p:grpSpPr>
          <a:xfrm>
            <a:off x="13706754" y="2286017"/>
            <a:ext cx="710311" cy="1142996"/>
            <a:chOff x="0" y="0"/>
            <a:chExt cx="710309" cy="1142994"/>
          </a:xfrm>
        </p:grpSpPr>
        <p:sp>
          <p:nvSpPr>
            <p:cNvPr id="7687"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8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692" name="Rectangle 18"/>
          <p:cNvGrpSpPr/>
          <p:nvPr/>
        </p:nvGrpSpPr>
        <p:grpSpPr>
          <a:xfrm>
            <a:off x="13706756" y="1142977"/>
            <a:ext cx="710311" cy="1142997"/>
            <a:chOff x="0" y="-1"/>
            <a:chExt cx="710309" cy="1142995"/>
          </a:xfrm>
        </p:grpSpPr>
        <p:sp>
          <p:nvSpPr>
            <p:cNvPr id="7690"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9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695" name="Rectangle 19"/>
          <p:cNvGrpSpPr/>
          <p:nvPr/>
        </p:nvGrpSpPr>
        <p:grpSpPr>
          <a:xfrm>
            <a:off x="13706754" y="3427836"/>
            <a:ext cx="710311" cy="1142996"/>
            <a:chOff x="0" y="0"/>
            <a:chExt cx="710309" cy="1142994"/>
          </a:xfrm>
        </p:grpSpPr>
        <p:sp>
          <p:nvSpPr>
            <p:cNvPr id="7693"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69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7696" name="Picture 20" descr="Picture 20"/>
          <p:cNvPicPr>
            <a:picLocks noChangeAspect="1"/>
          </p:cNvPicPr>
          <p:nvPr/>
        </p:nvPicPr>
        <p:blipFill>
          <a:blip r:embed="rId2">
            <a:extLst/>
          </a:blip>
          <a:stretch>
            <a:fillRect/>
          </a:stretch>
        </p:blipFill>
        <p:spPr>
          <a:xfrm>
            <a:off x="10493" y="6797"/>
            <a:ext cx="12175158" cy="6848529"/>
          </a:xfrm>
          <a:prstGeom prst="rect">
            <a:avLst/>
          </a:prstGeom>
          <a:ln w="12700">
            <a:miter lim="400000"/>
          </a:ln>
        </p:spPr>
      </p:pic>
      <p:sp>
        <p:nvSpPr>
          <p:cNvPr id="7697" name="TextBox 28"/>
          <p:cNvSpPr txBox="1"/>
          <p:nvPr/>
        </p:nvSpPr>
        <p:spPr>
          <a:xfrm>
            <a:off x="4052244" y="2703831"/>
            <a:ext cx="5565419" cy="1450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z="8900">
                <a:latin typeface="Mona Sans Display"/>
                <a:ea typeface="Mona Sans Display"/>
                <a:cs typeface="Mona Sans Display"/>
                <a:sym typeface="Mona Sans Display"/>
              </a:defRPr>
            </a:lvl1pPr>
          </a:lstStyle>
          <a:p>
            <a:pPr/>
            <a:r>
              <a:t>Thank you</a:t>
            </a:r>
          </a:p>
        </p:txBody>
      </p:sp>
      <p:sp>
        <p:nvSpPr>
          <p:cNvPr id="769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plash page">
    <p:bg>
      <p:bgPr>
        <a:solidFill>
          <a:srgbClr val="000000"/>
        </a:solidFill>
      </p:bgPr>
    </p:bg>
    <p:spTree>
      <p:nvGrpSpPr>
        <p:cNvPr id="1" name=""/>
        <p:cNvGrpSpPr/>
        <p:nvPr/>
      </p:nvGrpSpPr>
      <p:grpSpPr>
        <a:xfrm>
          <a:off x="0" y="0"/>
          <a:ext cx="0" cy="0"/>
          <a:chOff x="0" y="0"/>
          <a:chExt cx="0" cy="0"/>
        </a:xfrm>
      </p:grpSpPr>
      <p:grpSp>
        <p:nvGrpSpPr>
          <p:cNvPr id="7707" name="Rectangle 1"/>
          <p:cNvGrpSpPr/>
          <p:nvPr/>
        </p:nvGrpSpPr>
        <p:grpSpPr>
          <a:xfrm>
            <a:off x="12287632" y="5878297"/>
            <a:ext cx="710311" cy="979707"/>
            <a:chOff x="0" y="0"/>
            <a:chExt cx="710309" cy="979705"/>
          </a:xfrm>
        </p:grpSpPr>
        <p:sp>
          <p:nvSpPr>
            <p:cNvPr id="770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0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710" name="Rectangle 2"/>
          <p:cNvGrpSpPr/>
          <p:nvPr/>
        </p:nvGrpSpPr>
        <p:grpSpPr>
          <a:xfrm>
            <a:off x="12287631" y="4898603"/>
            <a:ext cx="710311" cy="979709"/>
            <a:chOff x="0" y="-1"/>
            <a:chExt cx="710309" cy="979708"/>
          </a:xfrm>
        </p:grpSpPr>
        <p:sp>
          <p:nvSpPr>
            <p:cNvPr id="770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0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713" name="Rectangle 3"/>
          <p:cNvGrpSpPr/>
          <p:nvPr/>
        </p:nvGrpSpPr>
        <p:grpSpPr>
          <a:xfrm>
            <a:off x="12287632" y="3918862"/>
            <a:ext cx="710311" cy="979706"/>
            <a:chOff x="0" y="0"/>
            <a:chExt cx="710309" cy="979705"/>
          </a:xfrm>
        </p:grpSpPr>
        <p:sp>
          <p:nvSpPr>
            <p:cNvPr id="771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1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716" name="Rectangle 4"/>
          <p:cNvGrpSpPr/>
          <p:nvPr/>
        </p:nvGrpSpPr>
        <p:grpSpPr>
          <a:xfrm>
            <a:off x="12287631" y="2939171"/>
            <a:ext cx="710311" cy="979707"/>
            <a:chOff x="0" y="0"/>
            <a:chExt cx="710309" cy="979705"/>
          </a:xfrm>
        </p:grpSpPr>
        <p:sp>
          <p:nvSpPr>
            <p:cNvPr id="771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1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719" name="Rectangle 5"/>
          <p:cNvGrpSpPr/>
          <p:nvPr/>
        </p:nvGrpSpPr>
        <p:grpSpPr>
          <a:xfrm>
            <a:off x="12287632" y="1959431"/>
            <a:ext cx="710311" cy="979707"/>
            <a:chOff x="0" y="0"/>
            <a:chExt cx="710309" cy="979705"/>
          </a:xfrm>
        </p:grpSpPr>
        <p:sp>
          <p:nvSpPr>
            <p:cNvPr id="771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1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722" name="Rectangle 6"/>
          <p:cNvGrpSpPr/>
          <p:nvPr/>
        </p:nvGrpSpPr>
        <p:grpSpPr>
          <a:xfrm>
            <a:off x="12287631" y="979736"/>
            <a:ext cx="710311" cy="979707"/>
            <a:chOff x="0" y="0"/>
            <a:chExt cx="710309" cy="979705"/>
          </a:xfrm>
        </p:grpSpPr>
        <p:sp>
          <p:nvSpPr>
            <p:cNvPr id="772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2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725" name="Rectangle 7"/>
          <p:cNvGrpSpPr/>
          <p:nvPr/>
        </p:nvGrpSpPr>
        <p:grpSpPr>
          <a:xfrm>
            <a:off x="12287631" y="-2"/>
            <a:ext cx="710311" cy="979706"/>
            <a:chOff x="0" y="0"/>
            <a:chExt cx="710309" cy="979705"/>
          </a:xfrm>
        </p:grpSpPr>
        <p:sp>
          <p:nvSpPr>
            <p:cNvPr id="772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2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728" name="Rectangle 8"/>
          <p:cNvGrpSpPr/>
          <p:nvPr/>
        </p:nvGrpSpPr>
        <p:grpSpPr>
          <a:xfrm>
            <a:off x="12997439" y="5715013"/>
            <a:ext cx="710311" cy="1142996"/>
            <a:chOff x="0" y="0"/>
            <a:chExt cx="710309" cy="1142994"/>
          </a:xfrm>
        </p:grpSpPr>
        <p:sp>
          <p:nvSpPr>
            <p:cNvPr id="772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2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731" name="Rectangle 9"/>
          <p:cNvGrpSpPr/>
          <p:nvPr/>
        </p:nvGrpSpPr>
        <p:grpSpPr>
          <a:xfrm>
            <a:off x="12997439" y="4572032"/>
            <a:ext cx="710311" cy="1142996"/>
            <a:chOff x="0" y="0"/>
            <a:chExt cx="710309" cy="1142994"/>
          </a:xfrm>
        </p:grpSpPr>
        <p:sp>
          <p:nvSpPr>
            <p:cNvPr id="772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3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734" name="Rectangle 10"/>
          <p:cNvGrpSpPr/>
          <p:nvPr/>
        </p:nvGrpSpPr>
        <p:grpSpPr>
          <a:xfrm>
            <a:off x="12997439" y="3428998"/>
            <a:ext cx="710311" cy="1142996"/>
            <a:chOff x="0" y="0"/>
            <a:chExt cx="710309" cy="1142994"/>
          </a:xfrm>
        </p:grpSpPr>
        <p:sp>
          <p:nvSpPr>
            <p:cNvPr id="773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737" name="Rectangle 11"/>
          <p:cNvGrpSpPr/>
          <p:nvPr/>
        </p:nvGrpSpPr>
        <p:grpSpPr>
          <a:xfrm>
            <a:off x="12997439" y="2286017"/>
            <a:ext cx="710311" cy="1142996"/>
            <a:chOff x="0" y="0"/>
            <a:chExt cx="710309" cy="1142994"/>
          </a:xfrm>
        </p:grpSpPr>
        <p:sp>
          <p:nvSpPr>
            <p:cNvPr id="773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3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740" name="Rectangle 12"/>
          <p:cNvGrpSpPr/>
          <p:nvPr/>
        </p:nvGrpSpPr>
        <p:grpSpPr>
          <a:xfrm>
            <a:off x="12997439" y="1142977"/>
            <a:ext cx="710311" cy="1142997"/>
            <a:chOff x="0" y="-1"/>
            <a:chExt cx="710309" cy="1142995"/>
          </a:xfrm>
        </p:grpSpPr>
        <p:sp>
          <p:nvSpPr>
            <p:cNvPr id="773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3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743" name="Rectangle 13"/>
          <p:cNvGrpSpPr/>
          <p:nvPr/>
        </p:nvGrpSpPr>
        <p:grpSpPr>
          <a:xfrm>
            <a:off x="13706754" y="-2365"/>
            <a:ext cx="710311" cy="1142995"/>
            <a:chOff x="0" y="0"/>
            <a:chExt cx="710309" cy="1142994"/>
          </a:xfrm>
        </p:grpSpPr>
        <p:sp>
          <p:nvSpPr>
            <p:cNvPr id="774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4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746" name="Rectangle 14"/>
          <p:cNvGrpSpPr/>
          <p:nvPr/>
        </p:nvGrpSpPr>
        <p:grpSpPr>
          <a:xfrm>
            <a:off x="13706756" y="5715013"/>
            <a:ext cx="710311" cy="1142996"/>
            <a:chOff x="0" y="0"/>
            <a:chExt cx="710309" cy="1142994"/>
          </a:xfrm>
        </p:grpSpPr>
        <p:sp>
          <p:nvSpPr>
            <p:cNvPr id="774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4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749" name="Rectangle 15"/>
          <p:cNvGrpSpPr/>
          <p:nvPr/>
        </p:nvGrpSpPr>
        <p:grpSpPr>
          <a:xfrm>
            <a:off x="13706754" y="4572032"/>
            <a:ext cx="710311" cy="1142996"/>
            <a:chOff x="0" y="0"/>
            <a:chExt cx="710309" cy="1142994"/>
          </a:xfrm>
        </p:grpSpPr>
        <p:sp>
          <p:nvSpPr>
            <p:cNvPr id="774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4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752" name="Rectangle 16"/>
          <p:cNvGrpSpPr/>
          <p:nvPr/>
        </p:nvGrpSpPr>
        <p:grpSpPr>
          <a:xfrm>
            <a:off x="12996453" y="-1157"/>
            <a:ext cx="710311" cy="1142995"/>
            <a:chOff x="0" y="0"/>
            <a:chExt cx="710309" cy="1142994"/>
          </a:xfrm>
        </p:grpSpPr>
        <p:sp>
          <p:nvSpPr>
            <p:cNvPr id="775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755" name="Rectangle 17"/>
          <p:cNvGrpSpPr/>
          <p:nvPr/>
        </p:nvGrpSpPr>
        <p:grpSpPr>
          <a:xfrm>
            <a:off x="13706754" y="2286017"/>
            <a:ext cx="710311" cy="1142996"/>
            <a:chOff x="0" y="0"/>
            <a:chExt cx="710309" cy="1142994"/>
          </a:xfrm>
        </p:grpSpPr>
        <p:sp>
          <p:nvSpPr>
            <p:cNvPr id="775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758" name="Rectangle 18"/>
          <p:cNvGrpSpPr/>
          <p:nvPr/>
        </p:nvGrpSpPr>
        <p:grpSpPr>
          <a:xfrm>
            <a:off x="13706756" y="1142977"/>
            <a:ext cx="710311" cy="1142997"/>
            <a:chOff x="0" y="-1"/>
            <a:chExt cx="710309" cy="1142995"/>
          </a:xfrm>
        </p:grpSpPr>
        <p:sp>
          <p:nvSpPr>
            <p:cNvPr id="775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5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761" name="Rectangle 19"/>
          <p:cNvGrpSpPr/>
          <p:nvPr/>
        </p:nvGrpSpPr>
        <p:grpSpPr>
          <a:xfrm>
            <a:off x="13706754" y="3427836"/>
            <a:ext cx="710311" cy="1142996"/>
            <a:chOff x="0" y="0"/>
            <a:chExt cx="710309" cy="1142994"/>
          </a:xfrm>
        </p:grpSpPr>
        <p:sp>
          <p:nvSpPr>
            <p:cNvPr id="775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7762" name="Picture 18" descr="Picture 18"/>
          <p:cNvPicPr>
            <a:picLocks noChangeAspect="1"/>
          </p:cNvPicPr>
          <p:nvPr/>
        </p:nvPicPr>
        <p:blipFill>
          <a:blip r:embed="rId2">
            <a:extLst/>
          </a:blip>
          <a:stretch>
            <a:fillRect/>
          </a:stretch>
        </p:blipFill>
        <p:spPr>
          <a:xfrm>
            <a:off x="7325" y="5009"/>
            <a:ext cx="12174172" cy="6847977"/>
          </a:xfrm>
          <a:prstGeom prst="rect">
            <a:avLst/>
          </a:prstGeom>
          <a:ln w="12700">
            <a:miter lim="400000"/>
          </a:ln>
        </p:spPr>
      </p:pic>
      <p:sp>
        <p:nvSpPr>
          <p:cNvPr id="77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Splash page">
    <p:bg>
      <p:bgPr>
        <a:solidFill>
          <a:srgbClr val="000000"/>
        </a:solidFill>
      </p:bgPr>
    </p:bg>
    <p:spTree>
      <p:nvGrpSpPr>
        <p:cNvPr id="1" name=""/>
        <p:cNvGrpSpPr/>
        <p:nvPr/>
      </p:nvGrpSpPr>
      <p:grpSpPr>
        <a:xfrm>
          <a:off x="0" y="0"/>
          <a:ext cx="0" cy="0"/>
          <a:chOff x="0" y="0"/>
          <a:chExt cx="0" cy="0"/>
        </a:xfrm>
      </p:grpSpPr>
      <p:grpSp>
        <p:nvGrpSpPr>
          <p:cNvPr id="7772" name="Rectangle 1"/>
          <p:cNvGrpSpPr/>
          <p:nvPr/>
        </p:nvGrpSpPr>
        <p:grpSpPr>
          <a:xfrm>
            <a:off x="12287632" y="5878297"/>
            <a:ext cx="710311" cy="979707"/>
            <a:chOff x="0" y="0"/>
            <a:chExt cx="710309" cy="979705"/>
          </a:xfrm>
        </p:grpSpPr>
        <p:sp>
          <p:nvSpPr>
            <p:cNvPr id="7770"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7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775" name="Rectangle 2"/>
          <p:cNvGrpSpPr/>
          <p:nvPr/>
        </p:nvGrpSpPr>
        <p:grpSpPr>
          <a:xfrm>
            <a:off x="12287631" y="4898603"/>
            <a:ext cx="710311" cy="979709"/>
            <a:chOff x="0" y="-1"/>
            <a:chExt cx="710309" cy="979708"/>
          </a:xfrm>
        </p:grpSpPr>
        <p:sp>
          <p:nvSpPr>
            <p:cNvPr id="7773"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74"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778" name="Rectangle 3"/>
          <p:cNvGrpSpPr/>
          <p:nvPr/>
        </p:nvGrpSpPr>
        <p:grpSpPr>
          <a:xfrm>
            <a:off x="12287632" y="3918862"/>
            <a:ext cx="710311" cy="979706"/>
            <a:chOff x="0" y="0"/>
            <a:chExt cx="710309" cy="979705"/>
          </a:xfrm>
        </p:grpSpPr>
        <p:sp>
          <p:nvSpPr>
            <p:cNvPr id="7776"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7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781" name="Rectangle 4"/>
          <p:cNvGrpSpPr/>
          <p:nvPr/>
        </p:nvGrpSpPr>
        <p:grpSpPr>
          <a:xfrm>
            <a:off x="12287631" y="2939171"/>
            <a:ext cx="710311" cy="979707"/>
            <a:chOff x="0" y="0"/>
            <a:chExt cx="710309" cy="979705"/>
          </a:xfrm>
        </p:grpSpPr>
        <p:sp>
          <p:nvSpPr>
            <p:cNvPr id="7779"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8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784" name="Rectangle 5"/>
          <p:cNvGrpSpPr/>
          <p:nvPr/>
        </p:nvGrpSpPr>
        <p:grpSpPr>
          <a:xfrm>
            <a:off x="12287632" y="1959431"/>
            <a:ext cx="710311" cy="979707"/>
            <a:chOff x="0" y="0"/>
            <a:chExt cx="710309" cy="979705"/>
          </a:xfrm>
        </p:grpSpPr>
        <p:sp>
          <p:nvSpPr>
            <p:cNvPr id="7782"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8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787" name="Rectangle 6"/>
          <p:cNvGrpSpPr/>
          <p:nvPr/>
        </p:nvGrpSpPr>
        <p:grpSpPr>
          <a:xfrm>
            <a:off x="12287631" y="979736"/>
            <a:ext cx="710311" cy="979707"/>
            <a:chOff x="0" y="0"/>
            <a:chExt cx="710309" cy="979705"/>
          </a:xfrm>
        </p:grpSpPr>
        <p:sp>
          <p:nvSpPr>
            <p:cNvPr id="7785"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86"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790" name="Rectangle 7"/>
          <p:cNvGrpSpPr/>
          <p:nvPr/>
        </p:nvGrpSpPr>
        <p:grpSpPr>
          <a:xfrm>
            <a:off x="12287631" y="-2"/>
            <a:ext cx="710311" cy="979706"/>
            <a:chOff x="0" y="0"/>
            <a:chExt cx="710309" cy="979705"/>
          </a:xfrm>
        </p:grpSpPr>
        <p:sp>
          <p:nvSpPr>
            <p:cNvPr id="7788"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8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793" name="Rectangle 8"/>
          <p:cNvGrpSpPr/>
          <p:nvPr/>
        </p:nvGrpSpPr>
        <p:grpSpPr>
          <a:xfrm>
            <a:off x="12997439" y="5715013"/>
            <a:ext cx="710311" cy="1142996"/>
            <a:chOff x="0" y="0"/>
            <a:chExt cx="710309" cy="1142994"/>
          </a:xfrm>
        </p:grpSpPr>
        <p:sp>
          <p:nvSpPr>
            <p:cNvPr id="7791"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9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796" name="Rectangle 9"/>
          <p:cNvGrpSpPr/>
          <p:nvPr/>
        </p:nvGrpSpPr>
        <p:grpSpPr>
          <a:xfrm>
            <a:off x="12997439" y="4572032"/>
            <a:ext cx="710311" cy="1142996"/>
            <a:chOff x="0" y="0"/>
            <a:chExt cx="710309" cy="1142994"/>
          </a:xfrm>
        </p:grpSpPr>
        <p:sp>
          <p:nvSpPr>
            <p:cNvPr id="7794"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9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799" name="Rectangle 10"/>
          <p:cNvGrpSpPr/>
          <p:nvPr/>
        </p:nvGrpSpPr>
        <p:grpSpPr>
          <a:xfrm>
            <a:off x="12997439" y="3428998"/>
            <a:ext cx="710311" cy="1142996"/>
            <a:chOff x="0" y="0"/>
            <a:chExt cx="710309" cy="1142994"/>
          </a:xfrm>
        </p:grpSpPr>
        <p:sp>
          <p:nvSpPr>
            <p:cNvPr id="7797"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79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802" name="Rectangle 11"/>
          <p:cNvGrpSpPr/>
          <p:nvPr/>
        </p:nvGrpSpPr>
        <p:grpSpPr>
          <a:xfrm>
            <a:off x="12997439" y="2286017"/>
            <a:ext cx="710311" cy="1142996"/>
            <a:chOff x="0" y="0"/>
            <a:chExt cx="710309" cy="1142994"/>
          </a:xfrm>
        </p:grpSpPr>
        <p:sp>
          <p:nvSpPr>
            <p:cNvPr id="7800"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805" name="Rectangle 12"/>
          <p:cNvGrpSpPr/>
          <p:nvPr/>
        </p:nvGrpSpPr>
        <p:grpSpPr>
          <a:xfrm>
            <a:off x="12997439" y="1142977"/>
            <a:ext cx="710311" cy="1142997"/>
            <a:chOff x="0" y="-1"/>
            <a:chExt cx="710309" cy="1142995"/>
          </a:xfrm>
        </p:grpSpPr>
        <p:sp>
          <p:nvSpPr>
            <p:cNvPr id="7803"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0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808" name="Rectangle 13"/>
          <p:cNvGrpSpPr/>
          <p:nvPr/>
        </p:nvGrpSpPr>
        <p:grpSpPr>
          <a:xfrm>
            <a:off x="13706754" y="-2365"/>
            <a:ext cx="710311" cy="1142995"/>
            <a:chOff x="0" y="0"/>
            <a:chExt cx="710309" cy="1142994"/>
          </a:xfrm>
        </p:grpSpPr>
        <p:sp>
          <p:nvSpPr>
            <p:cNvPr id="7806"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811" name="Rectangle 14"/>
          <p:cNvGrpSpPr/>
          <p:nvPr/>
        </p:nvGrpSpPr>
        <p:grpSpPr>
          <a:xfrm>
            <a:off x="13706756" y="5715013"/>
            <a:ext cx="710311" cy="1142996"/>
            <a:chOff x="0" y="0"/>
            <a:chExt cx="710309" cy="1142994"/>
          </a:xfrm>
        </p:grpSpPr>
        <p:sp>
          <p:nvSpPr>
            <p:cNvPr id="7809"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1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814" name="Rectangle 15"/>
          <p:cNvGrpSpPr/>
          <p:nvPr/>
        </p:nvGrpSpPr>
        <p:grpSpPr>
          <a:xfrm>
            <a:off x="13706754" y="4572032"/>
            <a:ext cx="710311" cy="1142996"/>
            <a:chOff x="0" y="0"/>
            <a:chExt cx="710309" cy="1142994"/>
          </a:xfrm>
        </p:grpSpPr>
        <p:sp>
          <p:nvSpPr>
            <p:cNvPr id="7812"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1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817" name="Rectangle 16"/>
          <p:cNvGrpSpPr/>
          <p:nvPr/>
        </p:nvGrpSpPr>
        <p:grpSpPr>
          <a:xfrm>
            <a:off x="12996453" y="-1157"/>
            <a:ext cx="710311" cy="1142995"/>
            <a:chOff x="0" y="0"/>
            <a:chExt cx="710309" cy="1142994"/>
          </a:xfrm>
        </p:grpSpPr>
        <p:sp>
          <p:nvSpPr>
            <p:cNvPr id="7815"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1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820" name="Rectangle 17"/>
          <p:cNvGrpSpPr/>
          <p:nvPr/>
        </p:nvGrpSpPr>
        <p:grpSpPr>
          <a:xfrm>
            <a:off x="13706754" y="2286017"/>
            <a:ext cx="710311" cy="1142996"/>
            <a:chOff x="0" y="0"/>
            <a:chExt cx="710309" cy="1142994"/>
          </a:xfrm>
        </p:grpSpPr>
        <p:sp>
          <p:nvSpPr>
            <p:cNvPr id="7818"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1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823" name="Rectangle 18"/>
          <p:cNvGrpSpPr/>
          <p:nvPr/>
        </p:nvGrpSpPr>
        <p:grpSpPr>
          <a:xfrm>
            <a:off x="13706756" y="1142977"/>
            <a:ext cx="710311" cy="1142997"/>
            <a:chOff x="0" y="-1"/>
            <a:chExt cx="710309" cy="1142995"/>
          </a:xfrm>
        </p:grpSpPr>
        <p:sp>
          <p:nvSpPr>
            <p:cNvPr id="7821"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2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826" name="Rectangle 19"/>
          <p:cNvGrpSpPr/>
          <p:nvPr/>
        </p:nvGrpSpPr>
        <p:grpSpPr>
          <a:xfrm>
            <a:off x="13706754" y="3427836"/>
            <a:ext cx="710311" cy="1142996"/>
            <a:chOff x="0" y="0"/>
            <a:chExt cx="710309" cy="1142994"/>
          </a:xfrm>
        </p:grpSpPr>
        <p:sp>
          <p:nvSpPr>
            <p:cNvPr id="7824"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2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7827" name="Picture 18" descr="Picture 18"/>
          <p:cNvPicPr>
            <a:picLocks noChangeAspect="1"/>
          </p:cNvPicPr>
          <p:nvPr/>
        </p:nvPicPr>
        <p:blipFill>
          <a:blip r:embed="rId2">
            <a:extLst/>
          </a:blip>
          <a:stretch>
            <a:fillRect/>
          </a:stretch>
        </p:blipFill>
        <p:spPr>
          <a:xfrm>
            <a:off x="7326" y="5009"/>
            <a:ext cx="12174171" cy="6847977"/>
          </a:xfrm>
          <a:prstGeom prst="rect">
            <a:avLst/>
          </a:prstGeom>
          <a:ln w="12700">
            <a:miter lim="400000"/>
          </a:ln>
        </p:spPr>
      </p:pic>
      <p:sp>
        <p:nvSpPr>
          <p:cNvPr id="78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Developer code layout">
    <p:bg>
      <p:bgPr>
        <a:solidFill>
          <a:srgbClr val="FFFFFF"/>
        </a:solidFill>
      </p:bgPr>
    </p:bg>
    <p:spTree>
      <p:nvGrpSpPr>
        <p:cNvPr id="1" name=""/>
        <p:cNvGrpSpPr/>
        <p:nvPr/>
      </p:nvGrpSpPr>
      <p:grpSpPr>
        <a:xfrm>
          <a:off x="0" y="0"/>
          <a:ext cx="0" cy="0"/>
          <a:chOff x="0" y="0"/>
          <a:chExt cx="0" cy="0"/>
        </a:xfrm>
      </p:grpSpPr>
      <p:grpSp>
        <p:nvGrpSpPr>
          <p:cNvPr id="7837" name="Rectangle 1"/>
          <p:cNvGrpSpPr/>
          <p:nvPr/>
        </p:nvGrpSpPr>
        <p:grpSpPr>
          <a:xfrm>
            <a:off x="12287632" y="5878297"/>
            <a:ext cx="710311" cy="979707"/>
            <a:chOff x="0" y="0"/>
            <a:chExt cx="710309" cy="979705"/>
          </a:xfrm>
        </p:grpSpPr>
        <p:sp>
          <p:nvSpPr>
            <p:cNvPr id="7835"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3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840" name="Rectangle 2"/>
          <p:cNvGrpSpPr/>
          <p:nvPr/>
        </p:nvGrpSpPr>
        <p:grpSpPr>
          <a:xfrm>
            <a:off x="12287631" y="4898603"/>
            <a:ext cx="710311" cy="979709"/>
            <a:chOff x="0" y="-1"/>
            <a:chExt cx="710309" cy="979708"/>
          </a:xfrm>
        </p:grpSpPr>
        <p:sp>
          <p:nvSpPr>
            <p:cNvPr id="7838"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39"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843" name="Rectangle 3"/>
          <p:cNvGrpSpPr/>
          <p:nvPr/>
        </p:nvGrpSpPr>
        <p:grpSpPr>
          <a:xfrm>
            <a:off x="12287632" y="3918862"/>
            <a:ext cx="710311" cy="979706"/>
            <a:chOff x="0" y="0"/>
            <a:chExt cx="710309" cy="979705"/>
          </a:xfrm>
        </p:grpSpPr>
        <p:sp>
          <p:nvSpPr>
            <p:cNvPr id="7841"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42"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846" name="Rectangle 4"/>
          <p:cNvGrpSpPr/>
          <p:nvPr/>
        </p:nvGrpSpPr>
        <p:grpSpPr>
          <a:xfrm>
            <a:off x="12287631" y="2939171"/>
            <a:ext cx="710311" cy="979707"/>
            <a:chOff x="0" y="0"/>
            <a:chExt cx="710309" cy="979705"/>
          </a:xfrm>
        </p:grpSpPr>
        <p:sp>
          <p:nvSpPr>
            <p:cNvPr id="7844"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4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849" name="Rectangle 5"/>
          <p:cNvGrpSpPr/>
          <p:nvPr/>
        </p:nvGrpSpPr>
        <p:grpSpPr>
          <a:xfrm>
            <a:off x="12287632" y="1959431"/>
            <a:ext cx="710311" cy="979707"/>
            <a:chOff x="0" y="0"/>
            <a:chExt cx="710309" cy="979705"/>
          </a:xfrm>
        </p:grpSpPr>
        <p:sp>
          <p:nvSpPr>
            <p:cNvPr id="7847"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4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852" name="Rectangle 6"/>
          <p:cNvGrpSpPr/>
          <p:nvPr/>
        </p:nvGrpSpPr>
        <p:grpSpPr>
          <a:xfrm>
            <a:off x="12287631" y="979736"/>
            <a:ext cx="710311" cy="979707"/>
            <a:chOff x="0" y="0"/>
            <a:chExt cx="710309" cy="979705"/>
          </a:xfrm>
        </p:grpSpPr>
        <p:sp>
          <p:nvSpPr>
            <p:cNvPr id="7850"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51"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855" name="Rectangle 7"/>
          <p:cNvGrpSpPr/>
          <p:nvPr/>
        </p:nvGrpSpPr>
        <p:grpSpPr>
          <a:xfrm>
            <a:off x="12287631" y="-2"/>
            <a:ext cx="710311" cy="979706"/>
            <a:chOff x="0" y="0"/>
            <a:chExt cx="710309" cy="979705"/>
          </a:xfrm>
        </p:grpSpPr>
        <p:sp>
          <p:nvSpPr>
            <p:cNvPr id="7853"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5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858" name="Rectangle 8"/>
          <p:cNvGrpSpPr/>
          <p:nvPr/>
        </p:nvGrpSpPr>
        <p:grpSpPr>
          <a:xfrm>
            <a:off x="12997439" y="5715013"/>
            <a:ext cx="710311" cy="1142996"/>
            <a:chOff x="0" y="0"/>
            <a:chExt cx="710309" cy="1142994"/>
          </a:xfrm>
        </p:grpSpPr>
        <p:sp>
          <p:nvSpPr>
            <p:cNvPr id="7856"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861" name="Rectangle 9"/>
          <p:cNvGrpSpPr/>
          <p:nvPr/>
        </p:nvGrpSpPr>
        <p:grpSpPr>
          <a:xfrm>
            <a:off x="12997439" y="4572032"/>
            <a:ext cx="710311" cy="1142996"/>
            <a:chOff x="0" y="0"/>
            <a:chExt cx="710309" cy="1142994"/>
          </a:xfrm>
        </p:grpSpPr>
        <p:sp>
          <p:nvSpPr>
            <p:cNvPr id="7859"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864" name="Rectangle 10"/>
          <p:cNvGrpSpPr/>
          <p:nvPr/>
        </p:nvGrpSpPr>
        <p:grpSpPr>
          <a:xfrm>
            <a:off x="12997439" y="3428998"/>
            <a:ext cx="710311" cy="1142996"/>
            <a:chOff x="0" y="0"/>
            <a:chExt cx="710309" cy="1142994"/>
          </a:xfrm>
        </p:grpSpPr>
        <p:sp>
          <p:nvSpPr>
            <p:cNvPr id="7862"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6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867" name="Rectangle 11"/>
          <p:cNvGrpSpPr/>
          <p:nvPr/>
        </p:nvGrpSpPr>
        <p:grpSpPr>
          <a:xfrm>
            <a:off x="12997439" y="2286017"/>
            <a:ext cx="710311" cy="1142996"/>
            <a:chOff x="0" y="0"/>
            <a:chExt cx="710309" cy="1142994"/>
          </a:xfrm>
        </p:grpSpPr>
        <p:sp>
          <p:nvSpPr>
            <p:cNvPr id="7865"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870" name="Rectangle 12"/>
          <p:cNvGrpSpPr/>
          <p:nvPr/>
        </p:nvGrpSpPr>
        <p:grpSpPr>
          <a:xfrm>
            <a:off x="12997439" y="1142977"/>
            <a:ext cx="710311" cy="1142997"/>
            <a:chOff x="0" y="-1"/>
            <a:chExt cx="710309" cy="1142995"/>
          </a:xfrm>
        </p:grpSpPr>
        <p:sp>
          <p:nvSpPr>
            <p:cNvPr id="7868"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6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873" name="Rectangle 13"/>
          <p:cNvGrpSpPr/>
          <p:nvPr/>
        </p:nvGrpSpPr>
        <p:grpSpPr>
          <a:xfrm>
            <a:off x="13706754" y="-2365"/>
            <a:ext cx="710311" cy="1142995"/>
            <a:chOff x="0" y="0"/>
            <a:chExt cx="710309" cy="1142994"/>
          </a:xfrm>
        </p:grpSpPr>
        <p:sp>
          <p:nvSpPr>
            <p:cNvPr id="7871"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876" name="Rectangle 14"/>
          <p:cNvGrpSpPr/>
          <p:nvPr/>
        </p:nvGrpSpPr>
        <p:grpSpPr>
          <a:xfrm>
            <a:off x="13706756" y="5715013"/>
            <a:ext cx="710311" cy="1142996"/>
            <a:chOff x="0" y="0"/>
            <a:chExt cx="710309" cy="1142994"/>
          </a:xfrm>
        </p:grpSpPr>
        <p:sp>
          <p:nvSpPr>
            <p:cNvPr id="7874"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7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879" name="Rectangle 15"/>
          <p:cNvGrpSpPr/>
          <p:nvPr/>
        </p:nvGrpSpPr>
        <p:grpSpPr>
          <a:xfrm>
            <a:off x="13706754" y="4572032"/>
            <a:ext cx="710311" cy="1142996"/>
            <a:chOff x="0" y="0"/>
            <a:chExt cx="710309" cy="1142994"/>
          </a:xfrm>
        </p:grpSpPr>
        <p:sp>
          <p:nvSpPr>
            <p:cNvPr id="7877"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882" name="Rectangle 16"/>
          <p:cNvGrpSpPr/>
          <p:nvPr/>
        </p:nvGrpSpPr>
        <p:grpSpPr>
          <a:xfrm>
            <a:off x="12996453" y="-1157"/>
            <a:ext cx="710311" cy="1142995"/>
            <a:chOff x="0" y="0"/>
            <a:chExt cx="710309" cy="1142994"/>
          </a:xfrm>
        </p:grpSpPr>
        <p:sp>
          <p:nvSpPr>
            <p:cNvPr id="7880"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8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885" name="Rectangle 17"/>
          <p:cNvGrpSpPr/>
          <p:nvPr/>
        </p:nvGrpSpPr>
        <p:grpSpPr>
          <a:xfrm>
            <a:off x="13706754" y="2286017"/>
            <a:ext cx="710311" cy="1142996"/>
            <a:chOff x="0" y="0"/>
            <a:chExt cx="710309" cy="1142994"/>
          </a:xfrm>
        </p:grpSpPr>
        <p:sp>
          <p:nvSpPr>
            <p:cNvPr id="7883"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8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888" name="Rectangle 18"/>
          <p:cNvGrpSpPr/>
          <p:nvPr/>
        </p:nvGrpSpPr>
        <p:grpSpPr>
          <a:xfrm>
            <a:off x="13706756" y="1142977"/>
            <a:ext cx="710311" cy="1142997"/>
            <a:chOff x="0" y="-1"/>
            <a:chExt cx="710309" cy="1142995"/>
          </a:xfrm>
        </p:grpSpPr>
        <p:sp>
          <p:nvSpPr>
            <p:cNvPr id="7886"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87"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891" name="Rectangle 19"/>
          <p:cNvGrpSpPr/>
          <p:nvPr/>
        </p:nvGrpSpPr>
        <p:grpSpPr>
          <a:xfrm>
            <a:off x="13706754" y="3427836"/>
            <a:ext cx="710311" cy="1142996"/>
            <a:chOff x="0" y="0"/>
            <a:chExt cx="710309" cy="1142994"/>
          </a:xfrm>
        </p:grpSpPr>
        <p:sp>
          <p:nvSpPr>
            <p:cNvPr id="7889"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89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7892" name="Rectangle 3"/>
          <p:cNvSpPr/>
          <p:nvPr/>
        </p:nvSpPr>
        <p:spPr>
          <a:xfrm>
            <a:off x="0" y="1300484"/>
            <a:ext cx="12188825" cy="5557516"/>
          </a:xfrm>
          <a:prstGeom prst="rect">
            <a:avLst/>
          </a:prstGeom>
          <a:solidFill>
            <a:srgbClr val="F3F6F2"/>
          </a:solidFill>
          <a:ln w="12700">
            <a:miter lim="400000"/>
          </a:ln>
        </p:spPr>
        <p:txBody>
          <a:bodyPr lIns="45718" tIns="45718" rIns="45718" bIns="45718"/>
          <a:lstStyle/>
          <a:p>
            <a:pPr defTabSz="932192">
              <a:defRPr sz="1900">
                <a:solidFill>
                  <a:srgbClr val="FFFFFF"/>
                </a:solidFill>
              </a:defRPr>
            </a:pPr>
          </a:p>
        </p:txBody>
      </p:sp>
      <p:sp>
        <p:nvSpPr>
          <p:cNvPr id="7893" name="Body Level One…"/>
          <p:cNvSpPr txBox="1"/>
          <p:nvPr>
            <p:ph type="body" idx="1" hasCustomPrompt="1"/>
          </p:nvPr>
        </p:nvSpPr>
        <p:spPr>
          <a:xfrm>
            <a:off x="379413" y="2027465"/>
            <a:ext cx="11430001" cy="4411435"/>
          </a:xfrm>
          <a:prstGeom prst="rect">
            <a:avLst/>
          </a:prstGeom>
        </p:spPr>
        <p:txBody>
          <a:bodyPr/>
          <a:lstStyle>
            <a:lvl1pPr>
              <a:defRPr sz="2300">
                <a:solidFill>
                  <a:srgbClr val="B0BAC2"/>
                </a:solidFill>
                <a:latin typeface="Mona Sans Mono"/>
                <a:ea typeface="Mona Sans Mono"/>
                <a:cs typeface="Mona Sans Mono"/>
                <a:sym typeface="Mona Sans Mono"/>
              </a:defRPr>
            </a:lvl1pPr>
            <a:lvl2pPr>
              <a:defRPr sz="2300">
                <a:solidFill>
                  <a:srgbClr val="B0BAC2"/>
                </a:solidFill>
                <a:latin typeface="Mona Sans Mono"/>
                <a:ea typeface="Mona Sans Mono"/>
                <a:cs typeface="Mona Sans Mono"/>
                <a:sym typeface="Mona Sans Mono"/>
              </a:defRPr>
            </a:lvl2pPr>
            <a:lvl3pPr>
              <a:defRPr sz="2300">
                <a:solidFill>
                  <a:srgbClr val="B0BAC2"/>
                </a:solidFill>
                <a:latin typeface="Mona Sans Mono"/>
                <a:ea typeface="Mona Sans Mono"/>
                <a:cs typeface="Mona Sans Mono"/>
                <a:sym typeface="Mona Sans Mono"/>
              </a:defRPr>
            </a:lvl3pPr>
            <a:lvl4pPr>
              <a:defRPr sz="2300">
                <a:solidFill>
                  <a:srgbClr val="B0BAC2"/>
                </a:solidFill>
                <a:latin typeface="Mona Sans Mono"/>
                <a:ea typeface="Mona Sans Mono"/>
                <a:cs typeface="Mona Sans Mono"/>
                <a:sym typeface="Mona Sans Mono"/>
              </a:defRPr>
            </a:lvl4pPr>
            <a:lvl5pPr>
              <a:defRPr sz="2300">
                <a:solidFill>
                  <a:srgbClr val="B0BAC2"/>
                </a:solidFill>
                <a:latin typeface="Mona Sans Mono"/>
                <a:ea typeface="Mona Sans Mono"/>
                <a:cs typeface="Mona Sans Mono"/>
                <a:sym typeface="Mona Sans Mono"/>
              </a:defRPr>
            </a:lvl5pPr>
          </a:lstStyle>
          <a:p>
            <a:pPr/>
            <a:r>
              <a:t>Click to edit or paste code</a:t>
            </a:r>
          </a:p>
          <a:p>
            <a:pPr lvl="1"/>
            <a:r>
              <a:t/>
            </a:r>
          </a:p>
          <a:p>
            <a:pPr lvl="2"/>
            <a:r>
              <a:t/>
            </a:r>
          </a:p>
          <a:p>
            <a:pPr lvl="3"/>
            <a:r>
              <a:t/>
            </a:r>
          </a:p>
          <a:p>
            <a:pPr lvl="4"/>
            <a:r>
              <a:t/>
            </a:r>
          </a:p>
        </p:txBody>
      </p:sp>
      <p:sp>
        <p:nvSpPr>
          <p:cNvPr id="7894" name="Rectangle 9"/>
          <p:cNvSpPr/>
          <p:nvPr/>
        </p:nvSpPr>
        <p:spPr>
          <a:xfrm>
            <a:off x="-66" y="1274017"/>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7895" name="Text Placeholder 15"/>
          <p:cNvSpPr/>
          <p:nvPr>
            <p:ph type="body" sz="quarter" idx="21" hasCustomPrompt="1"/>
          </p:nvPr>
        </p:nvSpPr>
        <p:spPr>
          <a:xfrm>
            <a:off x="379410" y="419100"/>
            <a:ext cx="11430007" cy="435131"/>
          </a:xfrm>
          <a:prstGeom prst="rect">
            <a:avLst/>
          </a:prstGeom>
        </p:spPr>
        <p:txBody>
          <a:bodyPr/>
          <a:lstStyle>
            <a:lvl1pPr defTabSz="712946">
              <a:spcBef>
                <a:spcPts val="700"/>
              </a:spcBef>
              <a:defRPr sz="2800">
                <a:solidFill>
                  <a:srgbClr val="000000"/>
                </a:solidFill>
                <a:latin typeface="Mona-Sans Regular"/>
                <a:ea typeface="Mona-Sans Regular"/>
                <a:cs typeface="Mona-Sans Regular"/>
                <a:sym typeface="Mona-Sans Regular"/>
              </a:defRPr>
            </a:lvl1pPr>
          </a:lstStyle>
          <a:p>
            <a:pPr/>
            <a:r>
              <a:t>Title should be less than 10 words</a:t>
            </a:r>
          </a:p>
        </p:txBody>
      </p:sp>
      <p:sp>
        <p:nvSpPr>
          <p:cNvPr id="7896" name="Text Placeholder 4"/>
          <p:cNvSpPr/>
          <p:nvPr>
            <p:ph type="body" sz="quarter" idx="22" hasCustomPrompt="1"/>
          </p:nvPr>
        </p:nvSpPr>
        <p:spPr>
          <a:xfrm>
            <a:off x="379410" y="1721105"/>
            <a:ext cx="11430007" cy="205775"/>
          </a:xfrm>
          <a:prstGeom prst="rect">
            <a:avLst/>
          </a:prstGeom>
        </p:spPr>
        <p:txBody>
          <a:bodyPr/>
          <a:lstStyle>
            <a:lvl1pPr defTabSz="886613">
              <a:spcBef>
                <a:spcPts val="900"/>
              </a:spcBef>
              <a:defRPr cap="all" sz="1300">
                <a:solidFill>
                  <a:srgbClr val="515E68"/>
                </a:solidFill>
                <a:latin typeface="Mona Sans Mono"/>
                <a:ea typeface="Mona Sans Mono"/>
                <a:cs typeface="Mona Sans Mono"/>
                <a:sym typeface="Mona Sans Mono"/>
              </a:defRPr>
            </a:lvl1pPr>
          </a:lstStyle>
          <a:p>
            <a:pPr/>
            <a:r>
              <a:t>Click to enter title</a:t>
            </a:r>
          </a:p>
        </p:txBody>
      </p:sp>
      <p:sp>
        <p:nvSpPr>
          <p:cNvPr id="78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de bottom">
    <p:bg>
      <p:bgPr>
        <a:solidFill>
          <a:srgbClr val="FFFFFF"/>
        </a:solidFill>
      </p:bgPr>
    </p:bg>
    <p:spTree>
      <p:nvGrpSpPr>
        <p:cNvPr id="1" name=""/>
        <p:cNvGrpSpPr/>
        <p:nvPr/>
      </p:nvGrpSpPr>
      <p:grpSpPr>
        <a:xfrm>
          <a:off x="0" y="0"/>
          <a:ext cx="0" cy="0"/>
          <a:chOff x="0" y="0"/>
          <a:chExt cx="0" cy="0"/>
        </a:xfrm>
      </p:grpSpPr>
      <p:grpSp>
        <p:nvGrpSpPr>
          <p:cNvPr id="7906" name="Rectangle 1"/>
          <p:cNvGrpSpPr/>
          <p:nvPr/>
        </p:nvGrpSpPr>
        <p:grpSpPr>
          <a:xfrm>
            <a:off x="12287632" y="5878297"/>
            <a:ext cx="710311" cy="979707"/>
            <a:chOff x="0" y="0"/>
            <a:chExt cx="710309" cy="979705"/>
          </a:xfrm>
        </p:grpSpPr>
        <p:sp>
          <p:nvSpPr>
            <p:cNvPr id="790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0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909" name="Rectangle 2"/>
          <p:cNvGrpSpPr/>
          <p:nvPr/>
        </p:nvGrpSpPr>
        <p:grpSpPr>
          <a:xfrm>
            <a:off x="12287631" y="4898603"/>
            <a:ext cx="710311" cy="979709"/>
            <a:chOff x="0" y="-1"/>
            <a:chExt cx="710309" cy="979708"/>
          </a:xfrm>
        </p:grpSpPr>
        <p:sp>
          <p:nvSpPr>
            <p:cNvPr id="790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0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912" name="Rectangle 3"/>
          <p:cNvGrpSpPr/>
          <p:nvPr/>
        </p:nvGrpSpPr>
        <p:grpSpPr>
          <a:xfrm>
            <a:off x="12287632" y="3918862"/>
            <a:ext cx="710311" cy="979706"/>
            <a:chOff x="0" y="0"/>
            <a:chExt cx="710309" cy="979705"/>
          </a:xfrm>
        </p:grpSpPr>
        <p:sp>
          <p:nvSpPr>
            <p:cNvPr id="791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1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915" name="Rectangle 4"/>
          <p:cNvGrpSpPr/>
          <p:nvPr/>
        </p:nvGrpSpPr>
        <p:grpSpPr>
          <a:xfrm>
            <a:off x="12287631" y="2939171"/>
            <a:ext cx="710311" cy="979707"/>
            <a:chOff x="0" y="0"/>
            <a:chExt cx="710309" cy="979705"/>
          </a:xfrm>
        </p:grpSpPr>
        <p:sp>
          <p:nvSpPr>
            <p:cNvPr id="791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1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918" name="Rectangle 5"/>
          <p:cNvGrpSpPr/>
          <p:nvPr/>
        </p:nvGrpSpPr>
        <p:grpSpPr>
          <a:xfrm>
            <a:off x="12287632" y="1959431"/>
            <a:ext cx="710311" cy="979707"/>
            <a:chOff x="0" y="0"/>
            <a:chExt cx="710309" cy="979705"/>
          </a:xfrm>
        </p:grpSpPr>
        <p:sp>
          <p:nvSpPr>
            <p:cNvPr id="791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1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921" name="Rectangle 6"/>
          <p:cNvGrpSpPr/>
          <p:nvPr/>
        </p:nvGrpSpPr>
        <p:grpSpPr>
          <a:xfrm>
            <a:off x="12287631" y="979736"/>
            <a:ext cx="710311" cy="979707"/>
            <a:chOff x="0" y="0"/>
            <a:chExt cx="710309" cy="979705"/>
          </a:xfrm>
        </p:grpSpPr>
        <p:sp>
          <p:nvSpPr>
            <p:cNvPr id="791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2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924" name="Rectangle 7"/>
          <p:cNvGrpSpPr/>
          <p:nvPr/>
        </p:nvGrpSpPr>
        <p:grpSpPr>
          <a:xfrm>
            <a:off x="12287631" y="-2"/>
            <a:ext cx="710311" cy="979706"/>
            <a:chOff x="0" y="0"/>
            <a:chExt cx="710309" cy="979705"/>
          </a:xfrm>
        </p:grpSpPr>
        <p:sp>
          <p:nvSpPr>
            <p:cNvPr id="792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2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927" name="Rectangle 8"/>
          <p:cNvGrpSpPr/>
          <p:nvPr/>
        </p:nvGrpSpPr>
        <p:grpSpPr>
          <a:xfrm>
            <a:off x="12997439" y="5715013"/>
            <a:ext cx="710311" cy="1142996"/>
            <a:chOff x="0" y="0"/>
            <a:chExt cx="710309" cy="1142994"/>
          </a:xfrm>
        </p:grpSpPr>
        <p:sp>
          <p:nvSpPr>
            <p:cNvPr id="792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2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7930" name="Rectangle 9"/>
          <p:cNvGrpSpPr/>
          <p:nvPr/>
        </p:nvGrpSpPr>
        <p:grpSpPr>
          <a:xfrm>
            <a:off x="12997439" y="4572032"/>
            <a:ext cx="710311" cy="1142996"/>
            <a:chOff x="0" y="0"/>
            <a:chExt cx="710309" cy="1142994"/>
          </a:xfrm>
        </p:grpSpPr>
        <p:sp>
          <p:nvSpPr>
            <p:cNvPr id="792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7933" name="Rectangle 10"/>
          <p:cNvGrpSpPr/>
          <p:nvPr/>
        </p:nvGrpSpPr>
        <p:grpSpPr>
          <a:xfrm>
            <a:off x="12997439" y="3428998"/>
            <a:ext cx="710311" cy="1142996"/>
            <a:chOff x="0" y="0"/>
            <a:chExt cx="710309" cy="1142994"/>
          </a:xfrm>
        </p:grpSpPr>
        <p:sp>
          <p:nvSpPr>
            <p:cNvPr id="793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3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7936" name="Rectangle 11"/>
          <p:cNvGrpSpPr/>
          <p:nvPr/>
        </p:nvGrpSpPr>
        <p:grpSpPr>
          <a:xfrm>
            <a:off x="12997439" y="2286017"/>
            <a:ext cx="710311" cy="1142996"/>
            <a:chOff x="0" y="0"/>
            <a:chExt cx="710309" cy="1142994"/>
          </a:xfrm>
        </p:grpSpPr>
        <p:sp>
          <p:nvSpPr>
            <p:cNvPr id="793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3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7939" name="Rectangle 12"/>
          <p:cNvGrpSpPr/>
          <p:nvPr/>
        </p:nvGrpSpPr>
        <p:grpSpPr>
          <a:xfrm>
            <a:off x="12997439" y="1142977"/>
            <a:ext cx="710311" cy="1142997"/>
            <a:chOff x="0" y="-1"/>
            <a:chExt cx="710309" cy="1142995"/>
          </a:xfrm>
        </p:grpSpPr>
        <p:sp>
          <p:nvSpPr>
            <p:cNvPr id="793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3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7942" name="Rectangle 13"/>
          <p:cNvGrpSpPr/>
          <p:nvPr/>
        </p:nvGrpSpPr>
        <p:grpSpPr>
          <a:xfrm>
            <a:off x="13706754" y="-2365"/>
            <a:ext cx="710311" cy="1142995"/>
            <a:chOff x="0" y="0"/>
            <a:chExt cx="710309" cy="1142994"/>
          </a:xfrm>
        </p:grpSpPr>
        <p:sp>
          <p:nvSpPr>
            <p:cNvPr id="794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4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7945" name="Rectangle 14"/>
          <p:cNvGrpSpPr/>
          <p:nvPr/>
        </p:nvGrpSpPr>
        <p:grpSpPr>
          <a:xfrm>
            <a:off x="13706756" y="5715013"/>
            <a:ext cx="710311" cy="1142996"/>
            <a:chOff x="0" y="0"/>
            <a:chExt cx="710309" cy="1142994"/>
          </a:xfrm>
        </p:grpSpPr>
        <p:sp>
          <p:nvSpPr>
            <p:cNvPr id="794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4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7948" name="Rectangle 15"/>
          <p:cNvGrpSpPr/>
          <p:nvPr/>
        </p:nvGrpSpPr>
        <p:grpSpPr>
          <a:xfrm>
            <a:off x="13706754" y="4572032"/>
            <a:ext cx="710311" cy="1142996"/>
            <a:chOff x="0" y="0"/>
            <a:chExt cx="710309" cy="1142994"/>
          </a:xfrm>
        </p:grpSpPr>
        <p:sp>
          <p:nvSpPr>
            <p:cNvPr id="794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4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7951" name="Rectangle 16"/>
          <p:cNvGrpSpPr/>
          <p:nvPr/>
        </p:nvGrpSpPr>
        <p:grpSpPr>
          <a:xfrm>
            <a:off x="12996453" y="-1157"/>
            <a:ext cx="710311" cy="1142995"/>
            <a:chOff x="0" y="0"/>
            <a:chExt cx="710309" cy="1142994"/>
          </a:xfrm>
        </p:grpSpPr>
        <p:sp>
          <p:nvSpPr>
            <p:cNvPr id="794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5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7954" name="Rectangle 17"/>
          <p:cNvGrpSpPr/>
          <p:nvPr/>
        </p:nvGrpSpPr>
        <p:grpSpPr>
          <a:xfrm>
            <a:off x="13706754" y="2286017"/>
            <a:ext cx="710311" cy="1142996"/>
            <a:chOff x="0" y="0"/>
            <a:chExt cx="710309" cy="1142994"/>
          </a:xfrm>
        </p:grpSpPr>
        <p:sp>
          <p:nvSpPr>
            <p:cNvPr id="795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5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7957" name="Rectangle 18"/>
          <p:cNvGrpSpPr/>
          <p:nvPr/>
        </p:nvGrpSpPr>
        <p:grpSpPr>
          <a:xfrm>
            <a:off x="13706756" y="1142977"/>
            <a:ext cx="710311" cy="1142997"/>
            <a:chOff x="0" y="-1"/>
            <a:chExt cx="710309" cy="1142995"/>
          </a:xfrm>
        </p:grpSpPr>
        <p:sp>
          <p:nvSpPr>
            <p:cNvPr id="795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5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7960" name="Rectangle 19"/>
          <p:cNvGrpSpPr/>
          <p:nvPr/>
        </p:nvGrpSpPr>
        <p:grpSpPr>
          <a:xfrm>
            <a:off x="13706754" y="3427836"/>
            <a:ext cx="710311" cy="1142996"/>
            <a:chOff x="0" y="0"/>
            <a:chExt cx="710309" cy="1142994"/>
          </a:xfrm>
        </p:grpSpPr>
        <p:sp>
          <p:nvSpPr>
            <p:cNvPr id="795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5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7961" name="Rectangle 3"/>
          <p:cNvSpPr/>
          <p:nvPr/>
        </p:nvSpPr>
        <p:spPr>
          <a:xfrm>
            <a:off x="0" y="2849820"/>
            <a:ext cx="12188825" cy="4008183"/>
          </a:xfrm>
          <a:prstGeom prst="rect">
            <a:avLst/>
          </a:prstGeom>
          <a:solidFill>
            <a:srgbClr val="F3F6F2"/>
          </a:solidFill>
          <a:ln w="12700">
            <a:miter lim="400000"/>
          </a:ln>
        </p:spPr>
        <p:txBody>
          <a:bodyPr lIns="45718" tIns="45718" rIns="45718" bIns="45718"/>
          <a:lstStyle/>
          <a:p>
            <a:pPr defTabSz="932192">
              <a:defRPr sz="1900">
                <a:solidFill>
                  <a:srgbClr val="FDFDFC"/>
                </a:solidFill>
              </a:defRPr>
            </a:pPr>
          </a:p>
        </p:txBody>
      </p:sp>
      <p:sp>
        <p:nvSpPr>
          <p:cNvPr id="7962" name="Rectangle 9"/>
          <p:cNvSpPr/>
          <p:nvPr/>
        </p:nvSpPr>
        <p:spPr>
          <a:xfrm>
            <a:off x="-66" y="2831532"/>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7963" name="Body Level One…"/>
          <p:cNvSpPr txBox="1"/>
          <p:nvPr>
            <p:ph type="body" sz="quarter" idx="1" hasCustomPrompt="1"/>
          </p:nvPr>
        </p:nvSpPr>
        <p:spPr>
          <a:xfrm>
            <a:off x="379413" y="419100"/>
            <a:ext cx="11430001" cy="525873"/>
          </a:xfrm>
          <a:prstGeom prst="rect">
            <a:avLst/>
          </a:prstGeom>
        </p:spPr>
        <p:txBody>
          <a:bodyPr/>
          <a:lstStyle>
            <a:lvl1pPr>
              <a:defRPr sz="3600">
                <a:solidFill>
                  <a:srgbClr val="000000"/>
                </a:solidFill>
                <a:latin typeface="Mona-Sans Regular"/>
                <a:ea typeface="Mona-Sans Regular"/>
                <a:cs typeface="Mona-Sans Regular"/>
                <a:sym typeface="Mona-Sans Regular"/>
              </a:defRPr>
            </a:lvl1pPr>
            <a:lvl2pPr>
              <a:defRPr sz="3600">
                <a:solidFill>
                  <a:srgbClr val="000000"/>
                </a:solidFill>
                <a:latin typeface="Mona-Sans Regular"/>
                <a:ea typeface="Mona-Sans Regular"/>
                <a:cs typeface="Mona-Sans Regular"/>
                <a:sym typeface="Mona-Sans Regular"/>
              </a:defRPr>
            </a:lvl2pPr>
            <a:lvl3pPr>
              <a:defRPr sz="3600">
                <a:solidFill>
                  <a:srgbClr val="000000"/>
                </a:solidFill>
                <a:latin typeface="Mona-Sans Regular"/>
                <a:ea typeface="Mona-Sans Regular"/>
                <a:cs typeface="Mona-Sans Regular"/>
                <a:sym typeface="Mona-Sans Regular"/>
              </a:defRPr>
            </a:lvl3pPr>
            <a:lvl4pPr>
              <a:defRPr sz="3600">
                <a:solidFill>
                  <a:srgbClr val="000000"/>
                </a:solidFill>
                <a:latin typeface="Mona-Sans Regular"/>
                <a:ea typeface="Mona-Sans Regular"/>
                <a:cs typeface="Mona-Sans Regular"/>
                <a:sym typeface="Mona-Sans Regular"/>
              </a:defRPr>
            </a:lvl4pPr>
            <a:lvl5pPr>
              <a:defRPr sz="3600">
                <a:solidFill>
                  <a:srgbClr val="000000"/>
                </a:solidFill>
                <a:latin typeface="Mona-Sans Regular"/>
                <a:ea typeface="Mona-Sans Regular"/>
                <a:cs typeface="Mona-Sans Regular"/>
                <a:sym typeface="Mona-Sans Regular"/>
              </a:defRPr>
            </a:lvl5pPr>
          </a:lstStyle>
          <a:p>
            <a:pPr/>
            <a:r>
              <a:t>Title should be less than 10 words</a:t>
            </a:r>
          </a:p>
          <a:p>
            <a:pPr lvl="1"/>
            <a:r>
              <a:t/>
            </a:r>
          </a:p>
          <a:p>
            <a:pPr lvl="2"/>
            <a:r>
              <a:t/>
            </a:r>
          </a:p>
          <a:p>
            <a:pPr lvl="3"/>
            <a:r>
              <a:t/>
            </a:r>
          </a:p>
          <a:p>
            <a:pPr lvl="4"/>
            <a:r>
              <a:t/>
            </a:r>
          </a:p>
        </p:txBody>
      </p:sp>
      <p:sp>
        <p:nvSpPr>
          <p:cNvPr id="7964" name="Text Placeholder 4"/>
          <p:cNvSpPr/>
          <p:nvPr>
            <p:ph type="body" sz="half" idx="21" hasCustomPrompt="1"/>
          </p:nvPr>
        </p:nvSpPr>
        <p:spPr>
          <a:xfrm>
            <a:off x="379410" y="3567662"/>
            <a:ext cx="11430007" cy="2871242"/>
          </a:xfrm>
          <a:prstGeom prst="rect">
            <a:avLst/>
          </a:prstGeom>
        </p:spPr>
        <p:txBody>
          <a:bodyPr/>
          <a:lstStyle>
            <a:lvl1pPr>
              <a:defRPr sz="2300">
                <a:solidFill>
                  <a:srgbClr val="B0BAC2"/>
                </a:solidFill>
                <a:latin typeface="Mona Sans Mono"/>
                <a:ea typeface="Mona Sans Mono"/>
                <a:cs typeface="Mona Sans Mono"/>
                <a:sym typeface="Mona Sans Mono"/>
              </a:defRPr>
            </a:lvl1pPr>
          </a:lstStyle>
          <a:p>
            <a:pPr/>
            <a:r>
              <a:t>Click to edit or paste code</a:t>
            </a:r>
          </a:p>
        </p:txBody>
      </p:sp>
      <p:sp>
        <p:nvSpPr>
          <p:cNvPr id="7965" name="Text Placeholder 4"/>
          <p:cNvSpPr/>
          <p:nvPr>
            <p:ph type="body" sz="quarter" idx="22" hasCustomPrompt="1"/>
          </p:nvPr>
        </p:nvSpPr>
        <p:spPr>
          <a:xfrm>
            <a:off x="379410" y="3261304"/>
            <a:ext cx="11430007" cy="205775"/>
          </a:xfrm>
          <a:prstGeom prst="rect">
            <a:avLst/>
          </a:prstGeom>
        </p:spPr>
        <p:txBody>
          <a:bodyPr/>
          <a:lstStyle>
            <a:lvl1pPr defTabSz="886613">
              <a:spcBef>
                <a:spcPts val="900"/>
              </a:spcBef>
              <a:defRPr cap="all" sz="1300">
                <a:solidFill>
                  <a:srgbClr val="515E68"/>
                </a:solidFill>
                <a:latin typeface="Mona Sans Mono"/>
                <a:ea typeface="Mona Sans Mono"/>
                <a:cs typeface="Mona Sans Mono"/>
                <a:sym typeface="Mona Sans Mono"/>
              </a:defRPr>
            </a:lvl1pPr>
          </a:lstStyle>
          <a:p>
            <a:pPr/>
            <a:r>
              <a:t>Click to enter title</a:t>
            </a:r>
          </a:p>
        </p:txBody>
      </p:sp>
      <p:sp>
        <p:nvSpPr>
          <p:cNvPr id="7966" name="Text Placeholder 12"/>
          <p:cNvSpPr/>
          <p:nvPr>
            <p:ph type="body" sz="quarter" idx="23" hasCustomPrompt="1"/>
          </p:nvPr>
        </p:nvSpPr>
        <p:spPr>
          <a:xfrm>
            <a:off x="379410" y="1099266"/>
            <a:ext cx="11430007" cy="1320789"/>
          </a:xfrm>
          <a:prstGeom prst="rect">
            <a:avLst/>
          </a:prstGeom>
        </p:spPr>
        <p:txBody>
          <a:bodyPr/>
          <a:lstStyle>
            <a:lvl1pPr>
              <a:defRPr sz="2100">
                <a:solidFill>
                  <a:srgbClr val="515E68"/>
                </a:solidFill>
                <a:latin typeface="Mona-Sans Regular"/>
                <a:ea typeface="Mona-Sans Regular"/>
                <a:cs typeface="Mona-Sans Regular"/>
                <a:sym typeface="Mona-Sans Regular"/>
              </a:defRPr>
            </a:lvl1pPr>
          </a:lstStyle>
          <a:p>
            <a:pPr/>
            <a:r>
              <a:t>Optional additional text</a:t>
            </a:r>
          </a:p>
        </p:txBody>
      </p:sp>
      <p:sp>
        <p:nvSpPr>
          <p:cNvPr id="79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de top">
    <p:bg>
      <p:bgPr>
        <a:solidFill>
          <a:srgbClr val="FFFFFF"/>
        </a:solidFill>
      </p:bgPr>
    </p:bg>
    <p:spTree>
      <p:nvGrpSpPr>
        <p:cNvPr id="1" name=""/>
        <p:cNvGrpSpPr/>
        <p:nvPr/>
      </p:nvGrpSpPr>
      <p:grpSpPr>
        <a:xfrm>
          <a:off x="0" y="0"/>
          <a:ext cx="0" cy="0"/>
          <a:chOff x="0" y="0"/>
          <a:chExt cx="0" cy="0"/>
        </a:xfrm>
      </p:grpSpPr>
      <p:grpSp>
        <p:nvGrpSpPr>
          <p:cNvPr id="7976" name="Rectangle 1"/>
          <p:cNvGrpSpPr/>
          <p:nvPr/>
        </p:nvGrpSpPr>
        <p:grpSpPr>
          <a:xfrm>
            <a:off x="12287632" y="5878297"/>
            <a:ext cx="710311" cy="979707"/>
            <a:chOff x="0" y="0"/>
            <a:chExt cx="710309" cy="979705"/>
          </a:xfrm>
        </p:grpSpPr>
        <p:sp>
          <p:nvSpPr>
            <p:cNvPr id="797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7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979" name="Rectangle 2"/>
          <p:cNvGrpSpPr/>
          <p:nvPr/>
        </p:nvGrpSpPr>
        <p:grpSpPr>
          <a:xfrm>
            <a:off x="12287631" y="4898603"/>
            <a:ext cx="710311" cy="979709"/>
            <a:chOff x="0" y="-1"/>
            <a:chExt cx="710309" cy="979708"/>
          </a:xfrm>
        </p:grpSpPr>
        <p:sp>
          <p:nvSpPr>
            <p:cNvPr id="797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7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7982" name="Rectangle 3"/>
          <p:cNvGrpSpPr/>
          <p:nvPr/>
        </p:nvGrpSpPr>
        <p:grpSpPr>
          <a:xfrm>
            <a:off x="12287632" y="3918862"/>
            <a:ext cx="710311" cy="979706"/>
            <a:chOff x="0" y="0"/>
            <a:chExt cx="710309" cy="979705"/>
          </a:xfrm>
        </p:grpSpPr>
        <p:sp>
          <p:nvSpPr>
            <p:cNvPr id="798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8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7985" name="Rectangle 4"/>
          <p:cNvGrpSpPr/>
          <p:nvPr/>
        </p:nvGrpSpPr>
        <p:grpSpPr>
          <a:xfrm>
            <a:off x="12287631" y="2939171"/>
            <a:ext cx="710311" cy="979707"/>
            <a:chOff x="0" y="0"/>
            <a:chExt cx="710309" cy="979705"/>
          </a:xfrm>
        </p:grpSpPr>
        <p:sp>
          <p:nvSpPr>
            <p:cNvPr id="798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8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7988" name="Rectangle 5"/>
          <p:cNvGrpSpPr/>
          <p:nvPr/>
        </p:nvGrpSpPr>
        <p:grpSpPr>
          <a:xfrm>
            <a:off x="12287632" y="1959431"/>
            <a:ext cx="710311" cy="979707"/>
            <a:chOff x="0" y="0"/>
            <a:chExt cx="710309" cy="979705"/>
          </a:xfrm>
        </p:grpSpPr>
        <p:sp>
          <p:nvSpPr>
            <p:cNvPr id="798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8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7991" name="Rectangle 6"/>
          <p:cNvGrpSpPr/>
          <p:nvPr/>
        </p:nvGrpSpPr>
        <p:grpSpPr>
          <a:xfrm>
            <a:off x="12287631" y="979736"/>
            <a:ext cx="710311" cy="979707"/>
            <a:chOff x="0" y="0"/>
            <a:chExt cx="710309" cy="979705"/>
          </a:xfrm>
        </p:grpSpPr>
        <p:sp>
          <p:nvSpPr>
            <p:cNvPr id="798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9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7994" name="Rectangle 7"/>
          <p:cNvGrpSpPr/>
          <p:nvPr/>
        </p:nvGrpSpPr>
        <p:grpSpPr>
          <a:xfrm>
            <a:off x="12287631" y="-2"/>
            <a:ext cx="710311" cy="979706"/>
            <a:chOff x="0" y="0"/>
            <a:chExt cx="710309" cy="979705"/>
          </a:xfrm>
        </p:grpSpPr>
        <p:sp>
          <p:nvSpPr>
            <p:cNvPr id="799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9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7997" name="Rectangle 8"/>
          <p:cNvGrpSpPr/>
          <p:nvPr/>
        </p:nvGrpSpPr>
        <p:grpSpPr>
          <a:xfrm>
            <a:off x="12997439" y="5715013"/>
            <a:ext cx="710311" cy="1142996"/>
            <a:chOff x="0" y="0"/>
            <a:chExt cx="710309" cy="1142994"/>
          </a:xfrm>
        </p:grpSpPr>
        <p:sp>
          <p:nvSpPr>
            <p:cNvPr id="799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8000" name="Rectangle 9"/>
          <p:cNvGrpSpPr/>
          <p:nvPr/>
        </p:nvGrpSpPr>
        <p:grpSpPr>
          <a:xfrm>
            <a:off x="12997439" y="4572032"/>
            <a:ext cx="710311" cy="1142996"/>
            <a:chOff x="0" y="0"/>
            <a:chExt cx="710309" cy="1142994"/>
          </a:xfrm>
        </p:grpSpPr>
        <p:sp>
          <p:nvSpPr>
            <p:cNvPr id="799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799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8003" name="Rectangle 10"/>
          <p:cNvGrpSpPr/>
          <p:nvPr/>
        </p:nvGrpSpPr>
        <p:grpSpPr>
          <a:xfrm>
            <a:off x="12997439" y="3428998"/>
            <a:ext cx="710311" cy="1142996"/>
            <a:chOff x="0" y="0"/>
            <a:chExt cx="710309" cy="1142994"/>
          </a:xfrm>
        </p:grpSpPr>
        <p:sp>
          <p:nvSpPr>
            <p:cNvPr id="800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0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8006" name="Rectangle 11"/>
          <p:cNvGrpSpPr/>
          <p:nvPr/>
        </p:nvGrpSpPr>
        <p:grpSpPr>
          <a:xfrm>
            <a:off x="12997439" y="2286017"/>
            <a:ext cx="710311" cy="1142996"/>
            <a:chOff x="0" y="0"/>
            <a:chExt cx="710309" cy="1142994"/>
          </a:xfrm>
        </p:grpSpPr>
        <p:sp>
          <p:nvSpPr>
            <p:cNvPr id="800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0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8009" name="Rectangle 12"/>
          <p:cNvGrpSpPr/>
          <p:nvPr/>
        </p:nvGrpSpPr>
        <p:grpSpPr>
          <a:xfrm>
            <a:off x="12997439" y="1142977"/>
            <a:ext cx="710311" cy="1142997"/>
            <a:chOff x="0" y="-1"/>
            <a:chExt cx="710309" cy="1142995"/>
          </a:xfrm>
        </p:grpSpPr>
        <p:sp>
          <p:nvSpPr>
            <p:cNvPr id="800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0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8012" name="Rectangle 13"/>
          <p:cNvGrpSpPr/>
          <p:nvPr/>
        </p:nvGrpSpPr>
        <p:grpSpPr>
          <a:xfrm>
            <a:off x="13706754" y="-2365"/>
            <a:ext cx="710311" cy="1142995"/>
            <a:chOff x="0" y="0"/>
            <a:chExt cx="710309" cy="1142994"/>
          </a:xfrm>
        </p:grpSpPr>
        <p:sp>
          <p:nvSpPr>
            <p:cNvPr id="801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8015" name="Rectangle 14"/>
          <p:cNvGrpSpPr/>
          <p:nvPr/>
        </p:nvGrpSpPr>
        <p:grpSpPr>
          <a:xfrm>
            <a:off x="13706756" y="5715013"/>
            <a:ext cx="710311" cy="1142996"/>
            <a:chOff x="0" y="0"/>
            <a:chExt cx="710309" cy="1142994"/>
          </a:xfrm>
        </p:grpSpPr>
        <p:sp>
          <p:nvSpPr>
            <p:cNvPr id="801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1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8018" name="Rectangle 15"/>
          <p:cNvGrpSpPr/>
          <p:nvPr/>
        </p:nvGrpSpPr>
        <p:grpSpPr>
          <a:xfrm>
            <a:off x="13706754" y="4572032"/>
            <a:ext cx="710311" cy="1142996"/>
            <a:chOff x="0" y="0"/>
            <a:chExt cx="710309" cy="1142994"/>
          </a:xfrm>
        </p:grpSpPr>
        <p:sp>
          <p:nvSpPr>
            <p:cNvPr id="801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1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8021" name="Rectangle 16"/>
          <p:cNvGrpSpPr/>
          <p:nvPr/>
        </p:nvGrpSpPr>
        <p:grpSpPr>
          <a:xfrm>
            <a:off x="12996453" y="-1157"/>
            <a:ext cx="710311" cy="1142995"/>
            <a:chOff x="0" y="0"/>
            <a:chExt cx="710309" cy="1142994"/>
          </a:xfrm>
        </p:grpSpPr>
        <p:sp>
          <p:nvSpPr>
            <p:cNvPr id="801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8024" name="Rectangle 17"/>
          <p:cNvGrpSpPr/>
          <p:nvPr/>
        </p:nvGrpSpPr>
        <p:grpSpPr>
          <a:xfrm>
            <a:off x="13706754" y="2286017"/>
            <a:ext cx="710311" cy="1142996"/>
            <a:chOff x="0" y="0"/>
            <a:chExt cx="710309" cy="1142994"/>
          </a:xfrm>
        </p:grpSpPr>
        <p:sp>
          <p:nvSpPr>
            <p:cNvPr id="802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2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8027" name="Rectangle 18"/>
          <p:cNvGrpSpPr/>
          <p:nvPr/>
        </p:nvGrpSpPr>
        <p:grpSpPr>
          <a:xfrm>
            <a:off x="13706756" y="1142977"/>
            <a:ext cx="710311" cy="1142997"/>
            <a:chOff x="0" y="-1"/>
            <a:chExt cx="710309" cy="1142995"/>
          </a:xfrm>
        </p:grpSpPr>
        <p:sp>
          <p:nvSpPr>
            <p:cNvPr id="802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2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8030" name="Rectangle 19"/>
          <p:cNvGrpSpPr/>
          <p:nvPr/>
        </p:nvGrpSpPr>
        <p:grpSpPr>
          <a:xfrm>
            <a:off x="13706754" y="3427836"/>
            <a:ext cx="710311" cy="1142996"/>
            <a:chOff x="0" y="0"/>
            <a:chExt cx="710309" cy="1142994"/>
          </a:xfrm>
        </p:grpSpPr>
        <p:sp>
          <p:nvSpPr>
            <p:cNvPr id="802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8031" name="Rectangle 3"/>
          <p:cNvSpPr/>
          <p:nvPr/>
        </p:nvSpPr>
        <p:spPr>
          <a:xfrm>
            <a:off x="0" y="18286"/>
            <a:ext cx="12188825" cy="4008179"/>
          </a:xfrm>
          <a:prstGeom prst="rect">
            <a:avLst/>
          </a:prstGeom>
          <a:solidFill>
            <a:srgbClr val="F3F6F2"/>
          </a:solidFill>
          <a:ln w="12700">
            <a:miter lim="400000"/>
          </a:ln>
        </p:spPr>
        <p:txBody>
          <a:bodyPr lIns="45718" tIns="45718" rIns="45718" bIns="45718"/>
          <a:lstStyle/>
          <a:p>
            <a:pPr defTabSz="932192">
              <a:defRPr sz="1900">
                <a:solidFill>
                  <a:srgbClr val="FFFFFF"/>
                </a:solidFill>
              </a:defRPr>
            </a:pPr>
          </a:p>
        </p:txBody>
      </p:sp>
      <p:sp>
        <p:nvSpPr>
          <p:cNvPr id="8032" name="Rectangle 9"/>
          <p:cNvSpPr/>
          <p:nvPr/>
        </p:nvSpPr>
        <p:spPr>
          <a:xfrm>
            <a:off x="-66" y="4026463"/>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8033" name="Body Level One…"/>
          <p:cNvSpPr txBox="1"/>
          <p:nvPr>
            <p:ph type="body" sz="quarter" idx="1" hasCustomPrompt="1"/>
          </p:nvPr>
        </p:nvSpPr>
        <p:spPr>
          <a:xfrm>
            <a:off x="379413" y="4437946"/>
            <a:ext cx="11430001" cy="525877"/>
          </a:xfrm>
          <a:prstGeom prst="rect">
            <a:avLst/>
          </a:prstGeom>
        </p:spPr>
        <p:txBody>
          <a:bodyPr/>
          <a:lstStyle>
            <a:lvl1pPr>
              <a:defRPr sz="3600">
                <a:solidFill>
                  <a:srgbClr val="000000"/>
                </a:solidFill>
                <a:latin typeface="Mona-Sans Regular"/>
                <a:ea typeface="Mona-Sans Regular"/>
                <a:cs typeface="Mona-Sans Regular"/>
                <a:sym typeface="Mona-Sans Regular"/>
              </a:defRPr>
            </a:lvl1pPr>
            <a:lvl2pPr>
              <a:defRPr sz="3600">
                <a:solidFill>
                  <a:srgbClr val="000000"/>
                </a:solidFill>
                <a:latin typeface="Mona-Sans Regular"/>
                <a:ea typeface="Mona-Sans Regular"/>
                <a:cs typeface="Mona-Sans Regular"/>
                <a:sym typeface="Mona-Sans Regular"/>
              </a:defRPr>
            </a:lvl2pPr>
            <a:lvl3pPr>
              <a:defRPr sz="3600">
                <a:solidFill>
                  <a:srgbClr val="000000"/>
                </a:solidFill>
                <a:latin typeface="Mona-Sans Regular"/>
                <a:ea typeface="Mona-Sans Regular"/>
                <a:cs typeface="Mona-Sans Regular"/>
                <a:sym typeface="Mona-Sans Regular"/>
              </a:defRPr>
            </a:lvl3pPr>
            <a:lvl4pPr>
              <a:defRPr sz="3600">
                <a:solidFill>
                  <a:srgbClr val="000000"/>
                </a:solidFill>
                <a:latin typeface="Mona-Sans Regular"/>
                <a:ea typeface="Mona-Sans Regular"/>
                <a:cs typeface="Mona-Sans Regular"/>
                <a:sym typeface="Mona-Sans Regular"/>
              </a:defRPr>
            </a:lvl4pPr>
            <a:lvl5pPr>
              <a:defRPr sz="3600">
                <a:solidFill>
                  <a:srgbClr val="000000"/>
                </a:solidFill>
                <a:latin typeface="Mona-Sans Regular"/>
                <a:ea typeface="Mona-Sans Regular"/>
                <a:cs typeface="Mona-Sans Regular"/>
                <a:sym typeface="Mona-Sans Regular"/>
              </a:defRPr>
            </a:lvl5pPr>
          </a:lstStyle>
          <a:p>
            <a:pPr/>
            <a:r>
              <a:t>Title should be less than 10 words</a:t>
            </a:r>
          </a:p>
          <a:p>
            <a:pPr lvl="1"/>
            <a:r>
              <a:t/>
            </a:r>
          </a:p>
          <a:p>
            <a:pPr lvl="2"/>
            <a:r>
              <a:t/>
            </a:r>
          </a:p>
          <a:p>
            <a:pPr lvl="3"/>
            <a:r>
              <a:t/>
            </a:r>
          </a:p>
          <a:p>
            <a:pPr lvl="4"/>
            <a:r>
              <a:t/>
            </a:r>
          </a:p>
        </p:txBody>
      </p:sp>
      <p:sp>
        <p:nvSpPr>
          <p:cNvPr id="8034" name="Text Placeholder 4"/>
          <p:cNvSpPr/>
          <p:nvPr>
            <p:ph type="body" sz="quarter" idx="21" hasCustomPrompt="1"/>
          </p:nvPr>
        </p:nvSpPr>
        <p:spPr>
          <a:xfrm>
            <a:off x="379410" y="5096388"/>
            <a:ext cx="11430007" cy="1342515"/>
          </a:xfrm>
          <a:prstGeom prst="rect">
            <a:avLst/>
          </a:prstGeom>
        </p:spPr>
        <p:txBody>
          <a:bodyPr/>
          <a:lstStyle>
            <a:lvl1pPr>
              <a:defRPr sz="2100">
                <a:solidFill>
                  <a:srgbClr val="515E68"/>
                </a:solidFill>
                <a:latin typeface="Mona-Sans Regular"/>
                <a:ea typeface="Mona-Sans Regular"/>
                <a:cs typeface="Mona-Sans Regular"/>
                <a:sym typeface="Mona-Sans Regular"/>
              </a:defRPr>
            </a:lvl1pPr>
          </a:lstStyle>
          <a:p>
            <a:pPr/>
            <a:r>
              <a:t>Optional additional text</a:t>
            </a:r>
          </a:p>
        </p:txBody>
      </p:sp>
      <p:sp>
        <p:nvSpPr>
          <p:cNvPr id="8035" name="Text Placeholder 4"/>
          <p:cNvSpPr/>
          <p:nvPr>
            <p:ph type="body" sz="half" idx="22" hasCustomPrompt="1"/>
          </p:nvPr>
        </p:nvSpPr>
        <p:spPr>
          <a:xfrm>
            <a:off x="379410" y="736124"/>
            <a:ext cx="11430007" cy="2871243"/>
          </a:xfrm>
          <a:prstGeom prst="rect">
            <a:avLst/>
          </a:prstGeom>
        </p:spPr>
        <p:txBody>
          <a:bodyPr/>
          <a:lstStyle>
            <a:lvl1pPr>
              <a:defRPr sz="2300">
                <a:solidFill>
                  <a:srgbClr val="B0BAC2"/>
                </a:solidFill>
                <a:latin typeface="Mona Sans Mono"/>
                <a:ea typeface="Mona Sans Mono"/>
                <a:cs typeface="Mona Sans Mono"/>
                <a:sym typeface="Mona Sans Mono"/>
              </a:defRPr>
            </a:lvl1pPr>
          </a:lstStyle>
          <a:p>
            <a:pPr/>
            <a:r>
              <a:t>Click to edit or paste code</a:t>
            </a:r>
          </a:p>
        </p:txBody>
      </p:sp>
      <p:sp>
        <p:nvSpPr>
          <p:cNvPr id="8036" name="Text Placeholder 4"/>
          <p:cNvSpPr/>
          <p:nvPr>
            <p:ph type="body" sz="quarter" idx="23" hasCustomPrompt="1"/>
          </p:nvPr>
        </p:nvSpPr>
        <p:spPr>
          <a:xfrm>
            <a:off x="379410" y="429769"/>
            <a:ext cx="11430007" cy="205775"/>
          </a:xfrm>
          <a:prstGeom prst="rect">
            <a:avLst/>
          </a:prstGeom>
        </p:spPr>
        <p:txBody>
          <a:bodyPr/>
          <a:lstStyle>
            <a:lvl1pPr defTabSz="886613">
              <a:spcBef>
                <a:spcPts val="900"/>
              </a:spcBef>
              <a:defRPr cap="all" sz="1300">
                <a:solidFill>
                  <a:srgbClr val="515E68"/>
                </a:solidFill>
                <a:latin typeface="Mona Sans Mono"/>
                <a:ea typeface="Mona Sans Mono"/>
                <a:cs typeface="Mona Sans Mono"/>
                <a:sym typeface="Mona Sans Mono"/>
              </a:defRPr>
            </a:lvl1pPr>
          </a:lstStyle>
          <a:p>
            <a:pPr/>
            <a:r>
              <a:t>Click to enter title</a:t>
            </a:r>
          </a:p>
        </p:txBody>
      </p:sp>
      <p:sp>
        <p:nvSpPr>
          <p:cNvPr id="80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de right side">
    <p:bg>
      <p:bgPr>
        <a:solidFill>
          <a:srgbClr val="FFFFFF"/>
        </a:solidFill>
      </p:bgPr>
    </p:bg>
    <p:spTree>
      <p:nvGrpSpPr>
        <p:cNvPr id="1" name=""/>
        <p:cNvGrpSpPr/>
        <p:nvPr/>
      </p:nvGrpSpPr>
      <p:grpSpPr>
        <a:xfrm>
          <a:off x="0" y="0"/>
          <a:ext cx="0" cy="0"/>
          <a:chOff x="0" y="0"/>
          <a:chExt cx="0" cy="0"/>
        </a:xfrm>
      </p:grpSpPr>
      <p:grpSp>
        <p:nvGrpSpPr>
          <p:cNvPr id="8046" name="Rectangle 1"/>
          <p:cNvGrpSpPr/>
          <p:nvPr/>
        </p:nvGrpSpPr>
        <p:grpSpPr>
          <a:xfrm>
            <a:off x="12287632" y="5878297"/>
            <a:ext cx="710311" cy="979707"/>
            <a:chOff x="0" y="0"/>
            <a:chExt cx="710309" cy="979705"/>
          </a:xfrm>
        </p:grpSpPr>
        <p:sp>
          <p:nvSpPr>
            <p:cNvPr id="804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4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8049" name="Rectangle 2"/>
          <p:cNvGrpSpPr/>
          <p:nvPr/>
        </p:nvGrpSpPr>
        <p:grpSpPr>
          <a:xfrm>
            <a:off x="12287631" y="4898603"/>
            <a:ext cx="710311" cy="979709"/>
            <a:chOff x="0" y="-1"/>
            <a:chExt cx="710309" cy="979708"/>
          </a:xfrm>
        </p:grpSpPr>
        <p:sp>
          <p:nvSpPr>
            <p:cNvPr id="804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4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8052" name="Rectangle 3"/>
          <p:cNvGrpSpPr/>
          <p:nvPr/>
        </p:nvGrpSpPr>
        <p:grpSpPr>
          <a:xfrm>
            <a:off x="12287632" y="3918862"/>
            <a:ext cx="710311" cy="979706"/>
            <a:chOff x="0" y="0"/>
            <a:chExt cx="710309" cy="979705"/>
          </a:xfrm>
        </p:grpSpPr>
        <p:sp>
          <p:nvSpPr>
            <p:cNvPr id="805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5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8055" name="Rectangle 4"/>
          <p:cNvGrpSpPr/>
          <p:nvPr/>
        </p:nvGrpSpPr>
        <p:grpSpPr>
          <a:xfrm>
            <a:off x="12287631" y="2939171"/>
            <a:ext cx="710311" cy="979707"/>
            <a:chOff x="0" y="0"/>
            <a:chExt cx="710309" cy="979705"/>
          </a:xfrm>
        </p:grpSpPr>
        <p:sp>
          <p:nvSpPr>
            <p:cNvPr id="805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5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8058" name="Rectangle 5"/>
          <p:cNvGrpSpPr/>
          <p:nvPr/>
        </p:nvGrpSpPr>
        <p:grpSpPr>
          <a:xfrm>
            <a:off x="12287632" y="1959431"/>
            <a:ext cx="710311" cy="979707"/>
            <a:chOff x="0" y="0"/>
            <a:chExt cx="710309" cy="979705"/>
          </a:xfrm>
        </p:grpSpPr>
        <p:sp>
          <p:nvSpPr>
            <p:cNvPr id="805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5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8061" name="Rectangle 6"/>
          <p:cNvGrpSpPr/>
          <p:nvPr/>
        </p:nvGrpSpPr>
        <p:grpSpPr>
          <a:xfrm>
            <a:off x="12287631" y="979736"/>
            <a:ext cx="710311" cy="979707"/>
            <a:chOff x="0" y="0"/>
            <a:chExt cx="710309" cy="979705"/>
          </a:xfrm>
        </p:grpSpPr>
        <p:sp>
          <p:nvSpPr>
            <p:cNvPr id="805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6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8064" name="Rectangle 7"/>
          <p:cNvGrpSpPr/>
          <p:nvPr/>
        </p:nvGrpSpPr>
        <p:grpSpPr>
          <a:xfrm>
            <a:off x="12287631" y="-2"/>
            <a:ext cx="710311" cy="979706"/>
            <a:chOff x="0" y="0"/>
            <a:chExt cx="710309" cy="979705"/>
          </a:xfrm>
        </p:grpSpPr>
        <p:sp>
          <p:nvSpPr>
            <p:cNvPr id="806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6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8067" name="Rectangle 8"/>
          <p:cNvGrpSpPr/>
          <p:nvPr/>
        </p:nvGrpSpPr>
        <p:grpSpPr>
          <a:xfrm>
            <a:off x="12997439" y="5715013"/>
            <a:ext cx="710311" cy="1142996"/>
            <a:chOff x="0" y="0"/>
            <a:chExt cx="710309" cy="1142994"/>
          </a:xfrm>
        </p:grpSpPr>
        <p:sp>
          <p:nvSpPr>
            <p:cNvPr id="806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6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8070" name="Rectangle 9"/>
          <p:cNvGrpSpPr/>
          <p:nvPr/>
        </p:nvGrpSpPr>
        <p:grpSpPr>
          <a:xfrm>
            <a:off x="12997439" y="4572032"/>
            <a:ext cx="710311" cy="1142996"/>
            <a:chOff x="0" y="0"/>
            <a:chExt cx="710309" cy="1142994"/>
          </a:xfrm>
        </p:grpSpPr>
        <p:sp>
          <p:nvSpPr>
            <p:cNvPr id="806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8073" name="Rectangle 10"/>
          <p:cNvGrpSpPr/>
          <p:nvPr/>
        </p:nvGrpSpPr>
        <p:grpSpPr>
          <a:xfrm>
            <a:off x="12997439" y="3428998"/>
            <a:ext cx="710311" cy="1142996"/>
            <a:chOff x="0" y="0"/>
            <a:chExt cx="710309" cy="1142994"/>
          </a:xfrm>
        </p:grpSpPr>
        <p:sp>
          <p:nvSpPr>
            <p:cNvPr id="807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8076" name="Rectangle 11"/>
          <p:cNvGrpSpPr/>
          <p:nvPr/>
        </p:nvGrpSpPr>
        <p:grpSpPr>
          <a:xfrm>
            <a:off x="12997439" y="2286017"/>
            <a:ext cx="710311" cy="1142996"/>
            <a:chOff x="0" y="0"/>
            <a:chExt cx="710309" cy="1142994"/>
          </a:xfrm>
        </p:grpSpPr>
        <p:sp>
          <p:nvSpPr>
            <p:cNvPr id="807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7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8079" name="Rectangle 12"/>
          <p:cNvGrpSpPr/>
          <p:nvPr/>
        </p:nvGrpSpPr>
        <p:grpSpPr>
          <a:xfrm>
            <a:off x="12997439" y="1142977"/>
            <a:ext cx="710311" cy="1142997"/>
            <a:chOff x="0" y="-1"/>
            <a:chExt cx="710309" cy="1142995"/>
          </a:xfrm>
        </p:grpSpPr>
        <p:sp>
          <p:nvSpPr>
            <p:cNvPr id="807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7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8082" name="Rectangle 13"/>
          <p:cNvGrpSpPr/>
          <p:nvPr/>
        </p:nvGrpSpPr>
        <p:grpSpPr>
          <a:xfrm>
            <a:off x="13706754" y="-2365"/>
            <a:ext cx="710311" cy="1142995"/>
            <a:chOff x="0" y="0"/>
            <a:chExt cx="710309" cy="1142994"/>
          </a:xfrm>
        </p:grpSpPr>
        <p:sp>
          <p:nvSpPr>
            <p:cNvPr id="808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8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8085" name="Rectangle 14"/>
          <p:cNvGrpSpPr/>
          <p:nvPr/>
        </p:nvGrpSpPr>
        <p:grpSpPr>
          <a:xfrm>
            <a:off x="13706756" y="5715013"/>
            <a:ext cx="710311" cy="1142996"/>
            <a:chOff x="0" y="0"/>
            <a:chExt cx="710309" cy="1142994"/>
          </a:xfrm>
        </p:grpSpPr>
        <p:sp>
          <p:nvSpPr>
            <p:cNvPr id="808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8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8088" name="Rectangle 15"/>
          <p:cNvGrpSpPr/>
          <p:nvPr/>
        </p:nvGrpSpPr>
        <p:grpSpPr>
          <a:xfrm>
            <a:off x="13706754" y="4572032"/>
            <a:ext cx="710311" cy="1142996"/>
            <a:chOff x="0" y="0"/>
            <a:chExt cx="710309" cy="1142994"/>
          </a:xfrm>
        </p:grpSpPr>
        <p:sp>
          <p:nvSpPr>
            <p:cNvPr id="808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8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8091" name="Rectangle 16"/>
          <p:cNvGrpSpPr/>
          <p:nvPr/>
        </p:nvGrpSpPr>
        <p:grpSpPr>
          <a:xfrm>
            <a:off x="12996453" y="-1157"/>
            <a:ext cx="710311" cy="1142995"/>
            <a:chOff x="0" y="0"/>
            <a:chExt cx="710309" cy="1142994"/>
          </a:xfrm>
        </p:grpSpPr>
        <p:sp>
          <p:nvSpPr>
            <p:cNvPr id="808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9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8094" name="Rectangle 17"/>
          <p:cNvGrpSpPr/>
          <p:nvPr/>
        </p:nvGrpSpPr>
        <p:grpSpPr>
          <a:xfrm>
            <a:off x="13706754" y="2286017"/>
            <a:ext cx="710311" cy="1142996"/>
            <a:chOff x="0" y="0"/>
            <a:chExt cx="710309" cy="1142994"/>
          </a:xfrm>
        </p:grpSpPr>
        <p:sp>
          <p:nvSpPr>
            <p:cNvPr id="809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9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8097" name="Rectangle 18"/>
          <p:cNvGrpSpPr/>
          <p:nvPr/>
        </p:nvGrpSpPr>
        <p:grpSpPr>
          <a:xfrm>
            <a:off x="13706756" y="1142977"/>
            <a:ext cx="710311" cy="1142997"/>
            <a:chOff x="0" y="-1"/>
            <a:chExt cx="710309" cy="1142995"/>
          </a:xfrm>
        </p:grpSpPr>
        <p:sp>
          <p:nvSpPr>
            <p:cNvPr id="809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9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8100" name="Rectangle 19"/>
          <p:cNvGrpSpPr/>
          <p:nvPr/>
        </p:nvGrpSpPr>
        <p:grpSpPr>
          <a:xfrm>
            <a:off x="13706754" y="3427836"/>
            <a:ext cx="710311" cy="1142996"/>
            <a:chOff x="0" y="0"/>
            <a:chExt cx="710309" cy="1142994"/>
          </a:xfrm>
        </p:grpSpPr>
        <p:sp>
          <p:nvSpPr>
            <p:cNvPr id="809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09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8101" name="Rectangle 3"/>
          <p:cNvSpPr/>
          <p:nvPr/>
        </p:nvSpPr>
        <p:spPr>
          <a:xfrm>
            <a:off x="5204628" y="1"/>
            <a:ext cx="6984197" cy="6858001"/>
          </a:xfrm>
          <a:prstGeom prst="rect">
            <a:avLst/>
          </a:prstGeom>
          <a:solidFill>
            <a:srgbClr val="F3F6F2"/>
          </a:solidFill>
          <a:ln w="12700">
            <a:miter lim="400000"/>
          </a:ln>
        </p:spPr>
        <p:txBody>
          <a:bodyPr lIns="45718" tIns="45718" rIns="45718" bIns="45718"/>
          <a:lstStyle/>
          <a:p>
            <a:pPr defTabSz="932192">
              <a:defRPr sz="1900">
                <a:solidFill>
                  <a:srgbClr val="FDFDFC"/>
                </a:solidFill>
              </a:defRPr>
            </a:pPr>
          </a:p>
        </p:txBody>
      </p:sp>
      <p:sp>
        <p:nvSpPr>
          <p:cNvPr id="8102" name="Rectangle 9"/>
          <p:cNvSpPr/>
          <p:nvPr/>
        </p:nvSpPr>
        <p:spPr>
          <a:xfrm rot="5400000">
            <a:off x="1785576" y="3419854"/>
            <a:ext cx="6858001"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8103" name="Body Level One…"/>
          <p:cNvSpPr txBox="1"/>
          <p:nvPr>
            <p:ph type="body" sz="quarter" idx="1" hasCustomPrompt="1"/>
          </p:nvPr>
        </p:nvSpPr>
        <p:spPr>
          <a:xfrm>
            <a:off x="379413" y="429769"/>
            <a:ext cx="4436892" cy="1015321"/>
          </a:xfrm>
          <a:prstGeom prst="rect">
            <a:avLst/>
          </a:prstGeom>
        </p:spPr>
        <p:txBody>
          <a:bodyPr/>
          <a:lstStyle>
            <a:lvl1pPr>
              <a:defRPr sz="3600">
                <a:solidFill>
                  <a:srgbClr val="000000"/>
                </a:solidFill>
                <a:latin typeface="Mona-Sans Regular"/>
                <a:ea typeface="Mona-Sans Regular"/>
                <a:cs typeface="Mona-Sans Regular"/>
                <a:sym typeface="Mona-Sans Regular"/>
              </a:defRPr>
            </a:lvl1pPr>
            <a:lvl2pPr>
              <a:defRPr sz="3600">
                <a:solidFill>
                  <a:srgbClr val="000000"/>
                </a:solidFill>
                <a:latin typeface="Mona-Sans Regular"/>
                <a:ea typeface="Mona-Sans Regular"/>
                <a:cs typeface="Mona-Sans Regular"/>
                <a:sym typeface="Mona-Sans Regular"/>
              </a:defRPr>
            </a:lvl2pPr>
            <a:lvl3pPr>
              <a:defRPr sz="3600">
                <a:solidFill>
                  <a:srgbClr val="000000"/>
                </a:solidFill>
                <a:latin typeface="Mona-Sans Regular"/>
                <a:ea typeface="Mona-Sans Regular"/>
                <a:cs typeface="Mona-Sans Regular"/>
                <a:sym typeface="Mona-Sans Regular"/>
              </a:defRPr>
            </a:lvl3pPr>
            <a:lvl4pPr>
              <a:defRPr sz="3600">
                <a:solidFill>
                  <a:srgbClr val="000000"/>
                </a:solidFill>
                <a:latin typeface="Mona-Sans Regular"/>
                <a:ea typeface="Mona-Sans Regular"/>
                <a:cs typeface="Mona-Sans Regular"/>
                <a:sym typeface="Mona-Sans Regular"/>
              </a:defRPr>
            </a:lvl4pPr>
            <a:lvl5pPr>
              <a:defRPr sz="3600">
                <a:solidFill>
                  <a:srgbClr val="000000"/>
                </a:solidFill>
                <a:latin typeface="Mona-Sans Regular"/>
                <a:ea typeface="Mona-Sans Regular"/>
                <a:cs typeface="Mona-Sans Regular"/>
                <a:sym typeface="Mona-Sans Regular"/>
              </a:defRPr>
            </a:lvl5pPr>
          </a:lstStyle>
          <a:p>
            <a:pPr/>
            <a:r>
              <a:t>Title should be less than 10 words</a:t>
            </a:r>
          </a:p>
          <a:p>
            <a:pPr lvl="1"/>
            <a:r>
              <a:t/>
            </a:r>
          </a:p>
          <a:p>
            <a:pPr lvl="2"/>
            <a:r>
              <a:t/>
            </a:r>
          </a:p>
          <a:p>
            <a:pPr lvl="3"/>
            <a:r>
              <a:t/>
            </a:r>
          </a:p>
          <a:p>
            <a:pPr lvl="4"/>
            <a:r>
              <a:t/>
            </a:r>
          </a:p>
        </p:txBody>
      </p:sp>
      <p:sp>
        <p:nvSpPr>
          <p:cNvPr id="8104" name="Text Placeholder 4"/>
          <p:cNvSpPr/>
          <p:nvPr>
            <p:ph type="body" sz="half" idx="21" hasCustomPrompt="1"/>
          </p:nvPr>
        </p:nvSpPr>
        <p:spPr>
          <a:xfrm>
            <a:off x="379413" y="1528653"/>
            <a:ext cx="4436893" cy="4899578"/>
          </a:xfrm>
          <a:prstGeom prst="rect">
            <a:avLst/>
          </a:prstGeom>
        </p:spPr>
        <p:txBody>
          <a:bodyPr/>
          <a:lstStyle>
            <a:lvl1pPr>
              <a:defRPr sz="2100">
                <a:solidFill>
                  <a:srgbClr val="515E68"/>
                </a:solidFill>
                <a:latin typeface="Mona-Sans Regular"/>
                <a:ea typeface="Mona-Sans Regular"/>
                <a:cs typeface="Mona-Sans Regular"/>
                <a:sym typeface="Mona-Sans Regular"/>
              </a:defRPr>
            </a:lvl1pPr>
          </a:lstStyle>
          <a:p>
            <a:pPr/>
            <a:r>
              <a:t>Optional additional text</a:t>
            </a:r>
          </a:p>
        </p:txBody>
      </p:sp>
      <p:sp>
        <p:nvSpPr>
          <p:cNvPr id="8105" name="Text Placeholder 4"/>
          <p:cNvSpPr/>
          <p:nvPr>
            <p:ph type="body" idx="22" hasCustomPrompt="1"/>
          </p:nvPr>
        </p:nvSpPr>
        <p:spPr>
          <a:xfrm>
            <a:off x="5612043" y="736123"/>
            <a:ext cx="6197374" cy="5692111"/>
          </a:xfrm>
          <a:prstGeom prst="rect">
            <a:avLst/>
          </a:prstGeom>
        </p:spPr>
        <p:txBody>
          <a:bodyPr/>
          <a:lstStyle>
            <a:lvl1pPr>
              <a:defRPr sz="2300">
                <a:solidFill>
                  <a:srgbClr val="B0BAC2"/>
                </a:solidFill>
                <a:latin typeface="Mona Sans Mono"/>
                <a:ea typeface="Mona Sans Mono"/>
                <a:cs typeface="Mona Sans Mono"/>
                <a:sym typeface="Mona Sans Mono"/>
              </a:defRPr>
            </a:lvl1pPr>
          </a:lstStyle>
          <a:p>
            <a:pPr/>
            <a:r>
              <a:t>Click to edit or paste code</a:t>
            </a:r>
          </a:p>
        </p:txBody>
      </p:sp>
      <p:sp>
        <p:nvSpPr>
          <p:cNvPr id="8106" name="Text Placeholder 4"/>
          <p:cNvSpPr/>
          <p:nvPr>
            <p:ph type="body" sz="quarter" idx="23" hasCustomPrompt="1"/>
          </p:nvPr>
        </p:nvSpPr>
        <p:spPr>
          <a:xfrm>
            <a:off x="5612043" y="429769"/>
            <a:ext cx="6197374" cy="205775"/>
          </a:xfrm>
          <a:prstGeom prst="rect">
            <a:avLst/>
          </a:prstGeom>
        </p:spPr>
        <p:txBody>
          <a:bodyPr/>
          <a:lstStyle>
            <a:lvl1pPr defTabSz="886613">
              <a:spcBef>
                <a:spcPts val="900"/>
              </a:spcBef>
              <a:defRPr cap="all" sz="1300">
                <a:solidFill>
                  <a:srgbClr val="515E68"/>
                </a:solidFill>
                <a:latin typeface="Mona Sans Mono"/>
                <a:ea typeface="Mona Sans Mono"/>
                <a:cs typeface="Mona Sans Mono"/>
                <a:sym typeface="Mona Sans Mono"/>
              </a:defRPr>
            </a:lvl1pPr>
          </a:lstStyle>
          <a:p>
            <a:pPr/>
            <a:r>
              <a:t>Click to enter title</a:t>
            </a:r>
          </a:p>
        </p:txBody>
      </p:sp>
      <p:sp>
        <p:nvSpPr>
          <p:cNvPr id="810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de left side">
    <p:bg>
      <p:bgPr>
        <a:solidFill>
          <a:srgbClr val="FFFFFF"/>
        </a:solidFill>
      </p:bgPr>
    </p:bg>
    <p:spTree>
      <p:nvGrpSpPr>
        <p:cNvPr id="1" name=""/>
        <p:cNvGrpSpPr/>
        <p:nvPr/>
      </p:nvGrpSpPr>
      <p:grpSpPr>
        <a:xfrm>
          <a:off x="0" y="0"/>
          <a:ext cx="0" cy="0"/>
          <a:chOff x="0" y="0"/>
          <a:chExt cx="0" cy="0"/>
        </a:xfrm>
      </p:grpSpPr>
      <p:grpSp>
        <p:nvGrpSpPr>
          <p:cNvPr id="8116" name="Rectangle 1"/>
          <p:cNvGrpSpPr/>
          <p:nvPr/>
        </p:nvGrpSpPr>
        <p:grpSpPr>
          <a:xfrm>
            <a:off x="12287632" y="5878297"/>
            <a:ext cx="710311" cy="979707"/>
            <a:chOff x="0" y="0"/>
            <a:chExt cx="710309" cy="979705"/>
          </a:xfrm>
        </p:grpSpPr>
        <p:sp>
          <p:nvSpPr>
            <p:cNvPr id="811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1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8119" name="Rectangle 2"/>
          <p:cNvGrpSpPr/>
          <p:nvPr/>
        </p:nvGrpSpPr>
        <p:grpSpPr>
          <a:xfrm>
            <a:off x="12287631" y="4898603"/>
            <a:ext cx="710311" cy="979709"/>
            <a:chOff x="0" y="-1"/>
            <a:chExt cx="710309" cy="979708"/>
          </a:xfrm>
        </p:grpSpPr>
        <p:sp>
          <p:nvSpPr>
            <p:cNvPr id="811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1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8122" name="Rectangle 3"/>
          <p:cNvGrpSpPr/>
          <p:nvPr/>
        </p:nvGrpSpPr>
        <p:grpSpPr>
          <a:xfrm>
            <a:off x="12287632" y="3918862"/>
            <a:ext cx="710311" cy="979706"/>
            <a:chOff x="0" y="0"/>
            <a:chExt cx="710309" cy="979705"/>
          </a:xfrm>
        </p:grpSpPr>
        <p:sp>
          <p:nvSpPr>
            <p:cNvPr id="812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2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8125" name="Rectangle 4"/>
          <p:cNvGrpSpPr/>
          <p:nvPr/>
        </p:nvGrpSpPr>
        <p:grpSpPr>
          <a:xfrm>
            <a:off x="12287631" y="2939171"/>
            <a:ext cx="710311" cy="979707"/>
            <a:chOff x="0" y="0"/>
            <a:chExt cx="710309" cy="979705"/>
          </a:xfrm>
        </p:grpSpPr>
        <p:sp>
          <p:nvSpPr>
            <p:cNvPr id="812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2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8128" name="Rectangle 5"/>
          <p:cNvGrpSpPr/>
          <p:nvPr/>
        </p:nvGrpSpPr>
        <p:grpSpPr>
          <a:xfrm>
            <a:off x="12287632" y="1959431"/>
            <a:ext cx="710311" cy="979707"/>
            <a:chOff x="0" y="0"/>
            <a:chExt cx="710309" cy="979705"/>
          </a:xfrm>
        </p:grpSpPr>
        <p:sp>
          <p:nvSpPr>
            <p:cNvPr id="812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2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8131" name="Rectangle 6"/>
          <p:cNvGrpSpPr/>
          <p:nvPr/>
        </p:nvGrpSpPr>
        <p:grpSpPr>
          <a:xfrm>
            <a:off x="12287631" y="979736"/>
            <a:ext cx="710311" cy="979707"/>
            <a:chOff x="0" y="0"/>
            <a:chExt cx="710309" cy="979705"/>
          </a:xfrm>
        </p:grpSpPr>
        <p:sp>
          <p:nvSpPr>
            <p:cNvPr id="812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3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8134" name="Rectangle 7"/>
          <p:cNvGrpSpPr/>
          <p:nvPr/>
        </p:nvGrpSpPr>
        <p:grpSpPr>
          <a:xfrm>
            <a:off x="12287631" y="-2"/>
            <a:ext cx="710311" cy="979706"/>
            <a:chOff x="0" y="0"/>
            <a:chExt cx="710309" cy="979705"/>
          </a:xfrm>
        </p:grpSpPr>
        <p:sp>
          <p:nvSpPr>
            <p:cNvPr id="813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3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8137" name="Rectangle 8"/>
          <p:cNvGrpSpPr/>
          <p:nvPr/>
        </p:nvGrpSpPr>
        <p:grpSpPr>
          <a:xfrm>
            <a:off x="12997439" y="5715013"/>
            <a:ext cx="710311" cy="1142996"/>
            <a:chOff x="0" y="0"/>
            <a:chExt cx="710309" cy="1142994"/>
          </a:xfrm>
        </p:grpSpPr>
        <p:sp>
          <p:nvSpPr>
            <p:cNvPr id="813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3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8140" name="Rectangle 9"/>
          <p:cNvGrpSpPr/>
          <p:nvPr/>
        </p:nvGrpSpPr>
        <p:grpSpPr>
          <a:xfrm>
            <a:off x="12997439" y="4572032"/>
            <a:ext cx="710311" cy="1142996"/>
            <a:chOff x="0" y="0"/>
            <a:chExt cx="710309" cy="1142994"/>
          </a:xfrm>
        </p:grpSpPr>
        <p:sp>
          <p:nvSpPr>
            <p:cNvPr id="813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3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8143" name="Rectangle 10"/>
          <p:cNvGrpSpPr/>
          <p:nvPr/>
        </p:nvGrpSpPr>
        <p:grpSpPr>
          <a:xfrm>
            <a:off x="12997439" y="3428998"/>
            <a:ext cx="710311" cy="1142996"/>
            <a:chOff x="0" y="0"/>
            <a:chExt cx="710309" cy="1142994"/>
          </a:xfrm>
        </p:grpSpPr>
        <p:sp>
          <p:nvSpPr>
            <p:cNvPr id="814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4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8146" name="Rectangle 11"/>
          <p:cNvGrpSpPr/>
          <p:nvPr/>
        </p:nvGrpSpPr>
        <p:grpSpPr>
          <a:xfrm>
            <a:off x="12997439" y="2286017"/>
            <a:ext cx="710311" cy="1142996"/>
            <a:chOff x="0" y="0"/>
            <a:chExt cx="710309" cy="1142994"/>
          </a:xfrm>
        </p:grpSpPr>
        <p:sp>
          <p:nvSpPr>
            <p:cNvPr id="814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4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8149" name="Rectangle 12"/>
          <p:cNvGrpSpPr/>
          <p:nvPr/>
        </p:nvGrpSpPr>
        <p:grpSpPr>
          <a:xfrm>
            <a:off x="12997439" y="1142977"/>
            <a:ext cx="710311" cy="1142997"/>
            <a:chOff x="0" y="-1"/>
            <a:chExt cx="710309" cy="1142995"/>
          </a:xfrm>
        </p:grpSpPr>
        <p:sp>
          <p:nvSpPr>
            <p:cNvPr id="814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4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8152" name="Rectangle 13"/>
          <p:cNvGrpSpPr/>
          <p:nvPr/>
        </p:nvGrpSpPr>
        <p:grpSpPr>
          <a:xfrm>
            <a:off x="13706754" y="-2365"/>
            <a:ext cx="710311" cy="1142995"/>
            <a:chOff x="0" y="0"/>
            <a:chExt cx="710309" cy="1142994"/>
          </a:xfrm>
        </p:grpSpPr>
        <p:sp>
          <p:nvSpPr>
            <p:cNvPr id="815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8155" name="Rectangle 14"/>
          <p:cNvGrpSpPr/>
          <p:nvPr/>
        </p:nvGrpSpPr>
        <p:grpSpPr>
          <a:xfrm>
            <a:off x="13706756" y="5715013"/>
            <a:ext cx="710311" cy="1142996"/>
            <a:chOff x="0" y="0"/>
            <a:chExt cx="710309" cy="1142994"/>
          </a:xfrm>
        </p:grpSpPr>
        <p:sp>
          <p:nvSpPr>
            <p:cNvPr id="815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8158" name="Rectangle 15"/>
          <p:cNvGrpSpPr/>
          <p:nvPr/>
        </p:nvGrpSpPr>
        <p:grpSpPr>
          <a:xfrm>
            <a:off x="13706754" y="4572032"/>
            <a:ext cx="710311" cy="1142996"/>
            <a:chOff x="0" y="0"/>
            <a:chExt cx="710309" cy="1142994"/>
          </a:xfrm>
        </p:grpSpPr>
        <p:sp>
          <p:nvSpPr>
            <p:cNvPr id="815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8161" name="Rectangle 16"/>
          <p:cNvGrpSpPr/>
          <p:nvPr/>
        </p:nvGrpSpPr>
        <p:grpSpPr>
          <a:xfrm>
            <a:off x="12996453" y="-1157"/>
            <a:ext cx="710311" cy="1142995"/>
            <a:chOff x="0" y="0"/>
            <a:chExt cx="710309" cy="1142994"/>
          </a:xfrm>
        </p:grpSpPr>
        <p:sp>
          <p:nvSpPr>
            <p:cNvPr id="815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6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8164" name="Rectangle 17"/>
          <p:cNvGrpSpPr/>
          <p:nvPr/>
        </p:nvGrpSpPr>
        <p:grpSpPr>
          <a:xfrm>
            <a:off x="13706754" y="2286017"/>
            <a:ext cx="710311" cy="1142996"/>
            <a:chOff x="0" y="0"/>
            <a:chExt cx="710309" cy="1142994"/>
          </a:xfrm>
        </p:grpSpPr>
        <p:sp>
          <p:nvSpPr>
            <p:cNvPr id="816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6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8167" name="Rectangle 18"/>
          <p:cNvGrpSpPr/>
          <p:nvPr/>
        </p:nvGrpSpPr>
        <p:grpSpPr>
          <a:xfrm>
            <a:off x="13706756" y="1142977"/>
            <a:ext cx="710311" cy="1142997"/>
            <a:chOff x="0" y="-1"/>
            <a:chExt cx="710309" cy="1142995"/>
          </a:xfrm>
        </p:grpSpPr>
        <p:sp>
          <p:nvSpPr>
            <p:cNvPr id="816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6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8170" name="Rectangle 19"/>
          <p:cNvGrpSpPr/>
          <p:nvPr/>
        </p:nvGrpSpPr>
        <p:grpSpPr>
          <a:xfrm>
            <a:off x="13706754" y="3427836"/>
            <a:ext cx="710311" cy="1142996"/>
            <a:chOff x="0" y="0"/>
            <a:chExt cx="710309" cy="1142994"/>
          </a:xfrm>
        </p:grpSpPr>
        <p:sp>
          <p:nvSpPr>
            <p:cNvPr id="816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8171" name="Rectangle 3"/>
          <p:cNvSpPr/>
          <p:nvPr/>
        </p:nvSpPr>
        <p:spPr>
          <a:xfrm>
            <a:off x="0" y="1"/>
            <a:ext cx="6984197" cy="6858001"/>
          </a:xfrm>
          <a:prstGeom prst="rect">
            <a:avLst/>
          </a:prstGeom>
          <a:solidFill>
            <a:srgbClr val="F3F6F2"/>
          </a:solidFill>
          <a:ln w="12700">
            <a:miter lim="400000"/>
          </a:ln>
        </p:spPr>
        <p:txBody>
          <a:bodyPr lIns="45718" tIns="45718" rIns="45718" bIns="45718"/>
          <a:lstStyle/>
          <a:p>
            <a:pPr defTabSz="932192">
              <a:defRPr sz="1900">
                <a:solidFill>
                  <a:srgbClr val="FFFFFF"/>
                </a:solidFill>
              </a:defRPr>
            </a:pPr>
          </a:p>
        </p:txBody>
      </p:sp>
      <p:sp>
        <p:nvSpPr>
          <p:cNvPr id="8172" name="Rectangle 9"/>
          <p:cNvSpPr/>
          <p:nvPr/>
        </p:nvSpPr>
        <p:spPr>
          <a:xfrm rot="5400000">
            <a:off x="3544291" y="3419854"/>
            <a:ext cx="6858001"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8173" name="Body Level One…"/>
          <p:cNvSpPr txBox="1"/>
          <p:nvPr>
            <p:ph type="body" sz="quarter" idx="1" hasCustomPrompt="1"/>
          </p:nvPr>
        </p:nvSpPr>
        <p:spPr>
          <a:xfrm>
            <a:off x="7372521" y="429769"/>
            <a:ext cx="4436896" cy="1015321"/>
          </a:xfrm>
          <a:prstGeom prst="rect">
            <a:avLst/>
          </a:prstGeom>
        </p:spPr>
        <p:txBody>
          <a:bodyPr/>
          <a:lstStyle>
            <a:lvl1pPr>
              <a:defRPr sz="3600">
                <a:solidFill>
                  <a:srgbClr val="000000"/>
                </a:solidFill>
                <a:latin typeface="Mona-Sans Regular"/>
                <a:ea typeface="Mona-Sans Regular"/>
                <a:cs typeface="Mona-Sans Regular"/>
                <a:sym typeface="Mona-Sans Regular"/>
              </a:defRPr>
            </a:lvl1pPr>
            <a:lvl2pPr>
              <a:defRPr sz="3600">
                <a:solidFill>
                  <a:srgbClr val="000000"/>
                </a:solidFill>
                <a:latin typeface="Mona-Sans Regular"/>
                <a:ea typeface="Mona-Sans Regular"/>
                <a:cs typeface="Mona-Sans Regular"/>
                <a:sym typeface="Mona-Sans Regular"/>
              </a:defRPr>
            </a:lvl2pPr>
            <a:lvl3pPr>
              <a:defRPr sz="3600">
                <a:solidFill>
                  <a:srgbClr val="000000"/>
                </a:solidFill>
                <a:latin typeface="Mona-Sans Regular"/>
                <a:ea typeface="Mona-Sans Regular"/>
                <a:cs typeface="Mona-Sans Regular"/>
                <a:sym typeface="Mona-Sans Regular"/>
              </a:defRPr>
            </a:lvl3pPr>
            <a:lvl4pPr>
              <a:defRPr sz="3600">
                <a:solidFill>
                  <a:srgbClr val="000000"/>
                </a:solidFill>
                <a:latin typeface="Mona-Sans Regular"/>
                <a:ea typeface="Mona-Sans Regular"/>
                <a:cs typeface="Mona-Sans Regular"/>
                <a:sym typeface="Mona-Sans Regular"/>
              </a:defRPr>
            </a:lvl4pPr>
            <a:lvl5pPr>
              <a:defRPr sz="3600">
                <a:solidFill>
                  <a:srgbClr val="000000"/>
                </a:solidFill>
                <a:latin typeface="Mona-Sans Regular"/>
                <a:ea typeface="Mona-Sans Regular"/>
                <a:cs typeface="Mona-Sans Regular"/>
                <a:sym typeface="Mona-Sans Regular"/>
              </a:defRPr>
            </a:lvl5pPr>
          </a:lstStyle>
          <a:p>
            <a:pPr/>
            <a:r>
              <a:t>Title should be less than 10 words</a:t>
            </a:r>
          </a:p>
          <a:p>
            <a:pPr lvl="1"/>
            <a:r>
              <a:t/>
            </a:r>
          </a:p>
          <a:p>
            <a:pPr lvl="2"/>
            <a:r>
              <a:t/>
            </a:r>
          </a:p>
          <a:p>
            <a:pPr lvl="3"/>
            <a:r>
              <a:t/>
            </a:r>
          </a:p>
          <a:p>
            <a:pPr lvl="4"/>
            <a:r>
              <a:t/>
            </a:r>
          </a:p>
        </p:txBody>
      </p:sp>
      <p:sp>
        <p:nvSpPr>
          <p:cNvPr id="8174" name="Text Placeholder 4"/>
          <p:cNvSpPr/>
          <p:nvPr>
            <p:ph type="body" sz="half" idx="21" hasCustomPrompt="1"/>
          </p:nvPr>
        </p:nvSpPr>
        <p:spPr>
          <a:xfrm>
            <a:off x="7372521" y="1528653"/>
            <a:ext cx="4436896" cy="4899578"/>
          </a:xfrm>
          <a:prstGeom prst="rect">
            <a:avLst/>
          </a:prstGeom>
        </p:spPr>
        <p:txBody>
          <a:bodyPr/>
          <a:lstStyle>
            <a:lvl1pPr>
              <a:defRPr sz="2100">
                <a:solidFill>
                  <a:srgbClr val="515E68"/>
                </a:solidFill>
                <a:latin typeface="Mona-Sans Regular"/>
                <a:ea typeface="Mona-Sans Regular"/>
                <a:cs typeface="Mona-Sans Regular"/>
                <a:sym typeface="Mona-Sans Regular"/>
              </a:defRPr>
            </a:lvl1pPr>
          </a:lstStyle>
          <a:p>
            <a:pPr/>
            <a:r>
              <a:t>Optional additional text</a:t>
            </a:r>
          </a:p>
        </p:txBody>
      </p:sp>
      <p:sp>
        <p:nvSpPr>
          <p:cNvPr id="8175" name="Text Placeholder 4"/>
          <p:cNvSpPr/>
          <p:nvPr>
            <p:ph type="body" idx="22" hasCustomPrompt="1"/>
          </p:nvPr>
        </p:nvSpPr>
        <p:spPr>
          <a:xfrm>
            <a:off x="379410" y="736123"/>
            <a:ext cx="6197376" cy="5692111"/>
          </a:xfrm>
          <a:prstGeom prst="rect">
            <a:avLst/>
          </a:prstGeom>
        </p:spPr>
        <p:txBody>
          <a:bodyPr/>
          <a:lstStyle>
            <a:lvl1pPr>
              <a:defRPr sz="2300">
                <a:solidFill>
                  <a:srgbClr val="B0BAC2"/>
                </a:solidFill>
                <a:latin typeface="Mona Sans Mono"/>
                <a:ea typeface="Mona Sans Mono"/>
                <a:cs typeface="Mona Sans Mono"/>
                <a:sym typeface="Mona Sans Mono"/>
              </a:defRPr>
            </a:lvl1pPr>
          </a:lstStyle>
          <a:p>
            <a:pPr/>
            <a:r>
              <a:t>Click to edit or paste code</a:t>
            </a:r>
          </a:p>
        </p:txBody>
      </p:sp>
      <p:sp>
        <p:nvSpPr>
          <p:cNvPr id="8176" name="Text Placeholder 4"/>
          <p:cNvSpPr/>
          <p:nvPr>
            <p:ph type="body" sz="quarter" idx="23" hasCustomPrompt="1"/>
          </p:nvPr>
        </p:nvSpPr>
        <p:spPr>
          <a:xfrm>
            <a:off x="379410" y="429769"/>
            <a:ext cx="6197376" cy="205775"/>
          </a:xfrm>
          <a:prstGeom prst="rect">
            <a:avLst/>
          </a:prstGeom>
        </p:spPr>
        <p:txBody>
          <a:bodyPr/>
          <a:lstStyle>
            <a:lvl1pPr defTabSz="886613">
              <a:spcBef>
                <a:spcPts val="900"/>
              </a:spcBef>
              <a:defRPr cap="all" sz="1300">
                <a:solidFill>
                  <a:srgbClr val="515E68"/>
                </a:solidFill>
                <a:latin typeface="Mona Sans Mono"/>
                <a:ea typeface="Mona Sans Mono"/>
                <a:cs typeface="Mona Sans Mono"/>
                <a:sym typeface="Mona Sans Mono"/>
              </a:defRPr>
            </a:lvl1pPr>
          </a:lstStyle>
          <a:p>
            <a:pPr/>
            <a:r>
              <a:t>Click to enter title</a:t>
            </a:r>
          </a:p>
        </p:txBody>
      </p:sp>
      <p:sp>
        <p:nvSpPr>
          <p:cNvPr id="81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Upcoming sessions (4)">
    <p:bg>
      <p:bgPr>
        <a:solidFill>
          <a:srgbClr val="FFFFFF"/>
        </a:solidFill>
      </p:bgPr>
    </p:bg>
    <p:spTree>
      <p:nvGrpSpPr>
        <p:cNvPr id="1" name=""/>
        <p:cNvGrpSpPr/>
        <p:nvPr/>
      </p:nvGrpSpPr>
      <p:grpSpPr>
        <a:xfrm>
          <a:off x="0" y="0"/>
          <a:ext cx="0" cy="0"/>
          <a:chOff x="0" y="0"/>
          <a:chExt cx="0" cy="0"/>
        </a:xfrm>
      </p:grpSpPr>
      <p:grpSp>
        <p:nvGrpSpPr>
          <p:cNvPr id="8186" name="Rectangle 1"/>
          <p:cNvGrpSpPr/>
          <p:nvPr/>
        </p:nvGrpSpPr>
        <p:grpSpPr>
          <a:xfrm>
            <a:off x="12287632" y="5878297"/>
            <a:ext cx="710311" cy="979707"/>
            <a:chOff x="0" y="0"/>
            <a:chExt cx="710309" cy="979705"/>
          </a:xfrm>
        </p:grpSpPr>
        <p:sp>
          <p:nvSpPr>
            <p:cNvPr id="818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8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8189" name="Rectangle 2"/>
          <p:cNvGrpSpPr/>
          <p:nvPr/>
        </p:nvGrpSpPr>
        <p:grpSpPr>
          <a:xfrm>
            <a:off x="12287631" y="4898603"/>
            <a:ext cx="710311" cy="979709"/>
            <a:chOff x="0" y="-1"/>
            <a:chExt cx="710309" cy="979708"/>
          </a:xfrm>
        </p:grpSpPr>
        <p:sp>
          <p:nvSpPr>
            <p:cNvPr id="818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8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8192" name="Rectangle 3"/>
          <p:cNvGrpSpPr/>
          <p:nvPr/>
        </p:nvGrpSpPr>
        <p:grpSpPr>
          <a:xfrm>
            <a:off x="12287632" y="3918862"/>
            <a:ext cx="710311" cy="979706"/>
            <a:chOff x="0" y="0"/>
            <a:chExt cx="710309" cy="979705"/>
          </a:xfrm>
        </p:grpSpPr>
        <p:sp>
          <p:nvSpPr>
            <p:cNvPr id="819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9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8195" name="Rectangle 4"/>
          <p:cNvGrpSpPr/>
          <p:nvPr/>
        </p:nvGrpSpPr>
        <p:grpSpPr>
          <a:xfrm>
            <a:off x="12287631" y="2939171"/>
            <a:ext cx="710311" cy="979707"/>
            <a:chOff x="0" y="0"/>
            <a:chExt cx="710309" cy="979705"/>
          </a:xfrm>
        </p:grpSpPr>
        <p:sp>
          <p:nvSpPr>
            <p:cNvPr id="819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9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8198" name="Rectangle 5"/>
          <p:cNvGrpSpPr/>
          <p:nvPr/>
        </p:nvGrpSpPr>
        <p:grpSpPr>
          <a:xfrm>
            <a:off x="12287632" y="1959431"/>
            <a:ext cx="710311" cy="979707"/>
            <a:chOff x="0" y="0"/>
            <a:chExt cx="710309" cy="979705"/>
          </a:xfrm>
        </p:grpSpPr>
        <p:sp>
          <p:nvSpPr>
            <p:cNvPr id="819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19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8201" name="Rectangle 6"/>
          <p:cNvGrpSpPr/>
          <p:nvPr/>
        </p:nvGrpSpPr>
        <p:grpSpPr>
          <a:xfrm>
            <a:off x="12287631" y="979736"/>
            <a:ext cx="710311" cy="979707"/>
            <a:chOff x="0" y="0"/>
            <a:chExt cx="710309" cy="979705"/>
          </a:xfrm>
        </p:grpSpPr>
        <p:sp>
          <p:nvSpPr>
            <p:cNvPr id="819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0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8204" name="Rectangle 7"/>
          <p:cNvGrpSpPr/>
          <p:nvPr/>
        </p:nvGrpSpPr>
        <p:grpSpPr>
          <a:xfrm>
            <a:off x="12287631" y="-2"/>
            <a:ext cx="710311" cy="979706"/>
            <a:chOff x="0" y="0"/>
            <a:chExt cx="710309" cy="979705"/>
          </a:xfrm>
        </p:grpSpPr>
        <p:sp>
          <p:nvSpPr>
            <p:cNvPr id="820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0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8207" name="Rectangle 8"/>
          <p:cNvGrpSpPr/>
          <p:nvPr/>
        </p:nvGrpSpPr>
        <p:grpSpPr>
          <a:xfrm>
            <a:off x="12997439" y="5715013"/>
            <a:ext cx="710311" cy="1142996"/>
            <a:chOff x="0" y="0"/>
            <a:chExt cx="710309" cy="1142994"/>
          </a:xfrm>
        </p:grpSpPr>
        <p:sp>
          <p:nvSpPr>
            <p:cNvPr id="820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0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8210" name="Rectangle 9"/>
          <p:cNvGrpSpPr/>
          <p:nvPr/>
        </p:nvGrpSpPr>
        <p:grpSpPr>
          <a:xfrm>
            <a:off x="12997439" y="4572032"/>
            <a:ext cx="710311" cy="1142996"/>
            <a:chOff x="0" y="0"/>
            <a:chExt cx="710309" cy="1142994"/>
          </a:xfrm>
        </p:grpSpPr>
        <p:sp>
          <p:nvSpPr>
            <p:cNvPr id="820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0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8213" name="Rectangle 10"/>
          <p:cNvGrpSpPr/>
          <p:nvPr/>
        </p:nvGrpSpPr>
        <p:grpSpPr>
          <a:xfrm>
            <a:off x="12997439" y="3428998"/>
            <a:ext cx="710311" cy="1142996"/>
            <a:chOff x="0" y="0"/>
            <a:chExt cx="710309" cy="1142994"/>
          </a:xfrm>
        </p:grpSpPr>
        <p:sp>
          <p:nvSpPr>
            <p:cNvPr id="821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1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8216" name="Rectangle 11"/>
          <p:cNvGrpSpPr/>
          <p:nvPr/>
        </p:nvGrpSpPr>
        <p:grpSpPr>
          <a:xfrm>
            <a:off x="12997439" y="2286017"/>
            <a:ext cx="710311" cy="1142996"/>
            <a:chOff x="0" y="0"/>
            <a:chExt cx="710309" cy="1142994"/>
          </a:xfrm>
        </p:grpSpPr>
        <p:sp>
          <p:nvSpPr>
            <p:cNvPr id="821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1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8219" name="Rectangle 12"/>
          <p:cNvGrpSpPr/>
          <p:nvPr/>
        </p:nvGrpSpPr>
        <p:grpSpPr>
          <a:xfrm>
            <a:off x="12997439" y="1142977"/>
            <a:ext cx="710311" cy="1142997"/>
            <a:chOff x="0" y="-1"/>
            <a:chExt cx="710309" cy="1142995"/>
          </a:xfrm>
        </p:grpSpPr>
        <p:sp>
          <p:nvSpPr>
            <p:cNvPr id="821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1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8222" name="Rectangle 13"/>
          <p:cNvGrpSpPr/>
          <p:nvPr/>
        </p:nvGrpSpPr>
        <p:grpSpPr>
          <a:xfrm>
            <a:off x="13706754" y="-2365"/>
            <a:ext cx="710311" cy="1142995"/>
            <a:chOff x="0" y="0"/>
            <a:chExt cx="710309" cy="1142994"/>
          </a:xfrm>
        </p:grpSpPr>
        <p:sp>
          <p:nvSpPr>
            <p:cNvPr id="822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2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8225" name="Rectangle 14"/>
          <p:cNvGrpSpPr/>
          <p:nvPr/>
        </p:nvGrpSpPr>
        <p:grpSpPr>
          <a:xfrm>
            <a:off x="13706756" y="5715013"/>
            <a:ext cx="710311" cy="1142996"/>
            <a:chOff x="0" y="0"/>
            <a:chExt cx="710309" cy="1142994"/>
          </a:xfrm>
        </p:grpSpPr>
        <p:sp>
          <p:nvSpPr>
            <p:cNvPr id="822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2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8228" name="Rectangle 15"/>
          <p:cNvGrpSpPr/>
          <p:nvPr/>
        </p:nvGrpSpPr>
        <p:grpSpPr>
          <a:xfrm>
            <a:off x="13706754" y="4572032"/>
            <a:ext cx="710311" cy="1142996"/>
            <a:chOff x="0" y="0"/>
            <a:chExt cx="710309" cy="1142994"/>
          </a:xfrm>
        </p:grpSpPr>
        <p:sp>
          <p:nvSpPr>
            <p:cNvPr id="822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2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8231" name="Rectangle 16"/>
          <p:cNvGrpSpPr/>
          <p:nvPr/>
        </p:nvGrpSpPr>
        <p:grpSpPr>
          <a:xfrm>
            <a:off x="12996453" y="-1157"/>
            <a:ext cx="710311" cy="1142995"/>
            <a:chOff x="0" y="0"/>
            <a:chExt cx="710309" cy="1142994"/>
          </a:xfrm>
        </p:grpSpPr>
        <p:sp>
          <p:nvSpPr>
            <p:cNvPr id="822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3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8234" name="Rectangle 17"/>
          <p:cNvGrpSpPr/>
          <p:nvPr/>
        </p:nvGrpSpPr>
        <p:grpSpPr>
          <a:xfrm>
            <a:off x="13706754" y="2286017"/>
            <a:ext cx="710311" cy="1142996"/>
            <a:chOff x="0" y="0"/>
            <a:chExt cx="710309" cy="1142994"/>
          </a:xfrm>
        </p:grpSpPr>
        <p:sp>
          <p:nvSpPr>
            <p:cNvPr id="823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8237" name="Rectangle 18"/>
          <p:cNvGrpSpPr/>
          <p:nvPr/>
        </p:nvGrpSpPr>
        <p:grpSpPr>
          <a:xfrm>
            <a:off x="13706756" y="1142977"/>
            <a:ext cx="710311" cy="1142997"/>
            <a:chOff x="0" y="-1"/>
            <a:chExt cx="710309" cy="1142995"/>
          </a:xfrm>
        </p:grpSpPr>
        <p:sp>
          <p:nvSpPr>
            <p:cNvPr id="823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3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8240" name="Rectangle 19"/>
          <p:cNvGrpSpPr/>
          <p:nvPr/>
        </p:nvGrpSpPr>
        <p:grpSpPr>
          <a:xfrm>
            <a:off x="13706754" y="3427836"/>
            <a:ext cx="710311" cy="1142996"/>
            <a:chOff x="0" y="0"/>
            <a:chExt cx="710309" cy="1142994"/>
          </a:xfrm>
        </p:grpSpPr>
        <p:sp>
          <p:nvSpPr>
            <p:cNvPr id="823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3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8241" name="Rectangle 1"/>
          <p:cNvSpPr/>
          <p:nvPr/>
        </p:nvSpPr>
        <p:spPr>
          <a:xfrm>
            <a:off x="-66" y="1624745"/>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8242" name="Body Level One…"/>
          <p:cNvSpPr txBox="1"/>
          <p:nvPr>
            <p:ph type="body" sz="quarter" idx="1" hasCustomPrompt="1"/>
          </p:nvPr>
        </p:nvSpPr>
        <p:spPr>
          <a:xfrm>
            <a:off x="401037" y="261001"/>
            <a:ext cx="11470121" cy="448550"/>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vl2pPr>
              <a:defRPr cap="all" sz="1400">
                <a:solidFill>
                  <a:srgbClr val="515E68"/>
                </a:solidFill>
                <a:latin typeface="Mona Sans Mono"/>
                <a:ea typeface="Mona Sans Mono"/>
                <a:cs typeface="Mona Sans Mono"/>
                <a:sym typeface="Mona Sans Mono"/>
              </a:defRPr>
            </a:lvl2pPr>
            <a:lvl3pPr>
              <a:defRPr cap="all" sz="1400">
                <a:solidFill>
                  <a:srgbClr val="515E68"/>
                </a:solidFill>
                <a:latin typeface="Mona Sans Mono"/>
                <a:ea typeface="Mona Sans Mono"/>
                <a:cs typeface="Mona Sans Mono"/>
                <a:sym typeface="Mona Sans Mono"/>
              </a:defRPr>
            </a:lvl3pPr>
            <a:lvl4pPr>
              <a:defRPr cap="all" sz="1400">
                <a:solidFill>
                  <a:srgbClr val="515E68"/>
                </a:solidFill>
                <a:latin typeface="Mona Sans Mono"/>
                <a:ea typeface="Mona Sans Mono"/>
                <a:cs typeface="Mona Sans Mono"/>
                <a:sym typeface="Mona Sans Mono"/>
              </a:defRPr>
            </a:lvl4pPr>
            <a:lvl5pPr>
              <a:defRPr cap="all" sz="1400">
                <a:solidFill>
                  <a:srgbClr val="515E68"/>
                </a:solidFill>
                <a:latin typeface="Mona Sans Mono"/>
                <a:ea typeface="Mona Sans Mono"/>
                <a:cs typeface="Mona Sans Mono"/>
                <a:sym typeface="Mona Sans Mono"/>
              </a:defRPr>
            </a:lvl5pPr>
          </a:lstStyle>
          <a:p>
            <a:pPr/>
            <a:r>
              <a:t>Upcoming session</a:t>
            </a:r>
          </a:p>
          <a:p>
            <a:pPr lvl="1"/>
            <a:r>
              <a:t/>
            </a:r>
          </a:p>
          <a:p>
            <a:pPr lvl="2"/>
            <a:r>
              <a:t/>
            </a:r>
          </a:p>
          <a:p>
            <a:pPr lvl="3"/>
            <a:r>
              <a:t/>
            </a:r>
          </a:p>
          <a:p>
            <a:pPr lvl="4"/>
            <a:r>
              <a:t/>
            </a:r>
          </a:p>
        </p:txBody>
      </p:sp>
      <p:sp>
        <p:nvSpPr>
          <p:cNvPr id="8243" name="Text Placeholder 23"/>
          <p:cNvSpPr/>
          <p:nvPr>
            <p:ph type="body" sz="quarter" idx="21" hasCustomPrompt="1"/>
          </p:nvPr>
        </p:nvSpPr>
        <p:spPr>
          <a:xfrm>
            <a:off x="401036" y="789642"/>
            <a:ext cx="11470121" cy="520342"/>
          </a:xfrm>
          <a:prstGeom prst="rect">
            <a:avLst/>
          </a:prstGeom>
        </p:spPr>
        <p:txBody>
          <a:bodyPr anchor="ctr"/>
          <a:lstStyle>
            <a:lvl1pPr defTabSz="786068">
              <a:lnSpc>
                <a:spcPct val="100000"/>
              </a:lnSpc>
              <a:spcBef>
                <a:spcPts val="800"/>
              </a:spcBef>
              <a:defRPr sz="3400">
                <a:solidFill>
                  <a:srgbClr val="000000"/>
                </a:solidFill>
              </a:defRPr>
            </a:lvl1pPr>
          </a:lstStyle>
          <a:p>
            <a:pPr/>
            <a:r>
              <a:t>What’s next?</a:t>
            </a:r>
          </a:p>
        </p:txBody>
      </p:sp>
      <p:sp>
        <p:nvSpPr>
          <p:cNvPr id="8244" name="Rectangle 5"/>
          <p:cNvSpPr/>
          <p:nvPr/>
        </p:nvSpPr>
        <p:spPr>
          <a:xfrm rot="16200000">
            <a:off x="6536418" y="4244163"/>
            <a:ext cx="5214971" cy="12704"/>
          </a:xfrm>
          <a:prstGeom prst="rect">
            <a:avLst/>
          </a:prstGeom>
          <a:solidFill>
            <a:srgbClr val="B0BAC2"/>
          </a:solidFill>
          <a:ln w="12700">
            <a:miter lim="400000"/>
          </a:ln>
        </p:spPr>
        <p:txBody>
          <a:bodyPr lIns="45718" tIns="45718" rIns="45718" bIns="45718" anchor="ctr"/>
          <a:lstStyle/>
          <a:p>
            <a:pPr algn="ctr">
              <a:defRPr>
                <a:solidFill>
                  <a:srgbClr val="FFFFFF"/>
                </a:solidFill>
              </a:defRPr>
            </a:pPr>
          </a:p>
        </p:txBody>
      </p:sp>
      <p:sp>
        <p:nvSpPr>
          <p:cNvPr id="8245" name="Rectangle 9"/>
          <p:cNvSpPr/>
          <p:nvPr/>
        </p:nvSpPr>
        <p:spPr>
          <a:xfrm rot="16200000">
            <a:off x="437434" y="4244163"/>
            <a:ext cx="5214974" cy="12704"/>
          </a:xfrm>
          <a:prstGeom prst="rect">
            <a:avLst/>
          </a:prstGeom>
          <a:solidFill>
            <a:srgbClr val="B0BAC2"/>
          </a:solidFill>
          <a:ln w="12700">
            <a:miter lim="400000"/>
          </a:ln>
        </p:spPr>
        <p:txBody>
          <a:bodyPr lIns="45718" tIns="45718" rIns="45718" bIns="45718" anchor="ctr"/>
          <a:lstStyle/>
          <a:p>
            <a:pPr algn="ctr">
              <a:defRPr>
                <a:solidFill>
                  <a:srgbClr val="FFFFFF"/>
                </a:solidFill>
              </a:defRPr>
            </a:pPr>
          </a:p>
        </p:txBody>
      </p:sp>
      <p:sp>
        <p:nvSpPr>
          <p:cNvPr id="8246" name="Rectangle 10"/>
          <p:cNvSpPr/>
          <p:nvPr/>
        </p:nvSpPr>
        <p:spPr>
          <a:xfrm rot="16200000">
            <a:off x="3486927" y="4244163"/>
            <a:ext cx="5214969" cy="12704"/>
          </a:xfrm>
          <a:prstGeom prst="rect">
            <a:avLst/>
          </a:prstGeom>
          <a:solidFill>
            <a:srgbClr val="B0BAC2"/>
          </a:solidFill>
          <a:ln w="12700">
            <a:miter lim="400000"/>
          </a:ln>
        </p:spPr>
        <p:txBody>
          <a:bodyPr lIns="45718" tIns="45718" rIns="45718" bIns="45718" anchor="ctr"/>
          <a:lstStyle/>
          <a:p>
            <a:pPr algn="ctr">
              <a:defRPr>
                <a:solidFill>
                  <a:srgbClr val="FFFFFF"/>
                </a:solidFill>
              </a:defRPr>
            </a:pPr>
          </a:p>
        </p:txBody>
      </p:sp>
      <p:sp>
        <p:nvSpPr>
          <p:cNvPr id="8247" name="TextBox 16"/>
          <p:cNvSpPr txBox="1"/>
          <p:nvPr/>
        </p:nvSpPr>
        <p:spPr>
          <a:xfrm>
            <a:off x="379414" y="5081427"/>
            <a:ext cx="2258598"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latin typeface="Mona Sans Display"/>
                <a:ea typeface="Mona Sans Display"/>
                <a:cs typeface="Mona Sans Display"/>
                <a:sym typeface="Mona Sans Display"/>
              </a:defRPr>
            </a:lvl1pPr>
          </a:lstStyle>
          <a:p>
            <a:pPr/>
            <a:r>
              <a:t>Speakers</a:t>
            </a:r>
          </a:p>
        </p:txBody>
      </p:sp>
      <p:sp>
        <p:nvSpPr>
          <p:cNvPr id="8248" name="Text Placeholder 18"/>
          <p:cNvSpPr/>
          <p:nvPr>
            <p:ph type="body" sz="quarter" idx="22" hasCustomPrompt="1"/>
          </p:nvPr>
        </p:nvSpPr>
        <p:spPr>
          <a:xfrm>
            <a:off x="401036" y="1960222"/>
            <a:ext cx="2259012"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Month XX</a:t>
            </a:r>
          </a:p>
        </p:txBody>
      </p:sp>
      <p:sp>
        <p:nvSpPr>
          <p:cNvPr id="8249" name="Text Placeholder 18"/>
          <p:cNvSpPr/>
          <p:nvPr>
            <p:ph type="body" sz="quarter" idx="23" hasCustomPrompt="1"/>
          </p:nvPr>
        </p:nvSpPr>
        <p:spPr>
          <a:xfrm>
            <a:off x="409224" y="2282741"/>
            <a:ext cx="2259012"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00:00 pt</a:t>
            </a:r>
          </a:p>
        </p:txBody>
      </p:sp>
      <p:sp>
        <p:nvSpPr>
          <p:cNvPr id="8250" name="Text Placeholder 18"/>
          <p:cNvSpPr/>
          <p:nvPr>
            <p:ph type="body" sz="quarter" idx="24" hasCustomPrompt="1"/>
          </p:nvPr>
        </p:nvSpPr>
        <p:spPr>
          <a:xfrm>
            <a:off x="401036" y="2620183"/>
            <a:ext cx="2259012" cy="2342993"/>
          </a:xfrm>
          <a:prstGeom prst="rect">
            <a:avLst/>
          </a:prstGeom>
        </p:spPr>
        <p:txBody>
          <a:bodyPr/>
          <a:lstStyle>
            <a:lvl1pPr>
              <a:defRPr sz="2400">
                <a:solidFill>
                  <a:srgbClr val="000000"/>
                </a:solidFill>
              </a:defRPr>
            </a:lvl1pPr>
          </a:lstStyle>
          <a:p>
            <a:pPr/>
            <a:r>
              <a:t>Speaking session title</a:t>
            </a:r>
          </a:p>
        </p:txBody>
      </p:sp>
      <p:sp>
        <p:nvSpPr>
          <p:cNvPr id="8251" name="Text Placeholder 18"/>
          <p:cNvSpPr/>
          <p:nvPr>
            <p:ph type="body" sz="quarter" idx="25" hasCustomPrompt="1"/>
          </p:nvPr>
        </p:nvSpPr>
        <p:spPr>
          <a:xfrm>
            <a:off x="397556" y="5501504"/>
            <a:ext cx="2259012" cy="937400"/>
          </a:xfrm>
          <a:prstGeom prst="rect">
            <a:avLst/>
          </a:prstGeom>
        </p:spPr>
        <p:txBody>
          <a:bodyPr anchor="b"/>
          <a:lstStyle>
            <a:lvl1pPr>
              <a:defRPr sz="1400">
                <a:solidFill>
                  <a:srgbClr val="515E68"/>
                </a:solidFill>
              </a:defRPr>
            </a:lvl1pPr>
          </a:lstStyle>
          <a:p>
            <a:pPr/>
            <a:r>
              <a:t>Mona Lisa, GitHub
Mona Lisa, GitHub
Mona Lisa, GitHub</a:t>
            </a:r>
          </a:p>
        </p:txBody>
      </p:sp>
      <p:sp>
        <p:nvSpPr>
          <p:cNvPr id="8252" name="TextBox 23"/>
          <p:cNvSpPr txBox="1"/>
          <p:nvPr/>
        </p:nvSpPr>
        <p:spPr>
          <a:xfrm>
            <a:off x="3431085" y="5081427"/>
            <a:ext cx="225860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latin typeface="Mona Sans Display"/>
                <a:ea typeface="Mona Sans Display"/>
                <a:cs typeface="Mona Sans Display"/>
                <a:sym typeface="Mona Sans Display"/>
              </a:defRPr>
            </a:lvl1pPr>
          </a:lstStyle>
          <a:p>
            <a:pPr/>
            <a:r>
              <a:t>Speakers</a:t>
            </a:r>
          </a:p>
        </p:txBody>
      </p:sp>
      <p:sp>
        <p:nvSpPr>
          <p:cNvPr id="8253" name="Text Placeholder 18"/>
          <p:cNvSpPr/>
          <p:nvPr>
            <p:ph type="body" sz="quarter" idx="26" hasCustomPrompt="1"/>
          </p:nvPr>
        </p:nvSpPr>
        <p:spPr>
          <a:xfrm>
            <a:off x="3452707" y="1960222"/>
            <a:ext cx="2259016"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Month XX</a:t>
            </a:r>
          </a:p>
        </p:txBody>
      </p:sp>
      <p:sp>
        <p:nvSpPr>
          <p:cNvPr id="8254" name="Text Placeholder 18"/>
          <p:cNvSpPr/>
          <p:nvPr>
            <p:ph type="body" sz="quarter" idx="27" hasCustomPrompt="1"/>
          </p:nvPr>
        </p:nvSpPr>
        <p:spPr>
          <a:xfrm>
            <a:off x="3460896" y="2282741"/>
            <a:ext cx="2259016"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00:00 pt</a:t>
            </a:r>
          </a:p>
        </p:txBody>
      </p:sp>
      <p:sp>
        <p:nvSpPr>
          <p:cNvPr id="8255" name="Text Placeholder 18"/>
          <p:cNvSpPr/>
          <p:nvPr>
            <p:ph type="body" sz="quarter" idx="28" hasCustomPrompt="1"/>
          </p:nvPr>
        </p:nvSpPr>
        <p:spPr>
          <a:xfrm>
            <a:off x="3452707" y="2620183"/>
            <a:ext cx="2259016" cy="2342993"/>
          </a:xfrm>
          <a:prstGeom prst="rect">
            <a:avLst/>
          </a:prstGeom>
        </p:spPr>
        <p:txBody>
          <a:bodyPr/>
          <a:lstStyle>
            <a:lvl1pPr>
              <a:defRPr sz="2400">
                <a:solidFill>
                  <a:srgbClr val="000000"/>
                </a:solidFill>
              </a:defRPr>
            </a:lvl1pPr>
          </a:lstStyle>
          <a:p>
            <a:pPr/>
            <a:r>
              <a:t>Speaking session title</a:t>
            </a:r>
          </a:p>
        </p:txBody>
      </p:sp>
      <p:sp>
        <p:nvSpPr>
          <p:cNvPr id="8256" name="Text Placeholder 18"/>
          <p:cNvSpPr/>
          <p:nvPr>
            <p:ph type="body" sz="quarter" idx="29" hasCustomPrompt="1"/>
          </p:nvPr>
        </p:nvSpPr>
        <p:spPr>
          <a:xfrm>
            <a:off x="3449227" y="5501504"/>
            <a:ext cx="2259016" cy="937400"/>
          </a:xfrm>
          <a:prstGeom prst="rect">
            <a:avLst/>
          </a:prstGeom>
        </p:spPr>
        <p:txBody>
          <a:bodyPr anchor="b"/>
          <a:lstStyle>
            <a:lvl1pPr>
              <a:defRPr sz="1400">
                <a:solidFill>
                  <a:srgbClr val="515E68"/>
                </a:solidFill>
              </a:defRPr>
            </a:lvl1pPr>
          </a:lstStyle>
          <a:p>
            <a:pPr/>
            <a:r>
              <a:t>Mona Lisa, GitHub
Mona Lisa, GitHub
Mona Lisa, GitHub</a:t>
            </a:r>
          </a:p>
        </p:txBody>
      </p:sp>
      <p:sp>
        <p:nvSpPr>
          <p:cNvPr id="8257" name="TextBox 28"/>
          <p:cNvSpPr txBox="1"/>
          <p:nvPr/>
        </p:nvSpPr>
        <p:spPr>
          <a:xfrm>
            <a:off x="6482758" y="5081427"/>
            <a:ext cx="225860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latin typeface="Mona Sans Display"/>
                <a:ea typeface="Mona Sans Display"/>
                <a:cs typeface="Mona Sans Display"/>
                <a:sym typeface="Mona Sans Display"/>
              </a:defRPr>
            </a:lvl1pPr>
          </a:lstStyle>
          <a:p>
            <a:pPr/>
            <a:r>
              <a:t>Speakers</a:t>
            </a:r>
          </a:p>
        </p:txBody>
      </p:sp>
      <p:sp>
        <p:nvSpPr>
          <p:cNvPr id="8258" name="Text Placeholder 18"/>
          <p:cNvSpPr/>
          <p:nvPr>
            <p:ph type="body" sz="quarter" idx="30" hasCustomPrompt="1"/>
          </p:nvPr>
        </p:nvSpPr>
        <p:spPr>
          <a:xfrm>
            <a:off x="6504378" y="1960222"/>
            <a:ext cx="2259016"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Month XX</a:t>
            </a:r>
          </a:p>
        </p:txBody>
      </p:sp>
      <p:sp>
        <p:nvSpPr>
          <p:cNvPr id="8259" name="Text Placeholder 18"/>
          <p:cNvSpPr/>
          <p:nvPr>
            <p:ph type="body" sz="quarter" idx="31" hasCustomPrompt="1"/>
          </p:nvPr>
        </p:nvSpPr>
        <p:spPr>
          <a:xfrm>
            <a:off x="6512568" y="2282741"/>
            <a:ext cx="2259016"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00:00 pt</a:t>
            </a:r>
          </a:p>
        </p:txBody>
      </p:sp>
      <p:sp>
        <p:nvSpPr>
          <p:cNvPr id="8260" name="Text Placeholder 18"/>
          <p:cNvSpPr/>
          <p:nvPr>
            <p:ph type="body" sz="quarter" idx="32" hasCustomPrompt="1"/>
          </p:nvPr>
        </p:nvSpPr>
        <p:spPr>
          <a:xfrm>
            <a:off x="6504378" y="2620183"/>
            <a:ext cx="2259016" cy="2342993"/>
          </a:xfrm>
          <a:prstGeom prst="rect">
            <a:avLst/>
          </a:prstGeom>
        </p:spPr>
        <p:txBody>
          <a:bodyPr/>
          <a:lstStyle>
            <a:lvl1pPr>
              <a:defRPr sz="2400">
                <a:solidFill>
                  <a:srgbClr val="000000"/>
                </a:solidFill>
              </a:defRPr>
            </a:lvl1pPr>
          </a:lstStyle>
          <a:p>
            <a:pPr/>
            <a:r>
              <a:t>Speaking session title</a:t>
            </a:r>
          </a:p>
        </p:txBody>
      </p:sp>
      <p:sp>
        <p:nvSpPr>
          <p:cNvPr id="8261" name="Text Placeholder 18"/>
          <p:cNvSpPr/>
          <p:nvPr>
            <p:ph type="body" sz="quarter" idx="33" hasCustomPrompt="1"/>
          </p:nvPr>
        </p:nvSpPr>
        <p:spPr>
          <a:xfrm>
            <a:off x="6500900" y="5501504"/>
            <a:ext cx="2259016" cy="937400"/>
          </a:xfrm>
          <a:prstGeom prst="rect">
            <a:avLst/>
          </a:prstGeom>
        </p:spPr>
        <p:txBody>
          <a:bodyPr anchor="b"/>
          <a:lstStyle>
            <a:lvl1pPr>
              <a:defRPr sz="1400">
                <a:solidFill>
                  <a:srgbClr val="515E68"/>
                </a:solidFill>
              </a:defRPr>
            </a:lvl1pPr>
          </a:lstStyle>
          <a:p>
            <a:pPr/>
            <a:r>
              <a:t>Mona Lisa, GitHub
Mona Lisa, GitHub
Mona Lisa, GitHub</a:t>
            </a:r>
          </a:p>
        </p:txBody>
      </p:sp>
      <p:sp>
        <p:nvSpPr>
          <p:cNvPr id="8262" name="TextBox 33"/>
          <p:cNvSpPr txBox="1"/>
          <p:nvPr/>
        </p:nvSpPr>
        <p:spPr>
          <a:xfrm>
            <a:off x="9534428" y="5081427"/>
            <a:ext cx="225860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latin typeface="Mona Sans Display"/>
                <a:ea typeface="Mona Sans Display"/>
                <a:cs typeface="Mona Sans Display"/>
                <a:sym typeface="Mona Sans Display"/>
              </a:defRPr>
            </a:lvl1pPr>
          </a:lstStyle>
          <a:p>
            <a:pPr/>
            <a:r>
              <a:t>Speakers</a:t>
            </a:r>
          </a:p>
        </p:txBody>
      </p:sp>
      <p:sp>
        <p:nvSpPr>
          <p:cNvPr id="8263" name="Text Placeholder 18"/>
          <p:cNvSpPr/>
          <p:nvPr>
            <p:ph type="body" sz="quarter" idx="34" hasCustomPrompt="1"/>
          </p:nvPr>
        </p:nvSpPr>
        <p:spPr>
          <a:xfrm>
            <a:off x="9556052" y="1960222"/>
            <a:ext cx="2259016"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Month XX</a:t>
            </a:r>
          </a:p>
        </p:txBody>
      </p:sp>
      <p:sp>
        <p:nvSpPr>
          <p:cNvPr id="8264" name="Text Placeholder 18"/>
          <p:cNvSpPr/>
          <p:nvPr>
            <p:ph type="body" sz="quarter" idx="35" hasCustomPrompt="1"/>
          </p:nvPr>
        </p:nvSpPr>
        <p:spPr>
          <a:xfrm>
            <a:off x="9564240" y="2282741"/>
            <a:ext cx="2259016"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00:00 pt</a:t>
            </a:r>
          </a:p>
        </p:txBody>
      </p:sp>
      <p:sp>
        <p:nvSpPr>
          <p:cNvPr id="8265" name="Text Placeholder 18"/>
          <p:cNvSpPr/>
          <p:nvPr>
            <p:ph type="body" sz="quarter" idx="36" hasCustomPrompt="1"/>
          </p:nvPr>
        </p:nvSpPr>
        <p:spPr>
          <a:xfrm>
            <a:off x="9556052" y="2620183"/>
            <a:ext cx="2259016" cy="2342993"/>
          </a:xfrm>
          <a:prstGeom prst="rect">
            <a:avLst/>
          </a:prstGeom>
        </p:spPr>
        <p:txBody>
          <a:bodyPr/>
          <a:lstStyle>
            <a:lvl1pPr>
              <a:defRPr sz="2400">
                <a:solidFill>
                  <a:srgbClr val="000000"/>
                </a:solidFill>
              </a:defRPr>
            </a:lvl1pPr>
          </a:lstStyle>
          <a:p>
            <a:pPr/>
            <a:r>
              <a:t>Speaking session title</a:t>
            </a:r>
          </a:p>
        </p:txBody>
      </p:sp>
      <p:sp>
        <p:nvSpPr>
          <p:cNvPr id="8266" name="Text Placeholder 18"/>
          <p:cNvSpPr/>
          <p:nvPr>
            <p:ph type="body" sz="quarter" idx="37" hasCustomPrompt="1"/>
          </p:nvPr>
        </p:nvSpPr>
        <p:spPr>
          <a:xfrm>
            <a:off x="9552571" y="5501504"/>
            <a:ext cx="2259013" cy="937400"/>
          </a:xfrm>
          <a:prstGeom prst="rect">
            <a:avLst/>
          </a:prstGeom>
        </p:spPr>
        <p:txBody>
          <a:bodyPr anchor="b"/>
          <a:lstStyle>
            <a:lvl1pPr>
              <a:defRPr sz="1400">
                <a:solidFill>
                  <a:srgbClr val="515E68"/>
                </a:solidFill>
              </a:defRPr>
            </a:lvl1pPr>
          </a:lstStyle>
          <a:p>
            <a:pPr/>
            <a:r>
              <a:t>Mona Lisa, GitHub
Mona Lisa, GitHub
Mona Lisa, GitHub</a:t>
            </a:r>
          </a:p>
        </p:txBody>
      </p:sp>
      <p:sp>
        <p:nvSpPr>
          <p:cNvPr id="82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Upcoming sessions (3)">
    <p:bg>
      <p:bgPr>
        <a:solidFill>
          <a:srgbClr val="FFFFFF"/>
        </a:solidFill>
      </p:bgPr>
    </p:bg>
    <p:spTree>
      <p:nvGrpSpPr>
        <p:cNvPr id="1" name=""/>
        <p:cNvGrpSpPr/>
        <p:nvPr/>
      </p:nvGrpSpPr>
      <p:grpSpPr>
        <a:xfrm>
          <a:off x="0" y="0"/>
          <a:ext cx="0" cy="0"/>
          <a:chOff x="0" y="0"/>
          <a:chExt cx="0" cy="0"/>
        </a:xfrm>
      </p:grpSpPr>
      <p:grpSp>
        <p:nvGrpSpPr>
          <p:cNvPr id="8276" name="Rectangle 1"/>
          <p:cNvGrpSpPr/>
          <p:nvPr/>
        </p:nvGrpSpPr>
        <p:grpSpPr>
          <a:xfrm>
            <a:off x="12287632" y="5878297"/>
            <a:ext cx="710311" cy="979707"/>
            <a:chOff x="0" y="0"/>
            <a:chExt cx="710309" cy="979705"/>
          </a:xfrm>
        </p:grpSpPr>
        <p:sp>
          <p:nvSpPr>
            <p:cNvPr id="8274"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7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8279" name="Rectangle 2"/>
          <p:cNvGrpSpPr/>
          <p:nvPr/>
        </p:nvGrpSpPr>
        <p:grpSpPr>
          <a:xfrm>
            <a:off x="12287631" y="4898603"/>
            <a:ext cx="710311" cy="979709"/>
            <a:chOff x="0" y="-1"/>
            <a:chExt cx="710309" cy="979708"/>
          </a:xfrm>
        </p:grpSpPr>
        <p:sp>
          <p:nvSpPr>
            <p:cNvPr id="8277"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78"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8282" name="Rectangle 3"/>
          <p:cNvGrpSpPr/>
          <p:nvPr/>
        </p:nvGrpSpPr>
        <p:grpSpPr>
          <a:xfrm>
            <a:off x="12287632" y="3918862"/>
            <a:ext cx="710311" cy="979706"/>
            <a:chOff x="0" y="0"/>
            <a:chExt cx="710309" cy="979705"/>
          </a:xfrm>
        </p:grpSpPr>
        <p:sp>
          <p:nvSpPr>
            <p:cNvPr id="8280"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8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8285" name="Rectangle 4"/>
          <p:cNvGrpSpPr/>
          <p:nvPr/>
        </p:nvGrpSpPr>
        <p:grpSpPr>
          <a:xfrm>
            <a:off x="12287631" y="2939171"/>
            <a:ext cx="710311" cy="979707"/>
            <a:chOff x="0" y="0"/>
            <a:chExt cx="710309" cy="979705"/>
          </a:xfrm>
        </p:grpSpPr>
        <p:sp>
          <p:nvSpPr>
            <p:cNvPr id="8283"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84"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8288" name="Rectangle 5"/>
          <p:cNvGrpSpPr/>
          <p:nvPr/>
        </p:nvGrpSpPr>
        <p:grpSpPr>
          <a:xfrm>
            <a:off x="12287632" y="1959431"/>
            <a:ext cx="710311" cy="979707"/>
            <a:chOff x="0" y="0"/>
            <a:chExt cx="710309" cy="979705"/>
          </a:xfrm>
        </p:grpSpPr>
        <p:sp>
          <p:nvSpPr>
            <p:cNvPr id="8286"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8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8291" name="Rectangle 6"/>
          <p:cNvGrpSpPr/>
          <p:nvPr/>
        </p:nvGrpSpPr>
        <p:grpSpPr>
          <a:xfrm>
            <a:off x="12287631" y="979736"/>
            <a:ext cx="710311" cy="979707"/>
            <a:chOff x="0" y="0"/>
            <a:chExt cx="710309" cy="979705"/>
          </a:xfrm>
        </p:grpSpPr>
        <p:sp>
          <p:nvSpPr>
            <p:cNvPr id="8289"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90"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8294" name="Rectangle 7"/>
          <p:cNvGrpSpPr/>
          <p:nvPr/>
        </p:nvGrpSpPr>
        <p:grpSpPr>
          <a:xfrm>
            <a:off x="12287631" y="-2"/>
            <a:ext cx="710311" cy="979706"/>
            <a:chOff x="0" y="0"/>
            <a:chExt cx="710309" cy="979705"/>
          </a:xfrm>
        </p:grpSpPr>
        <p:sp>
          <p:nvSpPr>
            <p:cNvPr id="8292"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9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8297" name="Rectangle 8"/>
          <p:cNvGrpSpPr/>
          <p:nvPr/>
        </p:nvGrpSpPr>
        <p:grpSpPr>
          <a:xfrm>
            <a:off x="12997439" y="5715013"/>
            <a:ext cx="710311" cy="1142996"/>
            <a:chOff x="0" y="0"/>
            <a:chExt cx="710309" cy="1142994"/>
          </a:xfrm>
        </p:grpSpPr>
        <p:sp>
          <p:nvSpPr>
            <p:cNvPr id="8295"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8300" name="Rectangle 9"/>
          <p:cNvGrpSpPr/>
          <p:nvPr/>
        </p:nvGrpSpPr>
        <p:grpSpPr>
          <a:xfrm>
            <a:off x="12997439" y="4572032"/>
            <a:ext cx="710311" cy="1142996"/>
            <a:chOff x="0" y="0"/>
            <a:chExt cx="710309" cy="1142994"/>
          </a:xfrm>
        </p:grpSpPr>
        <p:sp>
          <p:nvSpPr>
            <p:cNvPr id="8298"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29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8303" name="Rectangle 10"/>
          <p:cNvGrpSpPr/>
          <p:nvPr/>
        </p:nvGrpSpPr>
        <p:grpSpPr>
          <a:xfrm>
            <a:off x="12997439" y="3428998"/>
            <a:ext cx="710311" cy="1142996"/>
            <a:chOff x="0" y="0"/>
            <a:chExt cx="710309" cy="1142994"/>
          </a:xfrm>
        </p:grpSpPr>
        <p:sp>
          <p:nvSpPr>
            <p:cNvPr id="8301"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0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8306" name="Rectangle 11"/>
          <p:cNvGrpSpPr/>
          <p:nvPr/>
        </p:nvGrpSpPr>
        <p:grpSpPr>
          <a:xfrm>
            <a:off x="12997439" y="2286017"/>
            <a:ext cx="710311" cy="1142996"/>
            <a:chOff x="0" y="0"/>
            <a:chExt cx="710309" cy="1142994"/>
          </a:xfrm>
        </p:grpSpPr>
        <p:sp>
          <p:nvSpPr>
            <p:cNvPr id="8304"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0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8309" name="Rectangle 12"/>
          <p:cNvGrpSpPr/>
          <p:nvPr/>
        </p:nvGrpSpPr>
        <p:grpSpPr>
          <a:xfrm>
            <a:off x="12997439" y="1142977"/>
            <a:ext cx="710311" cy="1142997"/>
            <a:chOff x="0" y="-1"/>
            <a:chExt cx="710309" cy="1142995"/>
          </a:xfrm>
        </p:grpSpPr>
        <p:sp>
          <p:nvSpPr>
            <p:cNvPr id="8307"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0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8312" name="Rectangle 13"/>
          <p:cNvGrpSpPr/>
          <p:nvPr/>
        </p:nvGrpSpPr>
        <p:grpSpPr>
          <a:xfrm>
            <a:off x="13706754" y="-2365"/>
            <a:ext cx="710311" cy="1142995"/>
            <a:chOff x="0" y="0"/>
            <a:chExt cx="710309" cy="1142994"/>
          </a:xfrm>
        </p:grpSpPr>
        <p:sp>
          <p:nvSpPr>
            <p:cNvPr id="8310"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8315" name="Rectangle 14"/>
          <p:cNvGrpSpPr/>
          <p:nvPr/>
        </p:nvGrpSpPr>
        <p:grpSpPr>
          <a:xfrm>
            <a:off x="13706756" y="5715013"/>
            <a:ext cx="710311" cy="1142996"/>
            <a:chOff x="0" y="0"/>
            <a:chExt cx="710309" cy="1142994"/>
          </a:xfrm>
        </p:grpSpPr>
        <p:sp>
          <p:nvSpPr>
            <p:cNvPr id="8313"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1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8318" name="Rectangle 15"/>
          <p:cNvGrpSpPr/>
          <p:nvPr/>
        </p:nvGrpSpPr>
        <p:grpSpPr>
          <a:xfrm>
            <a:off x="13706754" y="4572032"/>
            <a:ext cx="710311" cy="1142996"/>
            <a:chOff x="0" y="0"/>
            <a:chExt cx="710309" cy="1142994"/>
          </a:xfrm>
        </p:grpSpPr>
        <p:sp>
          <p:nvSpPr>
            <p:cNvPr id="8316"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1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8321" name="Rectangle 16"/>
          <p:cNvGrpSpPr/>
          <p:nvPr/>
        </p:nvGrpSpPr>
        <p:grpSpPr>
          <a:xfrm>
            <a:off x="12996453" y="-1157"/>
            <a:ext cx="710311" cy="1142995"/>
            <a:chOff x="0" y="0"/>
            <a:chExt cx="710309" cy="1142994"/>
          </a:xfrm>
        </p:grpSpPr>
        <p:sp>
          <p:nvSpPr>
            <p:cNvPr id="8319"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8324" name="Rectangle 17"/>
          <p:cNvGrpSpPr/>
          <p:nvPr/>
        </p:nvGrpSpPr>
        <p:grpSpPr>
          <a:xfrm>
            <a:off x="13706754" y="2286017"/>
            <a:ext cx="710311" cy="1142996"/>
            <a:chOff x="0" y="0"/>
            <a:chExt cx="710309" cy="1142994"/>
          </a:xfrm>
        </p:grpSpPr>
        <p:sp>
          <p:nvSpPr>
            <p:cNvPr id="8322"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2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8327" name="Rectangle 18"/>
          <p:cNvGrpSpPr/>
          <p:nvPr/>
        </p:nvGrpSpPr>
        <p:grpSpPr>
          <a:xfrm>
            <a:off x="13706756" y="1142977"/>
            <a:ext cx="710311" cy="1142997"/>
            <a:chOff x="0" y="-1"/>
            <a:chExt cx="710309" cy="1142995"/>
          </a:xfrm>
        </p:grpSpPr>
        <p:sp>
          <p:nvSpPr>
            <p:cNvPr id="8325"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2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8330" name="Rectangle 19"/>
          <p:cNvGrpSpPr/>
          <p:nvPr/>
        </p:nvGrpSpPr>
        <p:grpSpPr>
          <a:xfrm>
            <a:off x="13706754" y="3427836"/>
            <a:ext cx="710311" cy="1142996"/>
            <a:chOff x="0" y="0"/>
            <a:chExt cx="710309" cy="1142994"/>
          </a:xfrm>
        </p:grpSpPr>
        <p:sp>
          <p:nvSpPr>
            <p:cNvPr id="8328"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8331" name="Rectangle 1"/>
          <p:cNvSpPr/>
          <p:nvPr/>
        </p:nvSpPr>
        <p:spPr>
          <a:xfrm>
            <a:off x="-66" y="1624745"/>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8332" name="Body Level One…"/>
          <p:cNvSpPr txBox="1"/>
          <p:nvPr>
            <p:ph type="body" sz="quarter" idx="1" hasCustomPrompt="1"/>
          </p:nvPr>
        </p:nvSpPr>
        <p:spPr>
          <a:xfrm>
            <a:off x="401037" y="261001"/>
            <a:ext cx="11416566" cy="448550"/>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vl2pPr>
              <a:defRPr cap="all" sz="1400">
                <a:solidFill>
                  <a:srgbClr val="515E68"/>
                </a:solidFill>
                <a:latin typeface="Mona Sans Mono"/>
                <a:ea typeface="Mona Sans Mono"/>
                <a:cs typeface="Mona Sans Mono"/>
                <a:sym typeface="Mona Sans Mono"/>
              </a:defRPr>
            </a:lvl2pPr>
            <a:lvl3pPr>
              <a:defRPr cap="all" sz="1400">
                <a:solidFill>
                  <a:srgbClr val="515E68"/>
                </a:solidFill>
                <a:latin typeface="Mona Sans Mono"/>
                <a:ea typeface="Mona Sans Mono"/>
                <a:cs typeface="Mona Sans Mono"/>
                <a:sym typeface="Mona Sans Mono"/>
              </a:defRPr>
            </a:lvl3pPr>
            <a:lvl4pPr>
              <a:defRPr cap="all" sz="1400">
                <a:solidFill>
                  <a:srgbClr val="515E68"/>
                </a:solidFill>
                <a:latin typeface="Mona Sans Mono"/>
                <a:ea typeface="Mona Sans Mono"/>
                <a:cs typeface="Mona Sans Mono"/>
                <a:sym typeface="Mona Sans Mono"/>
              </a:defRPr>
            </a:lvl4pPr>
            <a:lvl5pPr>
              <a:defRPr cap="all" sz="1400">
                <a:solidFill>
                  <a:srgbClr val="515E68"/>
                </a:solidFill>
                <a:latin typeface="Mona Sans Mono"/>
                <a:ea typeface="Mona Sans Mono"/>
                <a:cs typeface="Mona Sans Mono"/>
                <a:sym typeface="Mona Sans Mono"/>
              </a:defRPr>
            </a:lvl5pPr>
          </a:lstStyle>
          <a:p>
            <a:pPr/>
            <a:r>
              <a:t>Upcoming session</a:t>
            </a:r>
          </a:p>
          <a:p>
            <a:pPr lvl="1"/>
            <a:r>
              <a:t/>
            </a:r>
          </a:p>
          <a:p>
            <a:pPr lvl="2"/>
            <a:r>
              <a:t/>
            </a:r>
          </a:p>
          <a:p>
            <a:pPr lvl="3"/>
            <a:r>
              <a:t/>
            </a:r>
          </a:p>
          <a:p>
            <a:pPr lvl="4"/>
            <a:r>
              <a:t/>
            </a:r>
          </a:p>
        </p:txBody>
      </p:sp>
      <p:sp>
        <p:nvSpPr>
          <p:cNvPr id="8333" name="Text Placeholder 23"/>
          <p:cNvSpPr/>
          <p:nvPr>
            <p:ph type="body" sz="quarter" idx="21" hasCustomPrompt="1"/>
          </p:nvPr>
        </p:nvSpPr>
        <p:spPr>
          <a:xfrm>
            <a:off x="401032" y="789642"/>
            <a:ext cx="11416573" cy="520342"/>
          </a:xfrm>
          <a:prstGeom prst="rect">
            <a:avLst/>
          </a:prstGeom>
        </p:spPr>
        <p:txBody>
          <a:bodyPr anchor="ctr"/>
          <a:lstStyle>
            <a:lvl1pPr defTabSz="786068">
              <a:lnSpc>
                <a:spcPct val="100000"/>
              </a:lnSpc>
              <a:spcBef>
                <a:spcPts val="800"/>
              </a:spcBef>
              <a:defRPr sz="3400">
                <a:solidFill>
                  <a:srgbClr val="000000"/>
                </a:solidFill>
              </a:defRPr>
            </a:lvl1pPr>
          </a:lstStyle>
          <a:p>
            <a:pPr/>
            <a:r>
              <a:t>What’s next?</a:t>
            </a:r>
          </a:p>
        </p:txBody>
      </p:sp>
      <p:sp>
        <p:nvSpPr>
          <p:cNvPr id="8334" name="Rectangle 9"/>
          <p:cNvSpPr/>
          <p:nvPr/>
        </p:nvSpPr>
        <p:spPr>
          <a:xfrm rot="16200000">
            <a:off x="1453934" y="4244163"/>
            <a:ext cx="5214969" cy="12704"/>
          </a:xfrm>
          <a:prstGeom prst="rect">
            <a:avLst/>
          </a:prstGeom>
          <a:solidFill>
            <a:srgbClr val="B0BAC2"/>
          </a:solidFill>
          <a:ln w="12700">
            <a:miter lim="400000"/>
          </a:ln>
        </p:spPr>
        <p:txBody>
          <a:bodyPr lIns="45718" tIns="45718" rIns="45718" bIns="45718" anchor="ctr"/>
          <a:lstStyle/>
          <a:p>
            <a:pPr algn="ctr">
              <a:defRPr>
                <a:solidFill>
                  <a:srgbClr val="FFFFFF"/>
                </a:solidFill>
              </a:defRPr>
            </a:pPr>
          </a:p>
        </p:txBody>
      </p:sp>
      <p:sp>
        <p:nvSpPr>
          <p:cNvPr id="8335" name="Rectangle 10"/>
          <p:cNvSpPr/>
          <p:nvPr/>
        </p:nvSpPr>
        <p:spPr>
          <a:xfrm rot="16200000">
            <a:off x="5519923" y="4244163"/>
            <a:ext cx="5214971" cy="12704"/>
          </a:xfrm>
          <a:prstGeom prst="rect">
            <a:avLst/>
          </a:prstGeom>
          <a:solidFill>
            <a:srgbClr val="B0BAC2"/>
          </a:solidFill>
          <a:ln w="12700">
            <a:miter lim="400000"/>
          </a:ln>
        </p:spPr>
        <p:txBody>
          <a:bodyPr lIns="45718" tIns="45718" rIns="45718" bIns="45718" anchor="ctr"/>
          <a:lstStyle/>
          <a:p>
            <a:pPr algn="ctr">
              <a:defRPr>
                <a:solidFill>
                  <a:srgbClr val="FFFFFF"/>
                </a:solidFill>
              </a:defRPr>
            </a:pPr>
          </a:p>
        </p:txBody>
      </p:sp>
      <p:sp>
        <p:nvSpPr>
          <p:cNvPr id="8336" name="TextBox 28"/>
          <p:cNvSpPr txBox="1"/>
          <p:nvPr/>
        </p:nvSpPr>
        <p:spPr>
          <a:xfrm>
            <a:off x="8545437" y="5081427"/>
            <a:ext cx="3241764"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latin typeface="Mona Sans Display"/>
                <a:ea typeface="Mona Sans Display"/>
                <a:cs typeface="Mona Sans Display"/>
                <a:sym typeface="Mona Sans Display"/>
              </a:defRPr>
            </a:lvl1pPr>
          </a:lstStyle>
          <a:p>
            <a:pPr/>
            <a:r>
              <a:t>Speakers</a:t>
            </a:r>
          </a:p>
        </p:txBody>
      </p:sp>
      <p:sp>
        <p:nvSpPr>
          <p:cNvPr id="8337" name="Text Placeholder 18"/>
          <p:cNvSpPr/>
          <p:nvPr>
            <p:ph type="body" sz="quarter" idx="22" hasCustomPrompt="1"/>
          </p:nvPr>
        </p:nvSpPr>
        <p:spPr>
          <a:xfrm>
            <a:off x="8567059" y="1960222"/>
            <a:ext cx="3242358"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Month XX</a:t>
            </a:r>
          </a:p>
        </p:txBody>
      </p:sp>
      <p:sp>
        <p:nvSpPr>
          <p:cNvPr id="8338" name="Text Placeholder 18"/>
          <p:cNvSpPr/>
          <p:nvPr>
            <p:ph type="body" sz="quarter" idx="23" hasCustomPrompt="1"/>
          </p:nvPr>
        </p:nvSpPr>
        <p:spPr>
          <a:xfrm>
            <a:off x="8575247" y="2282741"/>
            <a:ext cx="3242358"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00:00 pt</a:t>
            </a:r>
          </a:p>
        </p:txBody>
      </p:sp>
      <p:sp>
        <p:nvSpPr>
          <p:cNvPr id="8339" name="Text Placeholder 18"/>
          <p:cNvSpPr/>
          <p:nvPr>
            <p:ph type="body" sz="quarter" idx="24" hasCustomPrompt="1"/>
          </p:nvPr>
        </p:nvSpPr>
        <p:spPr>
          <a:xfrm>
            <a:off x="8567059" y="2620183"/>
            <a:ext cx="3242358" cy="2342993"/>
          </a:xfrm>
          <a:prstGeom prst="rect">
            <a:avLst/>
          </a:prstGeom>
        </p:spPr>
        <p:txBody>
          <a:bodyPr/>
          <a:lstStyle>
            <a:lvl1pPr>
              <a:defRPr sz="2400">
                <a:solidFill>
                  <a:srgbClr val="000000"/>
                </a:solidFill>
              </a:defRPr>
            </a:lvl1pPr>
          </a:lstStyle>
          <a:p>
            <a:pPr/>
            <a:r>
              <a:t>Speaking session title</a:t>
            </a:r>
          </a:p>
        </p:txBody>
      </p:sp>
      <p:sp>
        <p:nvSpPr>
          <p:cNvPr id="8340" name="Text Placeholder 18"/>
          <p:cNvSpPr/>
          <p:nvPr>
            <p:ph type="body" sz="quarter" idx="25" hasCustomPrompt="1"/>
          </p:nvPr>
        </p:nvSpPr>
        <p:spPr>
          <a:xfrm>
            <a:off x="8563578" y="5501504"/>
            <a:ext cx="3242358" cy="937400"/>
          </a:xfrm>
          <a:prstGeom prst="rect">
            <a:avLst/>
          </a:prstGeom>
        </p:spPr>
        <p:txBody>
          <a:bodyPr anchor="b"/>
          <a:lstStyle>
            <a:lvl1pPr>
              <a:defRPr sz="1400">
                <a:solidFill>
                  <a:srgbClr val="515E68"/>
                </a:solidFill>
              </a:defRPr>
            </a:lvl1pPr>
          </a:lstStyle>
          <a:p>
            <a:pPr/>
            <a:r>
              <a:t>Mona Lisa, GitHub
Mona Lisa, GitHub
Mona Lisa, GitHub</a:t>
            </a:r>
          </a:p>
        </p:txBody>
      </p:sp>
      <p:sp>
        <p:nvSpPr>
          <p:cNvPr id="8341" name="TextBox 6"/>
          <p:cNvSpPr txBox="1"/>
          <p:nvPr/>
        </p:nvSpPr>
        <p:spPr>
          <a:xfrm>
            <a:off x="4473530" y="5081427"/>
            <a:ext cx="3241765"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latin typeface="Mona Sans Display"/>
                <a:ea typeface="Mona Sans Display"/>
                <a:cs typeface="Mona Sans Display"/>
                <a:sym typeface="Mona Sans Display"/>
              </a:defRPr>
            </a:lvl1pPr>
          </a:lstStyle>
          <a:p>
            <a:pPr/>
            <a:r>
              <a:t>Speakers</a:t>
            </a:r>
          </a:p>
        </p:txBody>
      </p:sp>
      <p:sp>
        <p:nvSpPr>
          <p:cNvPr id="8342" name="Text Placeholder 18"/>
          <p:cNvSpPr/>
          <p:nvPr>
            <p:ph type="body" sz="quarter" idx="26" hasCustomPrompt="1"/>
          </p:nvPr>
        </p:nvSpPr>
        <p:spPr>
          <a:xfrm>
            <a:off x="4473235" y="1960222"/>
            <a:ext cx="3242358"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Month XX</a:t>
            </a:r>
          </a:p>
        </p:txBody>
      </p:sp>
      <p:sp>
        <p:nvSpPr>
          <p:cNvPr id="8343" name="Text Placeholder 18"/>
          <p:cNvSpPr/>
          <p:nvPr>
            <p:ph type="body" sz="quarter" idx="27" hasCustomPrompt="1"/>
          </p:nvPr>
        </p:nvSpPr>
        <p:spPr>
          <a:xfrm>
            <a:off x="4473235" y="2282741"/>
            <a:ext cx="3242358"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00:00 pt</a:t>
            </a:r>
          </a:p>
        </p:txBody>
      </p:sp>
      <p:sp>
        <p:nvSpPr>
          <p:cNvPr id="8344" name="Text Placeholder 18"/>
          <p:cNvSpPr/>
          <p:nvPr>
            <p:ph type="body" sz="quarter" idx="28" hasCustomPrompt="1"/>
          </p:nvPr>
        </p:nvSpPr>
        <p:spPr>
          <a:xfrm>
            <a:off x="4473235" y="2620183"/>
            <a:ext cx="3242358" cy="2342993"/>
          </a:xfrm>
          <a:prstGeom prst="rect">
            <a:avLst/>
          </a:prstGeom>
        </p:spPr>
        <p:txBody>
          <a:bodyPr/>
          <a:lstStyle>
            <a:lvl1pPr>
              <a:defRPr sz="2400">
                <a:solidFill>
                  <a:srgbClr val="000000"/>
                </a:solidFill>
              </a:defRPr>
            </a:lvl1pPr>
          </a:lstStyle>
          <a:p>
            <a:pPr/>
            <a:r>
              <a:t>Speaking session title</a:t>
            </a:r>
          </a:p>
        </p:txBody>
      </p:sp>
      <p:sp>
        <p:nvSpPr>
          <p:cNvPr id="8345" name="Text Placeholder 18"/>
          <p:cNvSpPr/>
          <p:nvPr>
            <p:ph type="body" sz="quarter" idx="29" hasCustomPrompt="1"/>
          </p:nvPr>
        </p:nvSpPr>
        <p:spPr>
          <a:xfrm>
            <a:off x="4473235" y="5501504"/>
            <a:ext cx="3242358" cy="937400"/>
          </a:xfrm>
          <a:prstGeom prst="rect">
            <a:avLst/>
          </a:prstGeom>
        </p:spPr>
        <p:txBody>
          <a:bodyPr anchor="b"/>
          <a:lstStyle>
            <a:lvl1pPr>
              <a:defRPr sz="1400">
                <a:solidFill>
                  <a:srgbClr val="515E68"/>
                </a:solidFill>
              </a:defRPr>
            </a:lvl1pPr>
          </a:lstStyle>
          <a:p>
            <a:pPr/>
            <a:r>
              <a:t>Mona Lisa, GitHub
Mona Lisa, GitHub
Mona Lisa, GitHub</a:t>
            </a:r>
          </a:p>
        </p:txBody>
      </p:sp>
      <p:sp>
        <p:nvSpPr>
          <p:cNvPr id="8346" name="TextBox 13"/>
          <p:cNvSpPr txBox="1"/>
          <p:nvPr/>
        </p:nvSpPr>
        <p:spPr>
          <a:xfrm>
            <a:off x="379410" y="5081427"/>
            <a:ext cx="3241764"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latin typeface="Mona Sans Display"/>
                <a:ea typeface="Mona Sans Display"/>
                <a:cs typeface="Mona Sans Display"/>
                <a:sym typeface="Mona Sans Display"/>
              </a:defRPr>
            </a:lvl1pPr>
          </a:lstStyle>
          <a:p>
            <a:pPr/>
            <a:r>
              <a:t>Speakers</a:t>
            </a:r>
          </a:p>
        </p:txBody>
      </p:sp>
      <p:sp>
        <p:nvSpPr>
          <p:cNvPr id="8347" name="Text Placeholder 18"/>
          <p:cNvSpPr/>
          <p:nvPr>
            <p:ph type="body" sz="quarter" idx="30" hasCustomPrompt="1"/>
          </p:nvPr>
        </p:nvSpPr>
        <p:spPr>
          <a:xfrm>
            <a:off x="401034" y="1960222"/>
            <a:ext cx="3242356"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Month XX</a:t>
            </a:r>
          </a:p>
        </p:txBody>
      </p:sp>
      <p:sp>
        <p:nvSpPr>
          <p:cNvPr id="8348" name="Text Placeholder 18"/>
          <p:cNvSpPr/>
          <p:nvPr>
            <p:ph type="body" sz="quarter" idx="31" hasCustomPrompt="1"/>
          </p:nvPr>
        </p:nvSpPr>
        <p:spPr>
          <a:xfrm>
            <a:off x="409220" y="2282741"/>
            <a:ext cx="3242361"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00:00 pt</a:t>
            </a:r>
          </a:p>
        </p:txBody>
      </p:sp>
      <p:sp>
        <p:nvSpPr>
          <p:cNvPr id="8349" name="Text Placeholder 18"/>
          <p:cNvSpPr/>
          <p:nvPr>
            <p:ph type="body" sz="quarter" idx="32" hasCustomPrompt="1"/>
          </p:nvPr>
        </p:nvSpPr>
        <p:spPr>
          <a:xfrm>
            <a:off x="401034" y="2620183"/>
            <a:ext cx="3242356" cy="2342993"/>
          </a:xfrm>
          <a:prstGeom prst="rect">
            <a:avLst/>
          </a:prstGeom>
        </p:spPr>
        <p:txBody>
          <a:bodyPr/>
          <a:lstStyle>
            <a:lvl1pPr>
              <a:defRPr sz="2400">
                <a:solidFill>
                  <a:srgbClr val="000000"/>
                </a:solidFill>
              </a:defRPr>
            </a:lvl1pPr>
          </a:lstStyle>
          <a:p>
            <a:pPr/>
            <a:r>
              <a:t>Speaking session title</a:t>
            </a:r>
          </a:p>
        </p:txBody>
      </p:sp>
      <p:sp>
        <p:nvSpPr>
          <p:cNvPr id="8350" name="Text Placeholder 18"/>
          <p:cNvSpPr/>
          <p:nvPr>
            <p:ph type="body" sz="quarter" idx="33" hasCustomPrompt="1"/>
          </p:nvPr>
        </p:nvSpPr>
        <p:spPr>
          <a:xfrm>
            <a:off x="397554" y="5501504"/>
            <a:ext cx="3242356" cy="937400"/>
          </a:xfrm>
          <a:prstGeom prst="rect">
            <a:avLst/>
          </a:prstGeom>
        </p:spPr>
        <p:txBody>
          <a:bodyPr anchor="b"/>
          <a:lstStyle>
            <a:lvl1pPr>
              <a:defRPr sz="1400">
                <a:solidFill>
                  <a:srgbClr val="515E68"/>
                </a:solidFill>
              </a:defRPr>
            </a:lvl1pPr>
          </a:lstStyle>
          <a:p>
            <a:pPr/>
            <a:r>
              <a:t>Mona Lisa, GitHub
Mona Lisa, GitHub
Mona Lisa, GitHub</a:t>
            </a:r>
          </a:p>
        </p:txBody>
      </p:sp>
      <p:sp>
        <p:nvSpPr>
          <p:cNvPr id="83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Upcoming sessions (2)">
    <p:bg>
      <p:bgPr>
        <a:solidFill>
          <a:srgbClr val="FFFFFF"/>
        </a:solidFill>
      </p:bgPr>
    </p:bg>
    <p:spTree>
      <p:nvGrpSpPr>
        <p:cNvPr id="1" name=""/>
        <p:cNvGrpSpPr/>
        <p:nvPr/>
      </p:nvGrpSpPr>
      <p:grpSpPr>
        <a:xfrm>
          <a:off x="0" y="0"/>
          <a:ext cx="0" cy="0"/>
          <a:chOff x="0" y="0"/>
          <a:chExt cx="0" cy="0"/>
        </a:xfrm>
      </p:grpSpPr>
      <p:grpSp>
        <p:nvGrpSpPr>
          <p:cNvPr id="8360" name="Rectangle 1"/>
          <p:cNvGrpSpPr/>
          <p:nvPr/>
        </p:nvGrpSpPr>
        <p:grpSpPr>
          <a:xfrm>
            <a:off x="12287632" y="5878297"/>
            <a:ext cx="710311" cy="979707"/>
            <a:chOff x="0" y="0"/>
            <a:chExt cx="710309" cy="979705"/>
          </a:xfrm>
        </p:grpSpPr>
        <p:sp>
          <p:nvSpPr>
            <p:cNvPr id="8358"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5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8363" name="Rectangle 2"/>
          <p:cNvGrpSpPr/>
          <p:nvPr/>
        </p:nvGrpSpPr>
        <p:grpSpPr>
          <a:xfrm>
            <a:off x="12287631" y="4898603"/>
            <a:ext cx="710311" cy="979709"/>
            <a:chOff x="0" y="-1"/>
            <a:chExt cx="710309" cy="979708"/>
          </a:xfrm>
        </p:grpSpPr>
        <p:sp>
          <p:nvSpPr>
            <p:cNvPr id="8361"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62"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8366" name="Rectangle 3"/>
          <p:cNvGrpSpPr/>
          <p:nvPr/>
        </p:nvGrpSpPr>
        <p:grpSpPr>
          <a:xfrm>
            <a:off x="12287632" y="3918862"/>
            <a:ext cx="710311" cy="979706"/>
            <a:chOff x="0" y="0"/>
            <a:chExt cx="710309" cy="979705"/>
          </a:xfrm>
        </p:grpSpPr>
        <p:sp>
          <p:nvSpPr>
            <p:cNvPr id="8364"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6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8369" name="Rectangle 4"/>
          <p:cNvGrpSpPr/>
          <p:nvPr/>
        </p:nvGrpSpPr>
        <p:grpSpPr>
          <a:xfrm>
            <a:off x="12287631" y="2939171"/>
            <a:ext cx="710311" cy="979707"/>
            <a:chOff x="0" y="0"/>
            <a:chExt cx="710309" cy="979705"/>
          </a:xfrm>
        </p:grpSpPr>
        <p:sp>
          <p:nvSpPr>
            <p:cNvPr id="8367"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6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8372" name="Rectangle 5"/>
          <p:cNvGrpSpPr/>
          <p:nvPr/>
        </p:nvGrpSpPr>
        <p:grpSpPr>
          <a:xfrm>
            <a:off x="12287632" y="1959431"/>
            <a:ext cx="710311" cy="979707"/>
            <a:chOff x="0" y="0"/>
            <a:chExt cx="710309" cy="979705"/>
          </a:xfrm>
        </p:grpSpPr>
        <p:sp>
          <p:nvSpPr>
            <p:cNvPr id="8370"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7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8375" name="Rectangle 6"/>
          <p:cNvGrpSpPr/>
          <p:nvPr/>
        </p:nvGrpSpPr>
        <p:grpSpPr>
          <a:xfrm>
            <a:off x="12287631" y="979736"/>
            <a:ext cx="710311" cy="979707"/>
            <a:chOff x="0" y="0"/>
            <a:chExt cx="710309" cy="979705"/>
          </a:xfrm>
        </p:grpSpPr>
        <p:sp>
          <p:nvSpPr>
            <p:cNvPr id="8373"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74"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8378" name="Rectangle 7"/>
          <p:cNvGrpSpPr/>
          <p:nvPr/>
        </p:nvGrpSpPr>
        <p:grpSpPr>
          <a:xfrm>
            <a:off x="12287631" y="-2"/>
            <a:ext cx="710311" cy="979706"/>
            <a:chOff x="0" y="0"/>
            <a:chExt cx="710309" cy="979705"/>
          </a:xfrm>
        </p:grpSpPr>
        <p:sp>
          <p:nvSpPr>
            <p:cNvPr id="8376"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7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8381" name="Rectangle 8"/>
          <p:cNvGrpSpPr/>
          <p:nvPr/>
        </p:nvGrpSpPr>
        <p:grpSpPr>
          <a:xfrm>
            <a:off x="12997439" y="5715013"/>
            <a:ext cx="710311" cy="1142996"/>
            <a:chOff x="0" y="0"/>
            <a:chExt cx="710309" cy="1142994"/>
          </a:xfrm>
        </p:grpSpPr>
        <p:sp>
          <p:nvSpPr>
            <p:cNvPr id="8379"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8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8384" name="Rectangle 9"/>
          <p:cNvGrpSpPr/>
          <p:nvPr/>
        </p:nvGrpSpPr>
        <p:grpSpPr>
          <a:xfrm>
            <a:off x="12997439" y="4572032"/>
            <a:ext cx="710311" cy="1142996"/>
            <a:chOff x="0" y="0"/>
            <a:chExt cx="710309" cy="1142994"/>
          </a:xfrm>
        </p:grpSpPr>
        <p:sp>
          <p:nvSpPr>
            <p:cNvPr id="8382"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8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8387" name="Rectangle 10"/>
          <p:cNvGrpSpPr/>
          <p:nvPr/>
        </p:nvGrpSpPr>
        <p:grpSpPr>
          <a:xfrm>
            <a:off x="12997439" y="3428998"/>
            <a:ext cx="710311" cy="1142996"/>
            <a:chOff x="0" y="0"/>
            <a:chExt cx="710309" cy="1142994"/>
          </a:xfrm>
        </p:grpSpPr>
        <p:sp>
          <p:nvSpPr>
            <p:cNvPr id="8385"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8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8390" name="Rectangle 11"/>
          <p:cNvGrpSpPr/>
          <p:nvPr/>
        </p:nvGrpSpPr>
        <p:grpSpPr>
          <a:xfrm>
            <a:off x="12997439" y="2286017"/>
            <a:ext cx="710311" cy="1142996"/>
            <a:chOff x="0" y="0"/>
            <a:chExt cx="710309" cy="1142994"/>
          </a:xfrm>
        </p:grpSpPr>
        <p:sp>
          <p:nvSpPr>
            <p:cNvPr id="8388"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8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8393" name="Rectangle 12"/>
          <p:cNvGrpSpPr/>
          <p:nvPr/>
        </p:nvGrpSpPr>
        <p:grpSpPr>
          <a:xfrm>
            <a:off x="12997439" y="1142977"/>
            <a:ext cx="710311" cy="1142997"/>
            <a:chOff x="0" y="-1"/>
            <a:chExt cx="710309" cy="1142995"/>
          </a:xfrm>
        </p:grpSpPr>
        <p:sp>
          <p:nvSpPr>
            <p:cNvPr id="8391"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9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8396" name="Rectangle 13"/>
          <p:cNvGrpSpPr/>
          <p:nvPr/>
        </p:nvGrpSpPr>
        <p:grpSpPr>
          <a:xfrm>
            <a:off x="13706754" y="-2365"/>
            <a:ext cx="710311" cy="1142995"/>
            <a:chOff x="0" y="0"/>
            <a:chExt cx="710309" cy="1142994"/>
          </a:xfrm>
        </p:grpSpPr>
        <p:sp>
          <p:nvSpPr>
            <p:cNvPr id="8394"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9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8399" name="Rectangle 14"/>
          <p:cNvGrpSpPr/>
          <p:nvPr/>
        </p:nvGrpSpPr>
        <p:grpSpPr>
          <a:xfrm>
            <a:off x="13706756" y="5715013"/>
            <a:ext cx="710311" cy="1142996"/>
            <a:chOff x="0" y="0"/>
            <a:chExt cx="710309" cy="1142994"/>
          </a:xfrm>
        </p:grpSpPr>
        <p:sp>
          <p:nvSpPr>
            <p:cNvPr id="8397"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39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8402" name="Rectangle 15"/>
          <p:cNvGrpSpPr/>
          <p:nvPr/>
        </p:nvGrpSpPr>
        <p:grpSpPr>
          <a:xfrm>
            <a:off x="13706754" y="4572032"/>
            <a:ext cx="710311" cy="1142996"/>
            <a:chOff x="0" y="0"/>
            <a:chExt cx="710309" cy="1142994"/>
          </a:xfrm>
        </p:grpSpPr>
        <p:sp>
          <p:nvSpPr>
            <p:cNvPr id="8400"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0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8405" name="Rectangle 16"/>
          <p:cNvGrpSpPr/>
          <p:nvPr/>
        </p:nvGrpSpPr>
        <p:grpSpPr>
          <a:xfrm>
            <a:off x="12996453" y="-1157"/>
            <a:ext cx="710311" cy="1142995"/>
            <a:chOff x="0" y="0"/>
            <a:chExt cx="710309" cy="1142994"/>
          </a:xfrm>
        </p:grpSpPr>
        <p:sp>
          <p:nvSpPr>
            <p:cNvPr id="8403"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0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8408" name="Rectangle 17"/>
          <p:cNvGrpSpPr/>
          <p:nvPr/>
        </p:nvGrpSpPr>
        <p:grpSpPr>
          <a:xfrm>
            <a:off x="13706754" y="2286017"/>
            <a:ext cx="710311" cy="1142996"/>
            <a:chOff x="0" y="0"/>
            <a:chExt cx="710309" cy="1142994"/>
          </a:xfrm>
        </p:grpSpPr>
        <p:sp>
          <p:nvSpPr>
            <p:cNvPr id="8406"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0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8411" name="Rectangle 18"/>
          <p:cNvGrpSpPr/>
          <p:nvPr/>
        </p:nvGrpSpPr>
        <p:grpSpPr>
          <a:xfrm>
            <a:off x="13706756" y="1142977"/>
            <a:ext cx="710311" cy="1142997"/>
            <a:chOff x="0" y="-1"/>
            <a:chExt cx="710309" cy="1142995"/>
          </a:xfrm>
        </p:grpSpPr>
        <p:sp>
          <p:nvSpPr>
            <p:cNvPr id="8409"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1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8414" name="Rectangle 19"/>
          <p:cNvGrpSpPr/>
          <p:nvPr/>
        </p:nvGrpSpPr>
        <p:grpSpPr>
          <a:xfrm>
            <a:off x="13706754" y="3427836"/>
            <a:ext cx="710311" cy="1142996"/>
            <a:chOff x="0" y="0"/>
            <a:chExt cx="710309" cy="1142994"/>
          </a:xfrm>
        </p:grpSpPr>
        <p:sp>
          <p:nvSpPr>
            <p:cNvPr id="8412"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1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8415" name="Body Level One…"/>
          <p:cNvSpPr txBox="1"/>
          <p:nvPr>
            <p:ph type="body" sz="quarter" idx="1" hasCustomPrompt="1"/>
          </p:nvPr>
        </p:nvSpPr>
        <p:spPr>
          <a:xfrm>
            <a:off x="401037" y="261001"/>
            <a:ext cx="11416566" cy="448550"/>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vl2pPr>
              <a:defRPr cap="all" sz="1400">
                <a:solidFill>
                  <a:srgbClr val="515E68"/>
                </a:solidFill>
                <a:latin typeface="Mona Sans Mono"/>
                <a:ea typeface="Mona Sans Mono"/>
                <a:cs typeface="Mona Sans Mono"/>
                <a:sym typeface="Mona Sans Mono"/>
              </a:defRPr>
            </a:lvl2pPr>
            <a:lvl3pPr>
              <a:defRPr cap="all" sz="1400">
                <a:solidFill>
                  <a:srgbClr val="515E68"/>
                </a:solidFill>
                <a:latin typeface="Mona Sans Mono"/>
                <a:ea typeface="Mona Sans Mono"/>
                <a:cs typeface="Mona Sans Mono"/>
                <a:sym typeface="Mona Sans Mono"/>
              </a:defRPr>
            </a:lvl3pPr>
            <a:lvl4pPr>
              <a:defRPr cap="all" sz="1400">
                <a:solidFill>
                  <a:srgbClr val="515E68"/>
                </a:solidFill>
                <a:latin typeface="Mona Sans Mono"/>
                <a:ea typeface="Mona Sans Mono"/>
                <a:cs typeface="Mona Sans Mono"/>
                <a:sym typeface="Mona Sans Mono"/>
              </a:defRPr>
            </a:lvl4pPr>
            <a:lvl5pPr>
              <a:defRPr cap="all" sz="1400">
                <a:solidFill>
                  <a:srgbClr val="515E68"/>
                </a:solidFill>
                <a:latin typeface="Mona Sans Mono"/>
                <a:ea typeface="Mona Sans Mono"/>
                <a:cs typeface="Mona Sans Mono"/>
                <a:sym typeface="Mona Sans Mono"/>
              </a:defRPr>
            </a:lvl5pPr>
          </a:lstStyle>
          <a:p>
            <a:pPr/>
            <a:r>
              <a:t>Upcoming session</a:t>
            </a:r>
          </a:p>
          <a:p>
            <a:pPr lvl="1"/>
            <a:r>
              <a:t/>
            </a:r>
          </a:p>
          <a:p>
            <a:pPr lvl="2"/>
            <a:r>
              <a:t/>
            </a:r>
          </a:p>
          <a:p>
            <a:pPr lvl="3"/>
            <a:r>
              <a:t/>
            </a:r>
          </a:p>
          <a:p>
            <a:pPr lvl="4"/>
            <a:r>
              <a:t/>
            </a:r>
          </a:p>
        </p:txBody>
      </p:sp>
      <p:sp>
        <p:nvSpPr>
          <p:cNvPr id="8416" name="Text Placeholder 23"/>
          <p:cNvSpPr/>
          <p:nvPr>
            <p:ph type="body" sz="quarter" idx="21" hasCustomPrompt="1"/>
          </p:nvPr>
        </p:nvSpPr>
        <p:spPr>
          <a:xfrm>
            <a:off x="401032" y="789642"/>
            <a:ext cx="11416573" cy="520342"/>
          </a:xfrm>
          <a:prstGeom prst="rect">
            <a:avLst/>
          </a:prstGeom>
        </p:spPr>
        <p:txBody>
          <a:bodyPr anchor="ctr"/>
          <a:lstStyle>
            <a:lvl1pPr defTabSz="786068">
              <a:lnSpc>
                <a:spcPct val="100000"/>
              </a:lnSpc>
              <a:spcBef>
                <a:spcPts val="800"/>
              </a:spcBef>
              <a:defRPr sz="3400">
                <a:solidFill>
                  <a:srgbClr val="000000"/>
                </a:solidFill>
              </a:defRPr>
            </a:lvl1pPr>
          </a:lstStyle>
          <a:p>
            <a:pPr/>
            <a:r>
              <a:t>What’s next?</a:t>
            </a:r>
          </a:p>
        </p:txBody>
      </p:sp>
      <p:sp>
        <p:nvSpPr>
          <p:cNvPr id="8417" name="Rectangle 9"/>
          <p:cNvSpPr/>
          <p:nvPr/>
        </p:nvSpPr>
        <p:spPr>
          <a:xfrm rot="16200000">
            <a:off x="3486927" y="4244163"/>
            <a:ext cx="5214969" cy="12704"/>
          </a:xfrm>
          <a:prstGeom prst="rect">
            <a:avLst/>
          </a:prstGeom>
          <a:solidFill>
            <a:srgbClr val="B0BAC2"/>
          </a:solidFill>
          <a:ln w="12700">
            <a:miter lim="400000"/>
          </a:ln>
        </p:spPr>
        <p:txBody>
          <a:bodyPr lIns="45718" tIns="45718" rIns="45718" bIns="45718" anchor="ctr"/>
          <a:lstStyle/>
          <a:p>
            <a:pPr algn="ctr">
              <a:defRPr>
                <a:solidFill>
                  <a:srgbClr val="FFFFFF"/>
                </a:solidFill>
              </a:defRPr>
            </a:pPr>
          </a:p>
        </p:txBody>
      </p:sp>
      <p:sp>
        <p:nvSpPr>
          <p:cNvPr id="8418" name="TextBox 6"/>
          <p:cNvSpPr txBox="1"/>
          <p:nvPr/>
        </p:nvSpPr>
        <p:spPr>
          <a:xfrm>
            <a:off x="6499719" y="5081427"/>
            <a:ext cx="5287403"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latin typeface="Mona Sans Display"/>
                <a:ea typeface="Mona Sans Display"/>
                <a:cs typeface="Mona Sans Display"/>
                <a:sym typeface="Mona Sans Display"/>
              </a:defRPr>
            </a:lvl1pPr>
          </a:lstStyle>
          <a:p>
            <a:pPr/>
            <a:r>
              <a:t>Speakers</a:t>
            </a:r>
          </a:p>
        </p:txBody>
      </p:sp>
      <p:sp>
        <p:nvSpPr>
          <p:cNvPr id="8419" name="Text Placeholder 18"/>
          <p:cNvSpPr/>
          <p:nvPr>
            <p:ph type="body" sz="quarter" idx="22" hasCustomPrompt="1"/>
          </p:nvPr>
        </p:nvSpPr>
        <p:spPr>
          <a:xfrm>
            <a:off x="6499421" y="1960222"/>
            <a:ext cx="5288371"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Month XX</a:t>
            </a:r>
          </a:p>
        </p:txBody>
      </p:sp>
      <p:sp>
        <p:nvSpPr>
          <p:cNvPr id="8420" name="Text Placeholder 18"/>
          <p:cNvSpPr/>
          <p:nvPr>
            <p:ph type="body" sz="quarter" idx="23" hasCustomPrompt="1"/>
          </p:nvPr>
        </p:nvSpPr>
        <p:spPr>
          <a:xfrm>
            <a:off x="6499421" y="2282741"/>
            <a:ext cx="5288371"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00:00 pt</a:t>
            </a:r>
          </a:p>
        </p:txBody>
      </p:sp>
      <p:sp>
        <p:nvSpPr>
          <p:cNvPr id="8421" name="Text Placeholder 18"/>
          <p:cNvSpPr/>
          <p:nvPr>
            <p:ph type="body" sz="quarter" idx="24" hasCustomPrompt="1"/>
          </p:nvPr>
        </p:nvSpPr>
        <p:spPr>
          <a:xfrm>
            <a:off x="6499421" y="2620183"/>
            <a:ext cx="5288371" cy="2342993"/>
          </a:xfrm>
          <a:prstGeom prst="rect">
            <a:avLst/>
          </a:prstGeom>
        </p:spPr>
        <p:txBody>
          <a:bodyPr/>
          <a:lstStyle>
            <a:lvl1pPr>
              <a:defRPr sz="2400">
                <a:solidFill>
                  <a:srgbClr val="000000"/>
                </a:solidFill>
              </a:defRPr>
            </a:lvl1pPr>
          </a:lstStyle>
          <a:p>
            <a:pPr/>
            <a:r>
              <a:t>Speaking session title</a:t>
            </a:r>
          </a:p>
        </p:txBody>
      </p:sp>
      <p:sp>
        <p:nvSpPr>
          <p:cNvPr id="8422" name="Text Placeholder 18"/>
          <p:cNvSpPr/>
          <p:nvPr>
            <p:ph type="body" sz="quarter" idx="25" hasCustomPrompt="1"/>
          </p:nvPr>
        </p:nvSpPr>
        <p:spPr>
          <a:xfrm>
            <a:off x="6499421" y="5501504"/>
            <a:ext cx="5288371" cy="937400"/>
          </a:xfrm>
          <a:prstGeom prst="rect">
            <a:avLst/>
          </a:prstGeom>
        </p:spPr>
        <p:txBody>
          <a:bodyPr anchor="b"/>
          <a:lstStyle>
            <a:lvl1pPr>
              <a:defRPr sz="1400">
                <a:solidFill>
                  <a:srgbClr val="515E68"/>
                </a:solidFill>
              </a:defRPr>
            </a:lvl1pPr>
          </a:lstStyle>
          <a:p>
            <a:pPr/>
            <a:r>
              <a:t>Mona Lisa, GitHub
Mona Lisa, GitHub
Mona Lisa, GitHub</a:t>
            </a:r>
          </a:p>
        </p:txBody>
      </p:sp>
      <p:sp>
        <p:nvSpPr>
          <p:cNvPr id="8423" name="TextBox 13"/>
          <p:cNvSpPr txBox="1"/>
          <p:nvPr/>
        </p:nvSpPr>
        <p:spPr>
          <a:xfrm>
            <a:off x="379408" y="5081427"/>
            <a:ext cx="5287106"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latin typeface="Mona Sans Display"/>
                <a:ea typeface="Mona Sans Display"/>
                <a:cs typeface="Mona Sans Display"/>
                <a:sym typeface="Mona Sans Display"/>
              </a:defRPr>
            </a:lvl1pPr>
          </a:lstStyle>
          <a:p>
            <a:pPr/>
            <a:r>
              <a:t>Speakers</a:t>
            </a:r>
          </a:p>
        </p:txBody>
      </p:sp>
      <p:sp>
        <p:nvSpPr>
          <p:cNvPr id="8424" name="Text Placeholder 18"/>
          <p:cNvSpPr/>
          <p:nvPr>
            <p:ph type="body" sz="quarter" idx="26" hasCustomPrompt="1"/>
          </p:nvPr>
        </p:nvSpPr>
        <p:spPr>
          <a:xfrm>
            <a:off x="401035" y="1960222"/>
            <a:ext cx="5288068"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Month XX</a:t>
            </a:r>
          </a:p>
        </p:txBody>
      </p:sp>
      <p:sp>
        <p:nvSpPr>
          <p:cNvPr id="8425" name="Text Placeholder 18"/>
          <p:cNvSpPr/>
          <p:nvPr>
            <p:ph type="body" sz="quarter" idx="27" hasCustomPrompt="1"/>
          </p:nvPr>
        </p:nvSpPr>
        <p:spPr>
          <a:xfrm>
            <a:off x="409223" y="2282741"/>
            <a:ext cx="5288068"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00:00 pt</a:t>
            </a:r>
          </a:p>
        </p:txBody>
      </p:sp>
      <p:sp>
        <p:nvSpPr>
          <p:cNvPr id="8426" name="Text Placeholder 18"/>
          <p:cNvSpPr/>
          <p:nvPr>
            <p:ph type="body" sz="quarter" idx="28" hasCustomPrompt="1"/>
          </p:nvPr>
        </p:nvSpPr>
        <p:spPr>
          <a:xfrm>
            <a:off x="401035" y="2620183"/>
            <a:ext cx="5288068" cy="2342993"/>
          </a:xfrm>
          <a:prstGeom prst="rect">
            <a:avLst/>
          </a:prstGeom>
        </p:spPr>
        <p:txBody>
          <a:bodyPr/>
          <a:lstStyle>
            <a:lvl1pPr>
              <a:defRPr sz="2400">
                <a:solidFill>
                  <a:srgbClr val="000000"/>
                </a:solidFill>
              </a:defRPr>
            </a:lvl1pPr>
          </a:lstStyle>
          <a:p>
            <a:pPr/>
            <a:r>
              <a:t>Speaking session title</a:t>
            </a:r>
          </a:p>
        </p:txBody>
      </p:sp>
      <p:sp>
        <p:nvSpPr>
          <p:cNvPr id="8427" name="Text Placeholder 18"/>
          <p:cNvSpPr/>
          <p:nvPr>
            <p:ph type="body" sz="quarter" idx="29" hasCustomPrompt="1"/>
          </p:nvPr>
        </p:nvSpPr>
        <p:spPr>
          <a:xfrm>
            <a:off x="397555" y="5501504"/>
            <a:ext cx="5288068" cy="937400"/>
          </a:xfrm>
          <a:prstGeom prst="rect">
            <a:avLst/>
          </a:prstGeom>
        </p:spPr>
        <p:txBody>
          <a:bodyPr anchor="b"/>
          <a:lstStyle>
            <a:lvl1pPr>
              <a:defRPr sz="1400">
                <a:solidFill>
                  <a:srgbClr val="515E68"/>
                </a:solidFill>
              </a:defRPr>
            </a:lvl1pPr>
          </a:lstStyle>
          <a:p>
            <a:pPr/>
            <a:r>
              <a:t>Mona Lisa, GitHub
Mona Lisa, GitHub
Mona Lisa, GitHub</a:t>
            </a:r>
          </a:p>
        </p:txBody>
      </p:sp>
      <p:sp>
        <p:nvSpPr>
          <p:cNvPr id="8428" name="Rectangle 2"/>
          <p:cNvSpPr/>
          <p:nvPr/>
        </p:nvSpPr>
        <p:spPr>
          <a:xfrm>
            <a:off x="-66" y="1624745"/>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84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Upcoming sessions (1)">
    <p:bg>
      <p:bgPr>
        <a:solidFill>
          <a:srgbClr val="FFFFFF"/>
        </a:solidFill>
      </p:bgPr>
    </p:bg>
    <p:spTree>
      <p:nvGrpSpPr>
        <p:cNvPr id="1" name=""/>
        <p:cNvGrpSpPr/>
        <p:nvPr/>
      </p:nvGrpSpPr>
      <p:grpSpPr>
        <a:xfrm>
          <a:off x="0" y="0"/>
          <a:ext cx="0" cy="0"/>
          <a:chOff x="0" y="0"/>
          <a:chExt cx="0" cy="0"/>
        </a:xfrm>
      </p:grpSpPr>
      <p:grpSp>
        <p:nvGrpSpPr>
          <p:cNvPr id="8438" name="Rectangle 1"/>
          <p:cNvGrpSpPr/>
          <p:nvPr/>
        </p:nvGrpSpPr>
        <p:grpSpPr>
          <a:xfrm>
            <a:off x="12287632" y="5878297"/>
            <a:ext cx="710311" cy="979707"/>
            <a:chOff x="0" y="0"/>
            <a:chExt cx="710309" cy="979705"/>
          </a:xfrm>
        </p:grpSpPr>
        <p:sp>
          <p:nvSpPr>
            <p:cNvPr id="8436"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3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8441" name="Rectangle 2"/>
          <p:cNvGrpSpPr/>
          <p:nvPr/>
        </p:nvGrpSpPr>
        <p:grpSpPr>
          <a:xfrm>
            <a:off x="12287631" y="4898603"/>
            <a:ext cx="710311" cy="979709"/>
            <a:chOff x="0" y="-1"/>
            <a:chExt cx="710309" cy="979708"/>
          </a:xfrm>
        </p:grpSpPr>
        <p:sp>
          <p:nvSpPr>
            <p:cNvPr id="8439"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40"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8444" name="Rectangle 3"/>
          <p:cNvGrpSpPr/>
          <p:nvPr/>
        </p:nvGrpSpPr>
        <p:grpSpPr>
          <a:xfrm>
            <a:off x="12287632" y="3918862"/>
            <a:ext cx="710311" cy="979706"/>
            <a:chOff x="0" y="0"/>
            <a:chExt cx="710309" cy="979705"/>
          </a:xfrm>
        </p:grpSpPr>
        <p:sp>
          <p:nvSpPr>
            <p:cNvPr id="8442"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43"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8447" name="Rectangle 4"/>
          <p:cNvGrpSpPr/>
          <p:nvPr/>
        </p:nvGrpSpPr>
        <p:grpSpPr>
          <a:xfrm>
            <a:off x="12287631" y="2939171"/>
            <a:ext cx="710311" cy="979707"/>
            <a:chOff x="0" y="0"/>
            <a:chExt cx="710309" cy="979705"/>
          </a:xfrm>
        </p:grpSpPr>
        <p:sp>
          <p:nvSpPr>
            <p:cNvPr id="8445"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46"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8450" name="Rectangle 5"/>
          <p:cNvGrpSpPr/>
          <p:nvPr/>
        </p:nvGrpSpPr>
        <p:grpSpPr>
          <a:xfrm>
            <a:off x="12287632" y="1959431"/>
            <a:ext cx="710311" cy="979707"/>
            <a:chOff x="0" y="0"/>
            <a:chExt cx="710309" cy="979705"/>
          </a:xfrm>
        </p:grpSpPr>
        <p:sp>
          <p:nvSpPr>
            <p:cNvPr id="8448"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4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8453" name="Rectangle 6"/>
          <p:cNvGrpSpPr/>
          <p:nvPr/>
        </p:nvGrpSpPr>
        <p:grpSpPr>
          <a:xfrm>
            <a:off x="12287631" y="979736"/>
            <a:ext cx="710311" cy="979707"/>
            <a:chOff x="0" y="0"/>
            <a:chExt cx="710309" cy="979705"/>
          </a:xfrm>
        </p:grpSpPr>
        <p:sp>
          <p:nvSpPr>
            <p:cNvPr id="8451"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52"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8456" name="Rectangle 7"/>
          <p:cNvGrpSpPr/>
          <p:nvPr/>
        </p:nvGrpSpPr>
        <p:grpSpPr>
          <a:xfrm>
            <a:off x="12287631" y="-2"/>
            <a:ext cx="710311" cy="979706"/>
            <a:chOff x="0" y="0"/>
            <a:chExt cx="710309" cy="979705"/>
          </a:xfrm>
        </p:grpSpPr>
        <p:sp>
          <p:nvSpPr>
            <p:cNvPr id="8454"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5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8459" name="Rectangle 8"/>
          <p:cNvGrpSpPr/>
          <p:nvPr/>
        </p:nvGrpSpPr>
        <p:grpSpPr>
          <a:xfrm>
            <a:off x="12997439" y="5715013"/>
            <a:ext cx="710311" cy="1142996"/>
            <a:chOff x="0" y="0"/>
            <a:chExt cx="710309" cy="1142994"/>
          </a:xfrm>
        </p:grpSpPr>
        <p:sp>
          <p:nvSpPr>
            <p:cNvPr id="8457"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5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8462" name="Rectangle 9"/>
          <p:cNvGrpSpPr/>
          <p:nvPr/>
        </p:nvGrpSpPr>
        <p:grpSpPr>
          <a:xfrm>
            <a:off x="12997439" y="4572032"/>
            <a:ext cx="710311" cy="1142996"/>
            <a:chOff x="0" y="0"/>
            <a:chExt cx="710309" cy="1142994"/>
          </a:xfrm>
        </p:grpSpPr>
        <p:sp>
          <p:nvSpPr>
            <p:cNvPr id="8460"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6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8465" name="Rectangle 10"/>
          <p:cNvGrpSpPr/>
          <p:nvPr/>
        </p:nvGrpSpPr>
        <p:grpSpPr>
          <a:xfrm>
            <a:off x="12997439" y="3428998"/>
            <a:ext cx="710311" cy="1142996"/>
            <a:chOff x="0" y="0"/>
            <a:chExt cx="710309" cy="1142994"/>
          </a:xfrm>
        </p:grpSpPr>
        <p:sp>
          <p:nvSpPr>
            <p:cNvPr id="8463"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6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8468" name="Rectangle 11"/>
          <p:cNvGrpSpPr/>
          <p:nvPr/>
        </p:nvGrpSpPr>
        <p:grpSpPr>
          <a:xfrm>
            <a:off x="12997439" y="2286017"/>
            <a:ext cx="710311" cy="1142996"/>
            <a:chOff x="0" y="0"/>
            <a:chExt cx="710309" cy="1142994"/>
          </a:xfrm>
        </p:grpSpPr>
        <p:sp>
          <p:nvSpPr>
            <p:cNvPr id="8466"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6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8471" name="Rectangle 12"/>
          <p:cNvGrpSpPr/>
          <p:nvPr/>
        </p:nvGrpSpPr>
        <p:grpSpPr>
          <a:xfrm>
            <a:off x="12997439" y="1142977"/>
            <a:ext cx="710311" cy="1142997"/>
            <a:chOff x="0" y="-1"/>
            <a:chExt cx="710309" cy="1142995"/>
          </a:xfrm>
        </p:grpSpPr>
        <p:sp>
          <p:nvSpPr>
            <p:cNvPr id="8469"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7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8474" name="Rectangle 13"/>
          <p:cNvGrpSpPr/>
          <p:nvPr/>
        </p:nvGrpSpPr>
        <p:grpSpPr>
          <a:xfrm>
            <a:off x="13706754" y="-2365"/>
            <a:ext cx="710311" cy="1142995"/>
            <a:chOff x="0" y="0"/>
            <a:chExt cx="710309" cy="1142994"/>
          </a:xfrm>
        </p:grpSpPr>
        <p:sp>
          <p:nvSpPr>
            <p:cNvPr id="8472"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7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8477" name="Rectangle 14"/>
          <p:cNvGrpSpPr/>
          <p:nvPr/>
        </p:nvGrpSpPr>
        <p:grpSpPr>
          <a:xfrm>
            <a:off x="13706756" y="5715013"/>
            <a:ext cx="710311" cy="1142996"/>
            <a:chOff x="0" y="0"/>
            <a:chExt cx="710309" cy="1142994"/>
          </a:xfrm>
        </p:grpSpPr>
        <p:sp>
          <p:nvSpPr>
            <p:cNvPr id="8475"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7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8480" name="Rectangle 15"/>
          <p:cNvGrpSpPr/>
          <p:nvPr/>
        </p:nvGrpSpPr>
        <p:grpSpPr>
          <a:xfrm>
            <a:off x="13706754" y="4572032"/>
            <a:ext cx="710311" cy="1142996"/>
            <a:chOff x="0" y="0"/>
            <a:chExt cx="710309" cy="1142994"/>
          </a:xfrm>
        </p:grpSpPr>
        <p:sp>
          <p:nvSpPr>
            <p:cNvPr id="8478"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7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8483" name="Rectangle 16"/>
          <p:cNvGrpSpPr/>
          <p:nvPr/>
        </p:nvGrpSpPr>
        <p:grpSpPr>
          <a:xfrm>
            <a:off x="12996453" y="-1157"/>
            <a:ext cx="710311" cy="1142995"/>
            <a:chOff x="0" y="0"/>
            <a:chExt cx="710309" cy="1142994"/>
          </a:xfrm>
        </p:grpSpPr>
        <p:sp>
          <p:nvSpPr>
            <p:cNvPr id="8481"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8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8486" name="Rectangle 17"/>
          <p:cNvGrpSpPr/>
          <p:nvPr/>
        </p:nvGrpSpPr>
        <p:grpSpPr>
          <a:xfrm>
            <a:off x="13706754" y="2286017"/>
            <a:ext cx="710311" cy="1142996"/>
            <a:chOff x="0" y="0"/>
            <a:chExt cx="710309" cy="1142994"/>
          </a:xfrm>
        </p:grpSpPr>
        <p:sp>
          <p:nvSpPr>
            <p:cNvPr id="8484"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8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8489" name="Rectangle 18"/>
          <p:cNvGrpSpPr/>
          <p:nvPr/>
        </p:nvGrpSpPr>
        <p:grpSpPr>
          <a:xfrm>
            <a:off x="13706756" y="1142977"/>
            <a:ext cx="710311" cy="1142997"/>
            <a:chOff x="0" y="-1"/>
            <a:chExt cx="710309" cy="1142995"/>
          </a:xfrm>
        </p:grpSpPr>
        <p:sp>
          <p:nvSpPr>
            <p:cNvPr id="8487"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88"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8492" name="Rectangle 19"/>
          <p:cNvGrpSpPr/>
          <p:nvPr/>
        </p:nvGrpSpPr>
        <p:grpSpPr>
          <a:xfrm>
            <a:off x="13706754" y="3427836"/>
            <a:ext cx="710311" cy="1142996"/>
            <a:chOff x="0" y="0"/>
            <a:chExt cx="710309" cy="1142994"/>
          </a:xfrm>
        </p:grpSpPr>
        <p:sp>
          <p:nvSpPr>
            <p:cNvPr id="8490"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49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8493" name="Rectangle 1"/>
          <p:cNvSpPr/>
          <p:nvPr/>
        </p:nvSpPr>
        <p:spPr>
          <a:xfrm rot="5400000">
            <a:off x="368617" y="3419854"/>
            <a:ext cx="6858001"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8494" name="Body Level One…"/>
          <p:cNvSpPr txBox="1"/>
          <p:nvPr>
            <p:ph type="body" sz="quarter" idx="1" hasCustomPrompt="1"/>
          </p:nvPr>
        </p:nvSpPr>
        <p:spPr>
          <a:xfrm>
            <a:off x="401037" y="261001"/>
            <a:ext cx="2984889" cy="448550"/>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vl2pPr>
              <a:defRPr cap="all" sz="1400">
                <a:solidFill>
                  <a:srgbClr val="515E68"/>
                </a:solidFill>
                <a:latin typeface="Mona Sans Mono"/>
                <a:ea typeface="Mona Sans Mono"/>
                <a:cs typeface="Mona Sans Mono"/>
                <a:sym typeface="Mona Sans Mono"/>
              </a:defRPr>
            </a:lvl2pPr>
            <a:lvl3pPr>
              <a:defRPr cap="all" sz="1400">
                <a:solidFill>
                  <a:srgbClr val="515E68"/>
                </a:solidFill>
                <a:latin typeface="Mona Sans Mono"/>
                <a:ea typeface="Mona Sans Mono"/>
                <a:cs typeface="Mona Sans Mono"/>
                <a:sym typeface="Mona Sans Mono"/>
              </a:defRPr>
            </a:lvl3pPr>
            <a:lvl4pPr>
              <a:defRPr cap="all" sz="1400">
                <a:solidFill>
                  <a:srgbClr val="515E68"/>
                </a:solidFill>
                <a:latin typeface="Mona Sans Mono"/>
                <a:ea typeface="Mona Sans Mono"/>
                <a:cs typeface="Mona Sans Mono"/>
                <a:sym typeface="Mona Sans Mono"/>
              </a:defRPr>
            </a:lvl4pPr>
            <a:lvl5pPr>
              <a:defRPr cap="all" sz="1400">
                <a:solidFill>
                  <a:srgbClr val="515E68"/>
                </a:solidFill>
                <a:latin typeface="Mona Sans Mono"/>
                <a:ea typeface="Mona Sans Mono"/>
                <a:cs typeface="Mona Sans Mono"/>
                <a:sym typeface="Mona Sans Mono"/>
              </a:defRPr>
            </a:lvl5pPr>
          </a:lstStyle>
          <a:p>
            <a:pPr/>
            <a:r>
              <a:t>Upcoming session</a:t>
            </a:r>
          </a:p>
          <a:p>
            <a:pPr lvl="1"/>
            <a:r>
              <a:t/>
            </a:r>
          </a:p>
          <a:p>
            <a:pPr lvl="2"/>
            <a:r>
              <a:t/>
            </a:r>
          </a:p>
          <a:p>
            <a:pPr lvl="3"/>
            <a:r>
              <a:t/>
            </a:r>
          </a:p>
          <a:p>
            <a:pPr lvl="4"/>
            <a:r>
              <a:t/>
            </a:r>
          </a:p>
        </p:txBody>
      </p:sp>
      <p:sp>
        <p:nvSpPr>
          <p:cNvPr id="8495" name="Text Placeholder 23"/>
          <p:cNvSpPr/>
          <p:nvPr>
            <p:ph type="body" sz="quarter" idx="21" hasCustomPrompt="1"/>
          </p:nvPr>
        </p:nvSpPr>
        <p:spPr>
          <a:xfrm>
            <a:off x="401034" y="789642"/>
            <a:ext cx="2984893" cy="520342"/>
          </a:xfrm>
          <a:prstGeom prst="rect">
            <a:avLst/>
          </a:prstGeom>
        </p:spPr>
        <p:txBody>
          <a:bodyPr anchor="ctr"/>
          <a:lstStyle>
            <a:lvl1pPr defTabSz="786068">
              <a:lnSpc>
                <a:spcPct val="100000"/>
              </a:lnSpc>
              <a:spcBef>
                <a:spcPts val="800"/>
              </a:spcBef>
              <a:defRPr sz="3400">
                <a:solidFill>
                  <a:srgbClr val="000000"/>
                </a:solidFill>
              </a:defRPr>
            </a:lvl1pPr>
          </a:lstStyle>
          <a:p>
            <a:pPr/>
            <a:r>
              <a:t>What’s next?</a:t>
            </a:r>
          </a:p>
        </p:txBody>
      </p:sp>
      <p:sp>
        <p:nvSpPr>
          <p:cNvPr id="8496" name="TextBox 13"/>
          <p:cNvSpPr txBox="1"/>
          <p:nvPr/>
        </p:nvSpPr>
        <p:spPr>
          <a:xfrm>
            <a:off x="4209096" y="5081427"/>
            <a:ext cx="7577306"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defRPr sz="2000">
                <a:latin typeface="Mona Sans Display"/>
                <a:ea typeface="Mona Sans Display"/>
                <a:cs typeface="Mona Sans Display"/>
                <a:sym typeface="Mona Sans Display"/>
              </a:defRPr>
            </a:lvl1pPr>
          </a:lstStyle>
          <a:p>
            <a:pPr/>
            <a:r>
              <a:t>Speakers</a:t>
            </a:r>
          </a:p>
        </p:txBody>
      </p:sp>
      <p:sp>
        <p:nvSpPr>
          <p:cNvPr id="8497" name="Text Placeholder 18"/>
          <p:cNvSpPr/>
          <p:nvPr>
            <p:ph type="body" sz="quarter" idx="22" hasCustomPrompt="1"/>
          </p:nvPr>
        </p:nvSpPr>
        <p:spPr>
          <a:xfrm>
            <a:off x="4230720" y="419098"/>
            <a:ext cx="7578691" cy="222169"/>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Month XX</a:t>
            </a:r>
          </a:p>
        </p:txBody>
      </p:sp>
      <p:sp>
        <p:nvSpPr>
          <p:cNvPr id="8498" name="Text Placeholder 18"/>
          <p:cNvSpPr/>
          <p:nvPr>
            <p:ph type="body" sz="quarter" idx="23" hasCustomPrompt="1"/>
          </p:nvPr>
        </p:nvSpPr>
        <p:spPr>
          <a:xfrm>
            <a:off x="4238909" y="741618"/>
            <a:ext cx="7578691" cy="222168"/>
          </a:xfrm>
          <a:prstGeom prst="rect">
            <a:avLst/>
          </a:prstGeom>
        </p:spPr>
        <p:txBody>
          <a:bodyPr anchor="ctr"/>
          <a:lstStyle>
            <a:lvl1pPr>
              <a:defRPr cap="all" sz="1400">
                <a:solidFill>
                  <a:srgbClr val="515E68"/>
                </a:solidFill>
                <a:latin typeface="Mona Sans Mono"/>
                <a:ea typeface="Mona Sans Mono"/>
                <a:cs typeface="Mona Sans Mono"/>
                <a:sym typeface="Mona Sans Mono"/>
              </a:defRPr>
            </a:lvl1pPr>
          </a:lstStyle>
          <a:p>
            <a:pPr/>
            <a:r>
              <a:t>00:00 pt</a:t>
            </a:r>
          </a:p>
        </p:txBody>
      </p:sp>
      <p:sp>
        <p:nvSpPr>
          <p:cNvPr id="8499" name="Text Placeholder 18"/>
          <p:cNvSpPr/>
          <p:nvPr>
            <p:ph type="body" sz="half" idx="24" hasCustomPrompt="1"/>
          </p:nvPr>
        </p:nvSpPr>
        <p:spPr>
          <a:xfrm>
            <a:off x="4230720" y="1106209"/>
            <a:ext cx="7578691" cy="3856966"/>
          </a:xfrm>
          <a:prstGeom prst="rect">
            <a:avLst/>
          </a:prstGeom>
        </p:spPr>
        <p:txBody>
          <a:bodyPr/>
          <a:lstStyle>
            <a:lvl1pPr>
              <a:defRPr sz="2400">
                <a:solidFill>
                  <a:srgbClr val="000000"/>
                </a:solidFill>
              </a:defRPr>
            </a:lvl1pPr>
          </a:lstStyle>
          <a:p>
            <a:pPr/>
            <a:r>
              <a:t>Speaking session title</a:t>
            </a:r>
          </a:p>
        </p:txBody>
      </p:sp>
      <p:sp>
        <p:nvSpPr>
          <p:cNvPr id="8500" name="Text Placeholder 18"/>
          <p:cNvSpPr/>
          <p:nvPr>
            <p:ph type="body" sz="quarter" idx="25" hasCustomPrompt="1"/>
          </p:nvPr>
        </p:nvSpPr>
        <p:spPr>
          <a:xfrm>
            <a:off x="4227240" y="5501504"/>
            <a:ext cx="7578691" cy="937400"/>
          </a:xfrm>
          <a:prstGeom prst="rect">
            <a:avLst/>
          </a:prstGeom>
        </p:spPr>
        <p:txBody>
          <a:bodyPr anchor="b"/>
          <a:lstStyle>
            <a:lvl1pPr>
              <a:defRPr sz="1400">
                <a:solidFill>
                  <a:srgbClr val="515E68"/>
                </a:solidFill>
              </a:defRPr>
            </a:lvl1pPr>
          </a:lstStyle>
          <a:p>
            <a:pPr/>
            <a:r>
              <a:t>Mona Lisa, GitHub
Mona Lisa, GitHub
Mona Lisa, GitHub</a:t>
            </a:r>
          </a:p>
        </p:txBody>
      </p:sp>
      <p:sp>
        <p:nvSpPr>
          <p:cNvPr id="85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urvey">
    <p:bg>
      <p:bgPr>
        <a:solidFill>
          <a:srgbClr val="FFFFFF"/>
        </a:solidFill>
      </p:bgPr>
    </p:bg>
    <p:spTree>
      <p:nvGrpSpPr>
        <p:cNvPr id="1" name=""/>
        <p:cNvGrpSpPr/>
        <p:nvPr/>
      </p:nvGrpSpPr>
      <p:grpSpPr>
        <a:xfrm>
          <a:off x="0" y="0"/>
          <a:ext cx="0" cy="0"/>
          <a:chOff x="0" y="0"/>
          <a:chExt cx="0" cy="0"/>
        </a:xfrm>
      </p:grpSpPr>
      <p:grpSp>
        <p:nvGrpSpPr>
          <p:cNvPr id="8510" name="Rectangle 1"/>
          <p:cNvGrpSpPr/>
          <p:nvPr/>
        </p:nvGrpSpPr>
        <p:grpSpPr>
          <a:xfrm>
            <a:off x="12287632" y="5878297"/>
            <a:ext cx="710311" cy="979707"/>
            <a:chOff x="0" y="0"/>
            <a:chExt cx="710309" cy="979705"/>
          </a:xfrm>
        </p:grpSpPr>
        <p:sp>
          <p:nvSpPr>
            <p:cNvPr id="8508"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09"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8513" name="Rectangle 2"/>
          <p:cNvGrpSpPr/>
          <p:nvPr/>
        </p:nvGrpSpPr>
        <p:grpSpPr>
          <a:xfrm>
            <a:off x="12287631" y="4898603"/>
            <a:ext cx="710311" cy="979709"/>
            <a:chOff x="0" y="-1"/>
            <a:chExt cx="710309" cy="979708"/>
          </a:xfrm>
        </p:grpSpPr>
        <p:sp>
          <p:nvSpPr>
            <p:cNvPr id="8511"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12"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8516" name="Rectangle 3"/>
          <p:cNvGrpSpPr/>
          <p:nvPr/>
        </p:nvGrpSpPr>
        <p:grpSpPr>
          <a:xfrm>
            <a:off x="12287632" y="3918862"/>
            <a:ext cx="710311" cy="979706"/>
            <a:chOff x="0" y="0"/>
            <a:chExt cx="710309" cy="979705"/>
          </a:xfrm>
        </p:grpSpPr>
        <p:sp>
          <p:nvSpPr>
            <p:cNvPr id="8514"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15"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8519" name="Rectangle 4"/>
          <p:cNvGrpSpPr/>
          <p:nvPr/>
        </p:nvGrpSpPr>
        <p:grpSpPr>
          <a:xfrm>
            <a:off x="12287631" y="2939171"/>
            <a:ext cx="710311" cy="979707"/>
            <a:chOff x="0" y="0"/>
            <a:chExt cx="710309" cy="979705"/>
          </a:xfrm>
        </p:grpSpPr>
        <p:sp>
          <p:nvSpPr>
            <p:cNvPr id="8517"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1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8522" name="Rectangle 5"/>
          <p:cNvGrpSpPr/>
          <p:nvPr/>
        </p:nvGrpSpPr>
        <p:grpSpPr>
          <a:xfrm>
            <a:off x="12287632" y="1959431"/>
            <a:ext cx="710311" cy="979707"/>
            <a:chOff x="0" y="0"/>
            <a:chExt cx="710309" cy="979705"/>
          </a:xfrm>
        </p:grpSpPr>
        <p:sp>
          <p:nvSpPr>
            <p:cNvPr id="8520"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2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8525" name="Rectangle 6"/>
          <p:cNvGrpSpPr/>
          <p:nvPr/>
        </p:nvGrpSpPr>
        <p:grpSpPr>
          <a:xfrm>
            <a:off x="12287631" y="979736"/>
            <a:ext cx="710311" cy="979707"/>
            <a:chOff x="0" y="0"/>
            <a:chExt cx="710309" cy="979705"/>
          </a:xfrm>
        </p:grpSpPr>
        <p:sp>
          <p:nvSpPr>
            <p:cNvPr id="8523"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24"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8528" name="Rectangle 7"/>
          <p:cNvGrpSpPr/>
          <p:nvPr/>
        </p:nvGrpSpPr>
        <p:grpSpPr>
          <a:xfrm>
            <a:off x="12287631" y="-2"/>
            <a:ext cx="710311" cy="979706"/>
            <a:chOff x="0" y="0"/>
            <a:chExt cx="710309" cy="979705"/>
          </a:xfrm>
        </p:grpSpPr>
        <p:sp>
          <p:nvSpPr>
            <p:cNvPr id="8526"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2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8531" name="Rectangle 8"/>
          <p:cNvGrpSpPr/>
          <p:nvPr/>
        </p:nvGrpSpPr>
        <p:grpSpPr>
          <a:xfrm>
            <a:off x="12997439" y="5715013"/>
            <a:ext cx="710311" cy="1142996"/>
            <a:chOff x="0" y="0"/>
            <a:chExt cx="710309" cy="1142994"/>
          </a:xfrm>
        </p:grpSpPr>
        <p:sp>
          <p:nvSpPr>
            <p:cNvPr id="8529"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3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8534" name="Rectangle 9"/>
          <p:cNvGrpSpPr/>
          <p:nvPr/>
        </p:nvGrpSpPr>
        <p:grpSpPr>
          <a:xfrm>
            <a:off x="12997439" y="4572032"/>
            <a:ext cx="710311" cy="1142996"/>
            <a:chOff x="0" y="0"/>
            <a:chExt cx="710309" cy="1142994"/>
          </a:xfrm>
        </p:grpSpPr>
        <p:sp>
          <p:nvSpPr>
            <p:cNvPr id="8532"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8537" name="Rectangle 10"/>
          <p:cNvGrpSpPr/>
          <p:nvPr/>
        </p:nvGrpSpPr>
        <p:grpSpPr>
          <a:xfrm>
            <a:off x="12997439" y="3428998"/>
            <a:ext cx="710311" cy="1142996"/>
            <a:chOff x="0" y="0"/>
            <a:chExt cx="710309" cy="1142994"/>
          </a:xfrm>
        </p:grpSpPr>
        <p:sp>
          <p:nvSpPr>
            <p:cNvPr id="8535"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3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8540" name="Rectangle 11"/>
          <p:cNvGrpSpPr/>
          <p:nvPr/>
        </p:nvGrpSpPr>
        <p:grpSpPr>
          <a:xfrm>
            <a:off x="12997439" y="2286017"/>
            <a:ext cx="710311" cy="1142996"/>
            <a:chOff x="0" y="0"/>
            <a:chExt cx="710309" cy="1142994"/>
          </a:xfrm>
        </p:grpSpPr>
        <p:sp>
          <p:nvSpPr>
            <p:cNvPr id="8538"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3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8543" name="Rectangle 12"/>
          <p:cNvGrpSpPr/>
          <p:nvPr/>
        </p:nvGrpSpPr>
        <p:grpSpPr>
          <a:xfrm>
            <a:off x="12997439" y="1142977"/>
            <a:ext cx="710311" cy="1142997"/>
            <a:chOff x="0" y="-1"/>
            <a:chExt cx="710309" cy="1142995"/>
          </a:xfrm>
        </p:grpSpPr>
        <p:sp>
          <p:nvSpPr>
            <p:cNvPr id="8541"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4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8546" name="Rectangle 13"/>
          <p:cNvGrpSpPr/>
          <p:nvPr/>
        </p:nvGrpSpPr>
        <p:grpSpPr>
          <a:xfrm>
            <a:off x="13706754" y="-2365"/>
            <a:ext cx="710311" cy="1142995"/>
            <a:chOff x="0" y="0"/>
            <a:chExt cx="710309" cy="1142994"/>
          </a:xfrm>
        </p:grpSpPr>
        <p:sp>
          <p:nvSpPr>
            <p:cNvPr id="8544"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4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8549" name="Rectangle 14"/>
          <p:cNvGrpSpPr/>
          <p:nvPr/>
        </p:nvGrpSpPr>
        <p:grpSpPr>
          <a:xfrm>
            <a:off x="13706756" y="5715013"/>
            <a:ext cx="710311" cy="1142996"/>
            <a:chOff x="0" y="0"/>
            <a:chExt cx="710309" cy="1142994"/>
          </a:xfrm>
        </p:grpSpPr>
        <p:sp>
          <p:nvSpPr>
            <p:cNvPr id="8547"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4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8552" name="Rectangle 15"/>
          <p:cNvGrpSpPr/>
          <p:nvPr/>
        </p:nvGrpSpPr>
        <p:grpSpPr>
          <a:xfrm>
            <a:off x="13706754" y="4572032"/>
            <a:ext cx="710311" cy="1142996"/>
            <a:chOff x="0" y="0"/>
            <a:chExt cx="710309" cy="1142994"/>
          </a:xfrm>
        </p:grpSpPr>
        <p:sp>
          <p:nvSpPr>
            <p:cNvPr id="8550"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8555" name="Rectangle 16"/>
          <p:cNvGrpSpPr/>
          <p:nvPr/>
        </p:nvGrpSpPr>
        <p:grpSpPr>
          <a:xfrm>
            <a:off x="12996453" y="-1157"/>
            <a:ext cx="710311" cy="1142995"/>
            <a:chOff x="0" y="0"/>
            <a:chExt cx="710309" cy="1142994"/>
          </a:xfrm>
        </p:grpSpPr>
        <p:sp>
          <p:nvSpPr>
            <p:cNvPr id="8553"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5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8558" name="Rectangle 17"/>
          <p:cNvGrpSpPr/>
          <p:nvPr/>
        </p:nvGrpSpPr>
        <p:grpSpPr>
          <a:xfrm>
            <a:off x="13706754" y="2286017"/>
            <a:ext cx="710311" cy="1142996"/>
            <a:chOff x="0" y="0"/>
            <a:chExt cx="710309" cy="1142994"/>
          </a:xfrm>
        </p:grpSpPr>
        <p:sp>
          <p:nvSpPr>
            <p:cNvPr id="8556"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8561" name="Rectangle 18"/>
          <p:cNvGrpSpPr/>
          <p:nvPr/>
        </p:nvGrpSpPr>
        <p:grpSpPr>
          <a:xfrm>
            <a:off x="13706756" y="1142977"/>
            <a:ext cx="710311" cy="1142997"/>
            <a:chOff x="0" y="-1"/>
            <a:chExt cx="710309" cy="1142995"/>
          </a:xfrm>
        </p:grpSpPr>
        <p:sp>
          <p:nvSpPr>
            <p:cNvPr id="8559"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60"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8564" name="Rectangle 19"/>
          <p:cNvGrpSpPr/>
          <p:nvPr/>
        </p:nvGrpSpPr>
        <p:grpSpPr>
          <a:xfrm>
            <a:off x="13706754" y="3427836"/>
            <a:ext cx="710311" cy="1142996"/>
            <a:chOff x="0" y="0"/>
            <a:chExt cx="710309" cy="1142994"/>
          </a:xfrm>
        </p:grpSpPr>
        <p:sp>
          <p:nvSpPr>
            <p:cNvPr id="8562"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6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8565" name="Rectangle 15"/>
          <p:cNvSpPr/>
          <p:nvPr/>
        </p:nvSpPr>
        <p:spPr>
          <a:xfrm>
            <a:off x="-1" y="-1"/>
            <a:ext cx="5270402" cy="5270402"/>
          </a:xfrm>
          <a:prstGeom prst="rect">
            <a:avLst/>
          </a:prstGeom>
          <a:solidFill>
            <a:srgbClr val="F3F6F2"/>
          </a:solidFill>
          <a:ln w="12700">
            <a:miter lim="400000"/>
          </a:ln>
        </p:spPr>
        <p:txBody>
          <a:bodyPr lIns="45718" tIns="45718" rIns="45718" bIns="45718" anchor="ctr"/>
          <a:lstStyle/>
          <a:p>
            <a:pPr algn="ctr">
              <a:defRPr>
                <a:solidFill>
                  <a:srgbClr val="FFFFFF"/>
                </a:solidFill>
              </a:defRPr>
            </a:pPr>
          </a:p>
        </p:txBody>
      </p:sp>
      <p:grpSp>
        <p:nvGrpSpPr>
          <p:cNvPr id="8568" name="Group 12"/>
          <p:cNvGrpSpPr/>
          <p:nvPr/>
        </p:nvGrpSpPr>
        <p:grpSpPr>
          <a:xfrm>
            <a:off x="6121323" y="1092660"/>
            <a:ext cx="5602687" cy="2954017"/>
            <a:chOff x="0" y="0"/>
            <a:chExt cx="5602685" cy="2954016"/>
          </a:xfrm>
        </p:grpSpPr>
        <p:sp>
          <p:nvSpPr>
            <p:cNvPr id="8566" name="TextBox 2"/>
            <p:cNvSpPr txBox="1"/>
            <p:nvPr/>
          </p:nvSpPr>
          <p:spPr>
            <a:xfrm>
              <a:off x="-1" y="-1"/>
              <a:ext cx="5602686" cy="18973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lvl1pPr>
                <a:lnSpc>
                  <a:spcPct val="80000"/>
                </a:lnSpc>
                <a:defRPr sz="6600">
                  <a:latin typeface="Mona Sans Display"/>
                  <a:ea typeface="Mona Sans Display"/>
                  <a:cs typeface="Mona Sans Display"/>
                  <a:sym typeface="Mona Sans Display"/>
                </a:defRPr>
              </a:lvl1pPr>
            </a:lstStyle>
            <a:p>
              <a:pPr/>
              <a:r>
                <a:t>How was this session?</a:t>
              </a:r>
            </a:p>
          </p:txBody>
        </p:sp>
        <p:sp>
          <p:nvSpPr>
            <p:cNvPr id="8567" name="TextBox 3"/>
            <p:cNvSpPr txBox="1"/>
            <p:nvPr/>
          </p:nvSpPr>
          <p:spPr>
            <a:xfrm>
              <a:off x="-1" y="2009139"/>
              <a:ext cx="5602686" cy="9448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p>
              <a:pPr>
                <a:lnSpc>
                  <a:spcPct val="90000"/>
                </a:lnSpc>
                <a:spcBef>
                  <a:spcPts val="1000"/>
                </a:spcBef>
                <a:defRPr sz="2000"/>
              </a:pPr>
              <a:r>
                <a:t>We do actually read these. It’s how Universe gets better every year.</a:t>
              </a:r>
              <a:br/>
              <a:r>
                <a:rPr>
                  <a:solidFill>
                    <a:schemeClr val="accent1"/>
                  </a:solidFill>
                </a:rPr>
                <a:t>Scan to review.</a:t>
              </a:r>
            </a:p>
          </p:txBody>
        </p:sp>
      </p:grpSp>
      <p:pic>
        <p:nvPicPr>
          <p:cNvPr id="8569" name="Picture 10" descr="Picture 10"/>
          <p:cNvPicPr>
            <a:picLocks noChangeAspect="1"/>
          </p:cNvPicPr>
          <p:nvPr/>
        </p:nvPicPr>
        <p:blipFill>
          <a:blip r:embed="rId2">
            <a:extLst/>
          </a:blip>
          <a:stretch>
            <a:fillRect/>
          </a:stretch>
        </p:blipFill>
        <p:spPr>
          <a:xfrm>
            <a:off x="-3" y="5288688"/>
            <a:ext cx="12188829" cy="1569312"/>
          </a:xfrm>
          <a:prstGeom prst="rect">
            <a:avLst/>
          </a:prstGeom>
          <a:ln w="12700">
            <a:miter lim="400000"/>
          </a:ln>
        </p:spPr>
      </p:pic>
      <p:sp>
        <p:nvSpPr>
          <p:cNvPr id="8570" name="Rectangle 11"/>
          <p:cNvSpPr/>
          <p:nvPr/>
        </p:nvSpPr>
        <p:spPr>
          <a:xfrm flipH="1" rot="5400000">
            <a:off x="6076124" y="-805725"/>
            <a:ext cx="36580" cy="12188829"/>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8571" name="Rectangle 14"/>
          <p:cNvSpPr/>
          <p:nvPr/>
        </p:nvSpPr>
        <p:spPr>
          <a:xfrm flipH="1">
            <a:off x="5270400" y="-1"/>
            <a:ext cx="36580" cy="527040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8572" name="Picture Placeholder 5"/>
          <p:cNvSpPr/>
          <p:nvPr>
            <p:ph type="pic" sz="half" idx="21"/>
          </p:nvPr>
        </p:nvSpPr>
        <p:spPr>
          <a:xfrm>
            <a:off x="419098" y="419100"/>
            <a:ext cx="4432204" cy="4432202"/>
          </a:xfrm>
          <a:prstGeom prst="rect">
            <a:avLst/>
          </a:prstGeom>
        </p:spPr>
        <p:txBody>
          <a:bodyPr lIns="91439" tIns="45719" rIns="91439" bIns="45719">
            <a:noAutofit/>
          </a:bodyPr>
          <a:lstStyle/>
          <a:p>
            <a:pPr/>
          </a:p>
        </p:txBody>
      </p:sp>
      <p:sp>
        <p:nvSpPr>
          <p:cNvPr id="857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bg>
      <p:bgPr>
        <a:solidFill>
          <a:srgbClr val="FFFFFF"/>
        </a:solidFill>
      </p:bgPr>
    </p:bg>
    <p:spTree>
      <p:nvGrpSpPr>
        <p:cNvPr id="1" name=""/>
        <p:cNvGrpSpPr/>
        <p:nvPr/>
      </p:nvGrpSpPr>
      <p:grpSpPr>
        <a:xfrm>
          <a:off x="0" y="0"/>
          <a:ext cx="0" cy="0"/>
          <a:chOff x="0" y="0"/>
          <a:chExt cx="0" cy="0"/>
        </a:xfrm>
      </p:grpSpPr>
      <p:grpSp>
        <p:nvGrpSpPr>
          <p:cNvPr id="8582" name="Rectangle 1"/>
          <p:cNvGrpSpPr/>
          <p:nvPr/>
        </p:nvGrpSpPr>
        <p:grpSpPr>
          <a:xfrm>
            <a:off x="12287632" y="5878297"/>
            <a:ext cx="710311" cy="979707"/>
            <a:chOff x="0" y="0"/>
            <a:chExt cx="710309" cy="979705"/>
          </a:xfrm>
        </p:grpSpPr>
        <p:sp>
          <p:nvSpPr>
            <p:cNvPr id="8580"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81"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8585" name="Rectangle 2"/>
          <p:cNvGrpSpPr/>
          <p:nvPr/>
        </p:nvGrpSpPr>
        <p:grpSpPr>
          <a:xfrm>
            <a:off x="12287631" y="4898603"/>
            <a:ext cx="710311" cy="979709"/>
            <a:chOff x="0" y="-1"/>
            <a:chExt cx="710309" cy="979708"/>
          </a:xfrm>
        </p:grpSpPr>
        <p:sp>
          <p:nvSpPr>
            <p:cNvPr id="8583"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84"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8588" name="Rectangle 3"/>
          <p:cNvGrpSpPr/>
          <p:nvPr/>
        </p:nvGrpSpPr>
        <p:grpSpPr>
          <a:xfrm>
            <a:off x="12287632" y="3918862"/>
            <a:ext cx="710311" cy="979706"/>
            <a:chOff x="0" y="0"/>
            <a:chExt cx="710309" cy="979705"/>
          </a:xfrm>
        </p:grpSpPr>
        <p:sp>
          <p:nvSpPr>
            <p:cNvPr id="8586"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87"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8591" name="Rectangle 4"/>
          <p:cNvGrpSpPr/>
          <p:nvPr/>
        </p:nvGrpSpPr>
        <p:grpSpPr>
          <a:xfrm>
            <a:off x="12287631" y="2939171"/>
            <a:ext cx="710311" cy="979707"/>
            <a:chOff x="0" y="0"/>
            <a:chExt cx="710309" cy="979705"/>
          </a:xfrm>
        </p:grpSpPr>
        <p:sp>
          <p:nvSpPr>
            <p:cNvPr id="8589"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9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8594" name="Rectangle 5"/>
          <p:cNvGrpSpPr/>
          <p:nvPr/>
        </p:nvGrpSpPr>
        <p:grpSpPr>
          <a:xfrm>
            <a:off x="12287632" y="1959431"/>
            <a:ext cx="710311" cy="979707"/>
            <a:chOff x="0" y="0"/>
            <a:chExt cx="710309" cy="979705"/>
          </a:xfrm>
        </p:grpSpPr>
        <p:sp>
          <p:nvSpPr>
            <p:cNvPr id="8592"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9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8597" name="Rectangle 6"/>
          <p:cNvGrpSpPr/>
          <p:nvPr/>
        </p:nvGrpSpPr>
        <p:grpSpPr>
          <a:xfrm>
            <a:off x="12287631" y="979736"/>
            <a:ext cx="710311" cy="979707"/>
            <a:chOff x="0" y="0"/>
            <a:chExt cx="710309" cy="979705"/>
          </a:xfrm>
        </p:grpSpPr>
        <p:sp>
          <p:nvSpPr>
            <p:cNvPr id="8595"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96"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8600" name="Rectangle 7"/>
          <p:cNvGrpSpPr/>
          <p:nvPr/>
        </p:nvGrpSpPr>
        <p:grpSpPr>
          <a:xfrm>
            <a:off x="12287631" y="-2"/>
            <a:ext cx="710311" cy="979706"/>
            <a:chOff x="0" y="0"/>
            <a:chExt cx="710309" cy="979705"/>
          </a:xfrm>
        </p:grpSpPr>
        <p:sp>
          <p:nvSpPr>
            <p:cNvPr id="8598"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59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8603" name="Rectangle 8"/>
          <p:cNvGrpSpPr/>
          <p:nvPr/>
        </p:nvGrpSpPr>
        <p:grpSpPr>
          <a:xfrm>
            <a:off x="12997439" y="5715013"/>
            <a:ext cx="710311" cy="1142996"/>
            <a:chOff x="0" y="0"/>
            <a:chExt cx="710309" cy="1142994"/>
          </a:xfrm>
        </p:grpSpPr>
        <p:sp>
          <p:nvSpPr>
            <p:cNvPr id="8601"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0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8606" name="Rectangle 9"/>
          <p:cNvGrpSpPr/>
          <p:nvPr/>
        </p:nvGrpSpPr>
        <p:grpSpPr>
          <a:xfrm>
            <a:off x="12997439" y="4572032"/>
            <a:ext cx="710311" cy="1142996"/>
            <a:chOff x="0" y="0"/>
            <a:chExt cx="710309" cy="1142994"/>
          </a:xfrm>
        </p:grpSpPr>
        <p:sp>
          <p:nvSpPr>
            <p:cNvPr id="8604"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0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8609" name="Rectangle 10"/>
          <p:cNvGrpSpPr/>
          <p:nvPr/>
        </p:nvGrpSpPr>
        <p:grpSpPr>
          <a:xfrm>
            <a:off x="12997439" y="3428998"/>
            <a:ext cx="710311" cy="1142996"/>
            <a:chOff x="0" y="0"/>
            <a:chExt cx="710309" cy="1142994"/>
          </a:xfrm>
        </p:grpSpPr>
        <p:sp>
          <p:nvSpPr>
            <p:cNvPr id="8607"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0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8612" name="Rectangle 11"/>
          <p:cNvGrpSpPr/>
          <p:nvPr/>
        </p:nvGrpSpPr>
        <p:grpSpPr>
          <a:xfrm>
            <a:off x="12997439" y="2286017"/>
            <a:ext cx="710311" cy="1142996"/>
            <a:chOff x="0" y="0"/>
            <a:chExt cx="710309" cy="1142994"/>
          </a:xfrm>
        </p:grpSpPr>
        <p:sp>
          <p:nvSpPr>
            <p:cNvPr id="8610"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1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8615" name="Rectangle 12"/>
          <p:cNvGrpSpPr/>
          <p:nvPr/>
        </p:nvGrpSpPr>
        <p:grpSpPr>
          <a:xfrm>
            <a:off x="12997439" y="1142977"/>
            <a:ext cx="710311" cy="1142997"/>
            <a:chOff x="0" y="-1"/>
            <a:chExt cx="710309" cy="1142995"/>
          </a:xfrm>
        </p:grpSpPr>
        <p:sp>
          <p:nvSpPr>
            <p:cNvPr id="8613"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1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8618" name="Rectangle 13"/>
          <p:cNvGrpSpPr/>
          <p:nvPr/>
        </p:nvGrpSpPr>
        <p:grpSpPr>
          <a:xfrm>
            <a:off x="13706754" y="-2365"/>
            <a:ext cx="710311" cy="1142995"/>
            <a:chOff x="0" y="0"/>
            <a:chExt cx="710309" cy="1142994"/>
          </a:xfrm>
        </p:grpSpPr>
        <p:sp>
          <p:nvSpPr>
            <p:cNvPr id="8616"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1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8621" name="Rectangle 14"/>
          <p:cNvGrpSpPr/>
          <p:nvPr/>
        </p:nvGrpSpPr>
        <p:grpSpPr>
          <a:xfrm>
            <a:off x="13706756" y="5715013"/>
            <a:ext cx="710311" cy="1142996"/>
            <a:chOff x="0" y="0"/>
            <a:chExt cx="710309" cy="1142994"/>
          </a:xfrm>
        </p:grpSpPr>
        <p:sp>
          <p:nvSpPr>
            <p:cNvPr id="8619"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2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8624" name="Rectangle 15"/>
          <p:cNvGrpSpPr/>
          <p:nvPr/>
        </p:nvGrpSpPr>
        <p:grpSpPr>
          <a:xfrm>
            <a:off x="13706754" y="4572032"/>
            <a:ext cx="710311" cy="1142996"/>
            <a:chOff x="0" y="0"/>
            <a:chExt cx="710309" cy="1142994"/>
          </a:xfrm>
        </p:grpSpPr>
        <p:sp>
          <p:nvSpPr>
            <p:cNvPr id="8622"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2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8627" name="Rectangle 16"/>
          <p:cNvGrpSpPr/>
          <p:nvPr/>
        </p:nvGrpSpPr>
        <p:grpSpPr>
          <a:xfrm>
            <a:off x="12996453" y="-1157"/>
            <a:ext cx="710311" cy="1142995"/>
            <a:chOff x="0" y="0"/>
            <a:chExt cx="710309" cy="1142994"/>
          </a:xfrm>
        </p:grpSpPr>
        <p:sp>
          <p:nvSpPr>
            <p:cNvPr id="8625"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2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8630" name="Rectangle 17"/>
          <p:cNvGrpSpPr/>
          <p:nvPr/>
        </p:nvGrpSpPr>
        <p:grpSpPr>
          <a:xfrm>
            <a:off x="13706754" y="2286017"/>
            <a:ext cx="710311" cy="1142996"/>
            <a:chOff x="0" y="0"/>
            <a:chExt cx="710309" cy="1142994"/>
          </a:xfrm>
        </p:grpSpPr>
        <p:sp>
          <p:nvSpPr>
            <p:cNvPr id="8628"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2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8633" name="Rectangle 18"/>
          <p:cNvGrpSpPr/>
          <p:nvPr/>
        </p:nvGrpSpPr>
        <p:grpSpPr>
          <a:xfrm>
            <a:off x="13706756" y="1142977"/>
            <a:ext cx="710311" cy="1142997"/>
            <a:chOff x="0" y="-1"/>
            <a:chExt cx="710309" cy="1142995"/>
          </a:xfrm>
        </p:grpSpPr>
        <p:sp>
          <p:nvSpPr>
            <p:cNvPr id="8631"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32"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8636" name="Rectangle 19"/>
          <p:cNvGrpSpPr/>
          <p:nvPr/>
        </p:nvGrpSpPr>
        <p:grpSpPr>
          <a:xfrm>
            <a:off x="13706754" y="3427836"/>
            <a:ext cx="710311" cy="1142996"/>
            <a:chOff x="0" y="0"/>
            <a:chExt cx="710309" cy="1142994"/>
          </a:xfrm>
        </p:grpSpPr>
        <p:sp>
          <p:nvSpPr>
            <p:cNvPr id="8634"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3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8637" name="Rectangle 1"/>
          <p:cNvSpPr/>
          <p:nvPr/>
        </p:nvSpPr>
        <p:spPr>
          <a:xfrm>
            <a:off x="-65" y="6437150"/>
            <a:ext cx="12188956" cy="18292"/>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8638" name="Rectangle 3"/>
          <p:cNvSpPr/>
          <p:nvPr/>
        </p:nvSpPr>
        <p:spPr>
          <a:xfrm>
            <a:off x="11419854" y="6455664"/>
            <a:ext cx="12704" cy="402340"/>
          </a:xfrm>
          <a:prstGeom prst="rect">
            <a:avLst/>
          </a:prstGeom>
          <a:solidFill>
            <a:srgbClr val="B0BAC2"/>
          </a:solidFill>
          <a:ln w="12700">
            <a:miter lim="400000"/>
          </a:ln>
        </p:spPr>
        <p:txBody>
          <a:bodyPr lIns="45718" tIns="45718" rIns="45718" bIns="45718" anchor="ctr"/>
          <a:lstStyle/>
          <a:p>
            <a:pPr algn="ctr">
              <a:defRPr>
                <a:solidFill>
                  <a:srgbClr val="B0C4AA"/>
                </a:solidFill>
              </a:defRPr>
            </a:pPr>
          </a:p>
        </p:txBody>
      </p:sp>
      <p:sp>
        <p:nvSpPr>
          <p:cNvPr id="8639" name="Body Level One…"/>
          <p:cNvSpPr txBox="1"/>
          <p:nvPr>
            <p:ph type="body" sz="quarter" idx="1" hasCustomPrompt="1"/>
          </p:nvPr>
        </p:nvSpPr>
        <p:spPr>
          <a:xfrm>
            <a:off x="419591" y="6595277"/>
            <a:ext cx="10901459" cy="123115"/>
          </a:xfrm>
          <a:prstGeom prst="rect">
            <a:avLst/>
          </a:prstGeom>
        </p:spPr>
        <p:txBody>
          <a:bodyPr anchor="ctr"/>
          <a:lstStyle>
            <a:lvl1pPr algn="r">
              <a:defRPr cap="all" sz="800">
                <a:solidFill>
                  <a:srgbClr val="515E68"/>
                </a:solidFill>
                <a:latin typeface="Mona Sans Mono"/>
                <a:ea typeface="Mona Sans Mono"/>
                <a:cs typeface="Mona Sans Mono"/>
                <a:sym typeface="Mona Sans Mono"/>
              </a:defRPr>
            </a:lvl1pPr>
            <a:lvl2pPr algn="r">
              <a:defRPr cap="all" sz="800">
                <a:solidFill>
                  <a:srgbClr val="515E68"/>
                </a:solidFill>
                <a:latin typeface="Mona Sans Mono"/>
                <a:ea typeface="Mona Sans Mono"/>
                <a:cs typeface="Mona Sans Mono"/>
                <a:sym typeface="Mona Sans Mono"/>
              </a:defRPr>
            </a:lvl2pPr>
            <a:lvl3pPr algn="r">
              <a:defRPr cap="all" sz="800">
                <a:solidFill>
                  <a:srgbClr val="515E68"/>
                </a:solidFill>
                <a:latin typeface="Mona Sans Mono"/>
                <a:ea typeface="Mona Sans Mono"/>
                <a:cs typeface="Mona Sans Mono"/>
                <a:sym typeface="Mona Sans Mono"/>
              </a:defRPr>
            </a:lvl3pPr>
            <a:lvl4pPr algn="r">
              <a:defRPr cap="all" sz="800">
                <a:solidFill>
                  <a:srgbClr val="515E68"/>
                </a:solidFill>
                <a:latin typeface="Mona Sans Mono"/>
                <a:ea typeface="Mona Sans Mono"/>
                <a:cs typeface="Mona Sans Mono"/>
                <a:sym typeface="Mona Sans Mono"/>
              </a:defRPr>
            </a:lvl4pPr>
            <a:lvl5pPr algn="r">
              <a:defRPr cap="all" sz="800">
                <a:solidFill>
                  <a:srgbClr val="515E68"/>
                </a:solidFill>
                <a:latin typeface="Mona Sans Mono"/>
                <a:ea typeface="Mona Sans Mono"/>
                <a:cs typeface="Mona Sans Mono"/>
                <a:sym typeface="Mona Sans Mono"/>
              </a:defRPr>
            </a:lvl5pPr>
          </a:lstStyle>
          <a:p>
            <a:pPr/>
            <a:r>
              <a:t>OPTIONAL</a:t>
            </a:r>
          </a:p>
          <a:p>
            <a:pPr lvl="1"/>
            <a:r>
              <a:t/>
            </a:r>
          </a:p>
          <a:p>
            <a:pPr lvl="2"/>
            <a:r>
              <a:t/>
            </a:r>
          </a:p>
          <a:p>
            <a:pPr lvl="3"/>
            <a:r>
              <a:t/>
            </a:r>
          </a:p>
          <a:p>
            <a:pPr lvl="4"/>
            <a:r>
              <a:t/>
            </a:r>
          </a:p>
        </p:txBody>
      </p:sp>
      <p:sp>
        <p:nvSpPr>
          <p:cNvPr id="86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entirely">
    <p:bg>
      <p:bgPr>
        <a:solidFill>
          <a:srgbClr val="FFFFFF"/>
        </a:solidFill>
      </p:bgPr>
    </p:bg>
    <p:spTree>
      <p:nvGrpSpPr>
        <p:cNvPr id="1" name=""/>
        <p:cNvGrpSpPr/>
        <p:nvPr/>
      </p:nvGrpSpPr>
      <p:grpSpPr>
        <a:xfrm>
          <a:off x="0" y="0"/>
          <a:ext cx="0" cy="0"/>
          <a:chOff x="0" y="0"/>
          <a:chExt cx="0" cy="0"/>
        </a:xfrm>
      </p:grpSpPr>
      <p:grpSp>
        <p:nvGrpSpPr>
          <p:cNvPr id="8649" name="Rectangle 1"/>
          <p:cNvGrpSpPr/>
          <p:nvPr/>
        </p:nvGrpSpPr>
        <p:grpSpPr>
          <a:xfrm>
            <a:off x="12287632" y="5878297"/>
            <a:ext cx="710311" cy="979707"/>
            <a:chOff x="0" y="0"/>
            <a:chExt cx="710309" cy="979705"/>
          </a:xfrm>
        </p:grpSpPr>
        <p:sp>
          <p:nvSpPr>
            <p:cNvPr id="8647"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48"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8652" name="Rectangle 2"/>
          <p:cNvGrpSpPr/>
          <p:nvPr/>
        </p:nvGrpSpPr>
        <p:grpSpPr>
          <a:xfrm>
            <a:off x="12287631" y="4898603"/>
            <a:ext cx="710311" cy="979709"/>
            <a:chOff x="0" y="-1"/>
            <a:chExt cx="710309" cy="979708"/>
          </a:xfrm>
        </p:grpSpPr>
        <p:sp>
          <p:nvSpPr>
            <p:cNvPr id="8650"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51"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8655" name="Rectangle 3"/>
          <p:cNvGrpSpPr/>
          <p:nvPr/>
        </p:nvGrpSpPr>
        <p:grpSpPr>
          <a:xfrm>
            <a:off x="12287632" y="3918862"/>
            <a:ext cx="710311" cy="979706"/>
            <a:chOff x="0" y="0"/>
            <a:chExt cx="710309" cy="979705"/>
          </a:xfrm>
        </p:grpSpPr>
        <p:sp>
          <p:nvSpPr>
            <p:cNvPr id="8653"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54"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8658" name="Rectangle 4"/>
          <p:cNvGrpSpPr/>
          <p:nvPr/>
        </p:nvGrpSpPr>
        <p:grpSpPr>
          <a:xfrm>
            <a:off x="12287631" y="2939171"/>
            <a:ext cx="710311" cy="979707"/>
            <a:chOff x="0" y="0"/>
            <a:chExt cx="710309" cy="979705"/>
          </a:xfrm>
        </p:grpSpPr>
        <p:sp>
          <p:nvSpPr>
            <p:cNvPr id="8656"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57"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8661" name="Rectangle 5"/>
          <p:cNvGrpSpPr/>
          <p:nvPr/>
        </p:nvGrpSpPr>
        <p:grpSpPr>
          <a:xfrm>
            <a:off x="12287632" y="1959431"/>
            <a:ext cx="710311" cy="979707"/>
            <a:chOff x="0" y="0"/>
            <a:chExt cx="710309" cy="979705"/>
          </a:xfrm>
        </p:grpSpPr>
        <p:sp>
          <p:nvSpPr>
            <p:cNvPr id="8659"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60"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8664" name="Rectangle 6"/>
          <p:cNvGrpSpPr/>
          <p:nvPr/>
        </p:nvGrpSpPr>
        <p:grpSpPr>
          <a:xfrm>
            <a:off x="12287631" y="979736"/>
            <a:ext cx="710311" cy="979707"/>
            <a:chOff x="0" y="0"/>
            <a:chExt cx="710309" cy="979705"/>
          </a:xfrm>
        </p:grpSpPr>
        <p:sp>
          <p:nvSpPr>
            <p:cNvPr id="8662"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63"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8667" name="Rectangle 7"/>
          <p:cNvGrpSpPr/>
          <p:nvPr/>
        </p:nvGrpSpPr>
        <p:grpSpPr>
          <a:xfrm>
            <a:off x="12287631" y="-2"/>
            <a:ext cx="710311" cy="979706"/>
            <a:chOff x="0" y="0"/>
            <a:chExt cx="710309" cy="979705"/>
          </a:xfrm>
        </p:grpSpPr>
        <p:sp>
          <p:nvSpPr>
            <p:cNvPr id="8665"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66"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8670" name="Rectangle 8"/>
          <p:cNvGrpSpPr/>
          <p:nvPr/>
        </p:nvGrpSpPr>
        <p:grpSpPr>
          <a:xfrm>
            <a:off x="12997439" y="5715013"/>
            <a:ext cx="710311" cy="1142996"/>
            <a:chOff x="0" y="0"/>
            <a:chExt cx="710309" cy="1142994"/>
          </a:xfrm>
        </p:grpSpPr>
        <p:sp>
          <p:nvSpPr>
            <p:cNvPr id="8668"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6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8673" name="Rectangle 9"/>
          <p:cNvGrpSpPr/>
          <p:nvPr/>
        </p:nvGrpSpPr>
        <p:grpSpPr>
          <a:xfrm>
            <a:off x="12997439" y="4572032"/>
            <a:ext cx="710311" cy="1142996"/>
            <a:chOff x="0" y="0"/>
            <a:chExt cx="710309" cy="1142994"/>
          </a:xfrm>
        </p:grpSpPr>
        <p:sp>
          <p:nvSpPr>
            <p:cNvPr id="8671"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7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8676" name="Rectangle 10"/>
          <p:cNvGrpSpPr/>
          <p:nvPr/>
        </p:nvGrpSpPr>
        <p:grpSpPr>
          <a:xfrm>
            <a:off x="12997439" y="3428998"/>
            <a:ext cx="710311" cy="1142996"/>
            <a:chOff x="0" y="0"/>
            <a:chExt cx="710309" cy="1142994"/>
          </a:xfrm>
        </p:grpSpPr>
        <p:sp>
          <p:nvSpPr>
            <p:cNvPr id="8674"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7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8679" name="Rectangle 11"/>
          <p:cNvGrpSpPr/>
          <p:nvPr/>
        </p:nvGrpSpPr>
        <p:grpSpPr>
          <a:xfrm>
            <a:off x="12997439" y="2286017"/>
            <a:ext cx="710311" cy="1142996"/>
            <a:chOff x="0" y="0"/>
            <a:chExt cx="710309" cy="1142994"/>
          </a:xfrm>
        </p:grpSpPr>
        <p:sp>
          <p:nvSpPr>
            <p:cNvPr id="8677"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7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8682" name="Rectangle 12"/>
          <p:cNvGrpSpPr/>
          <p:nvPr/>
        </p:nvGrpSpPr>
        <p:grpSpPr>
          <a:xfrm>
            <a:off x="12997439" y="1142977"/>
            <a:ext cx="710311" cy="1142997"/>
            <a:chOff x="0" y="-1"/>
            <a:chExt cx="710309" cy="1142995"/>
          </a:xfrm>
        </p:grpSpPr>
        <p:sp>
          <p:nvSpPr>
            <p:cNvPr id="8680"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81"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8685" name="Rectangle 13"/>
          <p:cNvGrpSpPr/>
          <p:nvPr/>
        </p:nvGrpSpPr>
        <p:grpSpPr>
          <a:xfrm>
            <a:off x="13706754" y="-2365"/>
            <a:ext cx="710311" cy="1142995"/>
            <a:chOff x="0" y="0"/>
            <a:chExt cx="710309" cy="1142994"/>
          </a:xfrm>
        </p:grpSpPr>
        <p:sp>
          <p:nvSpPr>
            <p:cNvPr id="8683"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8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8688" name="Rectangle 14"/>
          <p:cNvGrpSpPr/>
          <p:nvPr/>
        </p:nvGrpSpPr>
        <p:grpSpPr>
          <a:xfrm>
            <a:off x="13706756" y="5715013"/>
            <a:ext cx="710311" cy="1142996"/>
            <a:chOff x="0" y="0"/>
            <a:chExt cx="710309" cy="1142994"/>
          </a:xfrm>
        </p:grpSpPr>
        <p:sp>
          <p:nvSpPr>
            <p:cNvPr id="8686"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8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8691" name="Rectangle 15"/>
          <p:cNvGrpSpPr/>
          <p:nvPr/>
        </p:nvGrpSpPr>
        <p:grpSpPr>
          <a:xfrm>
            <a:off x="13706754" y="4572032"/>
            <a:ext cx="710311" cy="1142996"/>
            <a:chOff x="0" y="0"/>
            <a:chExt cx="710309" cy="1142994"/>
          </a:xfrm>
        </p:grpSpPr>
        <p:sp>
          <p:nvSpPr>
            <p:cNvPr id="8689"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9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8694" name="Rectangle 16"/>
          <p:cNvGrpSpPr/>
          <p:nvPr/>
        </p:nvGrpSpPr>
        <p:grpSpPr>
          <a:xfrm>
            <a:off x="12996453" y="-1157"/>
            <a:ext cx="710311" cy="1142995"/>
            <a:chOff x="0" y="0"/>
            <a:chExt cx="710309" cy="1142994"/>
          </a:xfrm>
        </p:grpSpPr>
        <p:sp>
          <p:nvSpPr>
            <p:cNvPr id="8692"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9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8697" name="Rectangle 17"/>
          <p:cNvGrpSpPr/>
          <p:nvPr/>
        </p:nvGrpSpPr>
        <p:grpSpPr>
          <a:xfrm>
            <a:off x="13706754" y="2286017"/>
            <a:ext cx="710311" cy="1142996"/>
            <a:chOff x="0" y="0"/>
            <a:chExt cx="710309" cy="1142994"/>
          </a:xfrm>
        </p:grpSpPr>
        <p:sp>
          <p:nvSpPr>
            <p:cNvPr id="8695"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96"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8700" name="Rectangle 18"/>
          <p:cNvGrpSpPr/>
          <p:nvPr/>
        </p:nvGrpSpPr>
        <p:grpSpPr>
          <a:xfrm>
            <a:off x="13706756" y="1142977"/>
            <a:ext cx="710311" cy="1142997"/>
            <a:chOff x="0" y="-1"/>
            <a:chExt cx="710309" cy="1142995"/>
          </a:xfrm>
        </p:grpSpPr>
        <p:sp>
          <p:nvSpPr>
            <p:cNvPr id="8698"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699"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8703" name="Rectangle 19"/>
          <p:cNvGrpSpPr/>
          <p:nvPr/>
        </p:nvGrpSpPr>
        <p:grpSpPr>
          <a:xfrm>
            <a:off x="13706754" y="3427836"/>
            <a:ext cx="710311" cy="1142996"/>
            <a:chOff x="0" y="0"/>
            <a:chExt cx="710309" cy="1142994"/>
          </a:xfrm>
        </p:grpSpPr>
        <p:sp>
          <p:nvSpPr>
            <p:cNvPr id="8701"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870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sp>
        <p:nvSpPr>
          <p:cNvPr id="87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 Id="rId20" Type="http://schemas.openxmlformats.org/officeDocument/2006/relationships/slideLayout" Target="../slideLayouts/slideLayout18.xml"/><Relationship Id="rId21" Type="http://schemas.openxmlformats.org/officeDocument/2006/relationships/slideLayout" Target="../slideLayouts/slideLayout19.xml"/><Relationship Id="rId22" Type="http://schemas.openxmlformats.org/officeDocument/2006/relationships/slideLayout" Target="../slideLayouts/slideLayout20.xml"/><Relationship Id="rId23" Type="http://schemas.openxmlformats.org/officeDocument/2006/relationships/slideLayout" Target="../slideLayouts/slideLayout21.xml"/><Relationship Id="rId24" Type="http://schemas.openxmlformats.org/officeDocument/2006/relationships/slideLayout" Target="../slideLayouts/slideLayout22.xml"/><Relationship Id="rId25" Type="http://schemas.openxmlformats.org/officeDocument/2006/relationships/slideLayout" Target="../slideLayouts/slideLayout23.xml"/><Relationship Id="rId26" Type="http://schemas.openxmlformats.org/officeDocument/2006/relationships/slideLayout" Target="../slideLayouts/slideLayout24.xml"/><Relationship Id="rId27" Type="http://schemas.openxmlformats.org/officeDocument/2006/relationships/slideLayout" Target="../slideLayouts/slideLayout25.xml"/><Relationship Id="rId28" Type="http://schemas.openxmlformats.org/officeDocument/2006/relationships/slideLayout" Target="../slideLayouts/slideLayout26.xml"/><Relationship Id="rId29" Type="http://schemas.openxmlformats.org/officeDocument/2006/relationships/slideLayout" Target="../slideLayouts/slideLayout27.xml"/><Relationship Id="rId30" Type="http://schemas.openxmlformats.org/officeDocument/2006/relationships/slideLayout" Target="../slideLayouts/slideLayout28.xml"/><Relationship Id="rId31" Type="http://schemas.openxmlformats.org/officeDocument/2006/relationships/slideLayout" Target="../slideLayouts/slideLayout29.xml"/><Relationship Id="rId32" Type="http://schemas.openxmlformats.org/officeDocument/2006/relationships/slideLayout" Target="../slideLayouts/slideLayout30.xml"/><Relationship Id="rId33" Type="http://schemas.openxmlformats.org/officeDocument/2006/relationships/slideLayout" Target="../slideLayouts/slideLayout31.xml"/><Relationship Id="rId34" Type="http://schemas.openxmlformats.org/officeDocument/2006/relationships/slideLayout" Target="../slideLayouts/slideLayout32.xml"/><Relationship Id="rId35" Type="http://schemas.openxmlformats.org/officeDocument/2006/relationships/slideLayout" Target="../slideLayouts/slideLayout33.xml"/><Relationship Id="rId36" Type="http://schemas.openxmlformats.org/officeDocument/2006/relationships/slideLayout" Target="../slideLayouts/slideLayout34.xml"/><Relationship Id="rId37" Type="http://schemas.openxmlformats.org/officeDocument/2006/relationships/slideLayout" Target="../slideLayouts/slideLayout35.xml"/><Relationship Id="rId38" Type="http://schemas.openxmlformats.org/officeDocument/2006/relationships/slideLayout" Target="../slideLayouts/slideLayout36.xml"/><Relationship Id="rId39" Type="http://schemas.openxmlformats.org/officeDocument/2006/relationships/slideLayout" Target="../slideLayouts/slideLayout37.xml"/><Relationship Id="rId40" Type="http://schemas.openxmlformats.org/officeDocument/2006/relationships/slideLayout" Target="../slideLayouts/slideLayout38.xml"/><Relationship Id="rId41" Type="http://schemas.openxmlformats.org/officeDocument/2006/relationships/slideLayout" Target="../slideLayouts/slideLayout39.xml"/><Relationship Id="rId42" Type="http://schemas.openxmlformats.org/officeDocument/2006/relationships/slideLayout" Target="../slideLayouts/slideLayout40.xml"/><Relationship Id="rId43" Type="http://schemas.openxmlformats.org/officeDocument/2006/relationships/slideLayout" Target="../slideLayouts/slideLayout41.xml"/><Relationship Id="rId44" Type="http://schemas.openxmlformats.org/officeDocument/2006/relationships/slideLayout" Target="../slideLayouts/slideLayout42.xml"/><Relationship Id="rId45" Type="http://schemas.openxmlformats.org/officeDocument/2006/relationships/slideLayout" Target="../slideLayouts/slideLayout43.xml"/><Relationship Id="rId46" Type="http://schemas.openxmlformats.org/officeDocument/2006/relationships/slideLayout" Target="../slideLayouts/slideLayout44.xml"/><Relationship Id="rId47" Type="http://schemas.openxmlformats.org/officeDocument/2006/relationships/slideLayout" Target="../slideLayouts/slideLayout45.xml"/><Relationship Id="rId48" Type="http://schemas.openxmlformats.org/officeDocument/2006/relationships/slideLayout" Target="../slideLayouts/slideLayout46.xml"/><Relationship Id="rId49" Type="http://schemas.openxmlformats.org/officeDocument/2006/relationships/slideLayout" Target="../slideLayouts/slideLayout47.xml"/><Relationship Id="rId50" Type="http://schemas.openxmlformats.org/officeDocument/2006/relationships/slideLayout" Target="../slideLayouts/slideLayout48.xml"/><Relationship Id="rId51" Type="http://schemas.openxmlformats.org/officeDocument/2006/relationships/slideLayout" Target="../slideLayouts/slideLayout49.xml"/><Relationship Id="rId52" Type="http://schemas.openxmlformats.org/officeDocument/2006/relationships/slideLayout" Target="../slideLayouts/slideLayout50.xml"/><Relationship Id="rId53" Type="http://schemas.openxmlformats.org/officeDocument/2006/relationships/slideLayout" Target="../slideLayouts/slideLayout51.xml"/><Relationship Id="rId54" Type="http://schemas.openxmlformats.org/officeDocument/2006/relationships/slideLayout" Target="../slideLayouts/slideLayout52.xml"/><Relationship Id="rId55" Type="http://schemas.openxmlformats.org/officeDocument/2006/relationships/slideLayout" Target="../slideLayouts/slideLayout53.xml"/><Relationship Id="rId56" Type="http://schemas.openxmlformats.org/officeDocument/2006/relationships/slideLayout" Target="../slideLayouts/slideLayout54.xml"/><Relationship Id="rId57" Type="http://schemas.openxmlformats.org/officeDocument/2006/relationships/slideLayout" Target="../slideLayouts/slideLayout55.xml"/><Relationship Id="rId58" Type="http://schemas.openxmlformats.org/officeDocument/2006/relationships/slideLayout" Target="../slideLayouts/slideLayout56.xml"/><Relationship Id="rId59" Type="http://schemas.openxmlformats.org/officeDocument/2006/relationships/slideLayout" Target="../slideLayouts/slideLayout57.xml"/><Relationship Id="rId60" Type="http://schemas.openxmlformats.org/officeDocument/2006/relationships/slideLayout" Target="../slideLayouts/slideLayout58.xml"/><Relationship Id="rId61" Type="http://schemas.openxmlformats.org/officeDocument/2006/relationships/slideLayout" Target="../slideLayouts/slideLayout59.xml"/><Relationship Id="rId62" Type="http://schemas.openxmlformats.org/officeDocument/2006/relationships/slideLayout" Target="../slideLayouts/slideLayout60.xml"/><Relationship Id="rId63" Type="http://schemas.openxmlformats.org/officeDocument/2006/relationships/slideLayout" Target="../slideLayouts/slideLayout61.xml"/><Relationship Id="rId64" Type="http://schemas.openxmlformats.org/officeDocument/2006/relationships/slideLayout" Target="../slideLayouts/slideLayout62.xml"/><Relationship Id="rId65" Type="http://schemas.openxmlformats.org/officeDocument/2006/relationships/slideLayout" Target="../slideLayouts/slideLayout63.xml"/><Relationship Id="rId66" Type="http://schemas.openxmlformats.org/officeDocument/2006/relationships/slideLayout" Target="../slideLayouts/slideLayout64.xml"/><Relationship Id="rId67" Type="http://schemas.openxmlformats.org/officeDocument/2006/relationships/slideLayout" Target="../slideLayouts/slideLayout65.xml"/><Relationship Id="rId68" Type="http://schemas.openxmlformats.org/officeDocument/2006/relationships/slideLayout" Target="../slideLayouts/slideLayout66.xml"/><Relationship Id="rId69" Type="http://schemas.openxmlformats.org/officeDocument/2006/relationships/slideLayout" Target="../slideLayouts/slideLayout67.xml"/><Relationship Id="rId70" Type="http://schemas.openxmlformats.org/officeDocument/2006/relationships/slideLayout" Target="../slideLayouts/slideLayout68.xml"/><Relationship Id="rId71" Type="http://schemas.openxmlformats.org/officeDocument/2006/relationships/slideLayout" Target="../slideLayouts/slideLayout69.xml"/><Relationship Id="rId72" Type="http://schemas.openxmlformats.org/officeDocument/2006/relationships/slideLayout" Target="../slideLayouts/slideLayout70.xml"/><Relationship Id="rId73" Type="http://schemas.openxmlformats.org/officeDocument/2006/relationships/slideLayout" Target="../slideLayouts/slideLayout71.xml"/><Relationship Id="rId74" Type="http://schemas.openxmlformats.org/officeDocument/2006/relationships/slideLayout" Target="../slideLayouts/slideLayout72.xml"/><Relationship Id="rId75" Type="http://schemas.openxmlformats.org/officeDocument/2006/relationships/slideLayout" Target="../slideLayouts/slideLayout73.xml"/><Relationship Id="rId76" Type="http://schemas.openxmlformats.org/officeDocument/2006/relationships/slideLayout" Target="../slideLayouts/slideLayout74.xml"/><Relationship Id="rId77" Type="http://schemas.openxmlformats.org/officeDocument/2006/relationships/slideLayout" Target="../slideLayouts/slideLayout75.xml"/><Relationship Id="rId78" Type="http://schemas.openxmlformats.org/officeDocument/2006/relationships/slideLayout" Target="../slideLayouts/slideLayout76.xml"/><Relationship Id="rId79" Type="http://schemas.openxmlformats.org/officeDocument/2006/relationships/slideLayout" Target="../slideLayouts/slideLayout77.xml"/><Relationship Id="rId80" Type="http://schemas.openxmlformats.org/officeDocument/2006/relationships/slideLayout" Target="../slideLayouts/slideLayout78.xml"/><Relationship Id="rId81" Type="http://schemas.openxmlformats.org/officeDocument/2006/relationships/slideLayout" Target="../slideLayouts/slideLayout79.xml"/><Relationship Id="rId82" Type="http://schemas.openxmlformats.org/officeDocument/2006/relationships/slideLayout" Target="../slideLayouts/slideLayout80.xml"/><Relationship Id="rId83" Type="http://schemas.openxmlformats.org/officeDocument/2006/relationships/slideLayout" Target="../slideLayouts/slideLayout81.xml"/><Relationship Id="rId84" Type="http://schemas.openxmlformats.org/officeDocument/2006/relationships/slideLayout" Target="../slideLayouts/slideLayout82.xml"/><Relationship Id="rId85" Type="http://schemas.openxmlformats.org/officeDocument/2006/relationships/slideLayout" Target="../slideLayouts/slideLayout83.xml"/><Relationship Id="rId86" Type="http://schemas.openxmlformats.org/officeDocument/2006/relationships/slideLayout" Target="../slideLayouts/slideLayout84.xml"/><Relationship Id="rId87" Type="http://schemas.openxmlformats.org/officeDocument/2006/relationships/slideLayout" Target="../slideLayouts/slideLayout85.xml"/><Relationship Id="rId88" Type="http://schemas.openxmlformats.org/officeDocument/2006/relationships/slideLayout" Target="../slideLayouts/slideLayout86.xml"/><Relationship Id="rId89" Type="http://schemas.openxmlformats.org/officeDocument/2006/relationships/slideLayout" Target="../slideLayouts/slideLayout87.xml"/><Relationship Id="rId90" Type="http://schemas.openxmlformats.org/officeDocument/2006/relationships/slideLayout" Target="../slideLayouts/slideLayout88.xml"/><Relationship Id="rId91" Type="http://schemas.openxmlformats.org/officeDocument/2006/relationships/slideLayout" Target="../slideLayouts/slideLayout89.xml"/><Relationship Id="rId92" Type="http://schemas.openxmlformats.org/officeDocument/2006/relationships/slideLayout" Target="../slideLayouts/slideLayout90.xml"/><Relationship Id="rId93" Type="http://schemas.openxmlformats.org/officeDocument/2006/relationships/slideLayout" Target="../slideLayouts/slideLayout91.xml"/><Relationship Id="rId94" Type="http://schemas.openxmlformats.org/officeDocument/2006/relationships/slideLayout" Target="../slideLayouts/slideLayout92.xml"/><Relationship Id="rId95" Type="http://schemas.openxmlformats.org/officeDocument/2006/relationships/slideLayout" Target="../slideLayouts/slideLayout93.xml"/><Relationship Id="rId96" Type="http://schemas.openxmlformats.org/officeDocument/2006/relationships/slideLayout" Target="../slideLayouts/slideLayout94.xml"/><Relationship Id="rId97" Type="http://schemas.openxmlformats.org/officeDocument/2006/relationships/slideLayout" Target="../slideLayouts/slideLayout95.xml"/><Relationship Id="rId98" Type="http://schemas.openxmlformats.org/officeDocument/2006/relationships/slideLayout" Target="../slideLayouts/slideLayout96.xml"/><Relationship Id="rId99" Type="http://schemas.openxmlformats.org/officeDocument/2006/relationships/slideLayout" Target="../slideLayouts/slideLayout97.xml"/><Relationship Id="rId100" Type="http://schemas.openxmlformats.org/officeDocument/2006/relationships/slideLayout" Target="../slideLayouts/slideLayout98.xml"/><Relationship Id="rId101" Type="http://schemas.openxmlformats.org/officeDocument/2006/relationships/slideLayout" Target="../slideLayouts/slideLayout99.xml"/><Relationship Id="rId102" Type="http://schemas.openxmlformats.org/officeDocument/2006/relationships/slideLayout" Target="../slideLayouts/slideLayout100.xml"/><Relationship Id="rId103" Type="http://schemas.openxmlformats.org/officeDocument/2006/relationships/slideLayout" Target="../slideLayouts/slideLayout101.xml"/><Relationship Id="rId104" Type="http://schemas.openxmlformats.org/officeDocument/2006/relationships/slideLayout" Target="../slideLayouts/slideLayout102.xml"/><Relationship Id="rId105" Type="http://schemas.openxmlformats.org/officeDocument/2006/relationships/slideLayout" Target="../slideLayouts/slideLayout103.xml"/><Relationship Id="rId106" Type="http://schemas.openxmlformats.org/officeDocument/2006/relationships/slideLayout" Target="../slideLayouts/slideLayout104.xml"/><Relationship Id="rId107" Type="http://schemas.openxmlformats.org/officeDocument/2006/relationships/slideLayout" Target="../slideLayouts/slideLayout105.xml"/><Relationship Id="rId108" Type="http://schemas.openxmlformats.org/officeDocument/2006/relationships/slideLayout" Target="../slideLayouts/slideLayout106.xml"/><Relationship Id="rId109" Type="http://schemas.openxmlformats.org/officeDocument/2006/relationships/slideLayout" Target="../slideLayouts/slideLayout107.xml"/><Relationship Id="rId110" Type="http://schemas.openxmlformats.org/officeDocument/2006/relationships/slideLayout" Target="../slideLayouts/slideLayout108.xml"/><Relationship Id="rId111" Type="http://schemas.openxmlformats.org/officeDocument/2006/relationships/slideLayout" Target="../slideLayouts/slideLayout109.xml"/><Relationship Id="rId112" Type="http://schemas.openxmlformats.org/officeDocument/2006/relationships/slideLayout" Target="../slideLayouts/slideLayout110.xml"/><Relationship Id="rId113" Type="http://schemas.openxmlformats.org/officeDocument/2006/relationships/slideLayout" Target="../slideLayouts/slideLayout111.xml"/><Relationship Id="rId114" Type="http://schemas.openxmlformats.org/officeDocument/2006/relationships/slideLayout" Target="../slideLayouts/slideLayout112.xml"/><Relationship Id="rId115" Type="http://schemas.openxmlformats.org/officeDocument/2006/relationships/slideLayout" Target="../slideLayouts/slideLayout113.xml"/><Relationship Id="rId116" Type="http://schemas.openxmlformats.org/officeDocument/2006/relationships/slideLayout" Target="../slideLayouts/slideLayout114.xml"/><Relationship Id="rId117" Type="http://schemas.openxmlformats.org/officeDocument/2006/relationships/slideLayout" Target="../slideLayouts/slideLayout115.xml"/><Relationship Id="rId118" Type="http://schemas.openxmlformats.org/officeDocument/2006/relationships/slideLayout" Target="../slideLayouts/slideLayout116.xml"/><Relationship Id="rId119" Type="http://schemas.openxmlformats.org/officeDocument/2006/relationships/slideLayout" Target="../slideLayouts/slideLayout117.xml"/><Relationship Id="rId120" Type="http://schemas.openxmlformats.org/officeDocument/2006/relationships/slideLayout" Target="../slideLayouts/slideLayout11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101411"/>
        </a:solidFill>
      </p:bgPr>
    </p:bg>
    <p:spTree>
      <p:nvGrpSpPr>
        <p:cNvPr id="1" name=""/>
        <p:cNvGrpSpPr/>
        <p:nvPr/>
      </p:nvGrpSpPr>
      <p:grpSpPr>
        <a:xfrm>
          <a:off x="0" y="0"/>
          <a:ext cx="0" cy="0"/>
          <a:chOff x="0" y="0"/>
          <a:chExt cx="0" cy="0"/>
        </a:xfrm>
      </p:grpSpPr>
      <p:grpSp>
        <p:nvGrpSpPr>
          <p:cNvPr id="4" name="Rectangle 109"/>
          <p:cNvGrpSpPr/>
          <p:nvPr/>
        </p:nvGrpSpPr>
        <p:grpSpPr>
          <a:xfrm>
            <a:off x="12287632" y="5878297"/>
            <a:ext cx="710311" cy="979707"/>
            <a:chOff x="0" y="0"/>
            <a:chExt cx="710309" cy="979705"/>
          </a:xfrm>
        </p:grpSpPr>
        <p:sp>
          <p:nvSpPr>
            <p:cNvPr id="2" name="Rectangle"/>
            <p:cNvSpPr/>
            <p:nvPr/>
          </p:nvSpPr>
          <p:spPr>
            <a:xfrm>
              <a:off x="-1" y="-1"/>
              <a:ext cx="710311" cy="979707"/>
            </a:xfrm>
            <a:prstGeom prst="rect">
              <a:avLst/>
            </a:prstGeom>
            <a:solidFill>
              <a:srgbClr val="0000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Black</a:t>
              </a:r>
              <a:br/>
              <a:r>
                <a:t>#000000</a:t>
              </a:r>
            </a:p>
          </p:txBody>
        </p:sp>
      </p:grpSp>
      <p:grpSp>
        <p:nvGrpSpPr>
          <p:cNvPr id="7" name="Rectangle 110"/>
          <p:cNvGrpSpPr/>
          <p:nvPr/>
        </p:nvGrpSpPr>
        <p:grpSpPr>
          <a:xfrm>
            <a:off x="12287631" y="4898603"/>
            <a:ext cx="710311" cy="979709"/>
            <a:chOff x="0" y="-1"/>
            <a:chExt cx="710309" cy="979708"/>
          </a:xfrm>
        </p:grpSpPr>
        <p:sp>
          <p:nvSpPr>
            <p:cNvPr id="5" name="Rectangle"/>
            <p:cNvSpPr/>
            <p:nvPr/>
          </p:nvSpPr>
          <p:spPr>
            <a:xfrm>
              <a:off x="-1" y="-2"/>
              <a:ext cx="710311" cy="979709"/>
            </a:xfrm>
            <a:prstGeom prst="rect">
              <a:avLst/>
            </a:prstGeom>
            <a:solidFill>
              <a:srgbClr val="B0BAC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6" name="A…"/>
            <p:cNvSpPr txBox="1"/>
            <p:nvPr/>
          </p:nvSpPr>
          <p:spPr>
            <a:xfrm>
              <a:off x="45721" y="583462"/>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Light Grey</a:t>
              </a:r>
              <a:br/>
              <a:r>
                <a:t>#D9D9D9</a:t>
              </a:r>
            </a:p>
          </p:txBody>
        </p:sp>
      </p:grpSp>
      <p:grpSp>
        <p:nvGrpSpPr>
          <p:cNvPr id="10" name="Rectangle 111"/>
          <p:cNvGrpSpPr/>
          <p:nvPr/>
        </p:nvGrpSpPr>
        <p:grpSpPr>
          <a:xfrm>
            <a:off x="12287632" y="3918862"/>
            <a:ext cx="710311" cy="979706"/>
            <a:chOff x="0" y="0"/>
            <a:chExt cx="710309" cy="979705"/>
          </a:xfrm>
        </p:grpSpPr>
        <p:sp>
          <p:nvSpPr>
            <p:cNvPr id="8" name="Rectangle"/>
            <p:cNvSpPr/>
            <p:nvPr/>
          </p:nvSpPr>
          <p:spPr>
            <a:xfrm>
              <a:off x="-1" y="-1"/>
              <a:ext cx="710311" cy="979706"/>
            </a:xfrm>
            <a:prstGeom prst="rect">
              <a:avLst/>
            </a:prstGeom>
            <a:solidFill>
              <a:srgbClr val="F3F6F2"/>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9"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Grey 0</a:t>
              </a:r>
              <a:br/>
              <a:r>
                <a:t>#F2F5F3</a:t>
              </a:r>
            </a:p>
          </p:txBody>
        </p:sp>
      </p:grpSp>
      <p:grpSp>
        <p:nvGrpSpPr>
          <p:cNvPr id="13" name="Rectangle 112"/>
          <p:cNvGrpSpPr/>
          <p:nvPr/>
        </p:nvGrpSpPr>
        <p:grpSpPr>
          <a:xfrm>
            <a:off x="12287631" y="2939171"/>
            <a:ext cx="710311" cy="979707"/>
            <a:chOff x="0" y="0"/>
            <a:chExt cx="710309" cy="979705"/>
          </a:xfrm>
        </p:grpSpPr>
        <p:sp>
          <p:nvSpPr>
            <p:cNvPr id="11" name="Rectangle"/>
            <p:cNvSpPr/>
            <p:nvPr/>
          </p:nvSpPr>
          <p:spPr>
            <a:xfrm>
              <a:off x="-1" y="-1"/>
              <a:ext cx="710311" cy="979707"/>
            </a:xfrm>
            <a:prstGeom prst="rect">
              <a:avLst/>
            </a:prstGeom>
            <a:solidFill>
              <a:srgbClr val="FFFF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2"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White</a:t>
              </a:r>
              <a:br/>
              <a:r>
                <a:t>#FFFFFF</a:t>
              </a:r>
            </a:p>
          </p:txBody>
        </p:sp>
      </p:grpSp>
      <p:grpSp>
        <p:nvGrpSpPr>
          <p:cNvPr id="16" name="Rectangle 113"/>
          <p:cNvGrpSpPr/>
          <p:nvPr/>
        </p:nvGrpSpPr>
        <p:grpSpPr>
          <a:xfrm>
            <a:off x="12287632" y="1959431"/>
            <a:ext cx="710311" cy="979707"/>
            <a:chOff x="0" y="0"/>
            <a:chExt cx="710309" cy="979705"/>
          </a:xfrm>
        </p:grpSpPr>
        <p:sp>
          <p:nvSpPr>
            <p:cNvPr id="14" name="Rectangle"/>
            <p:cNvSpPr/>
            <p:nvPr/>
          </p:nvSpPr>
          <p:spPr>
            <a:xfrm>
              <a:off x="-1" y="-1"/>
              <a:ext cx="710311" cy="979707"/>
            </a:xfrm>
            <a:prstGeom prst="rect">
              <a:avLst/>
            </a:prstGeom>
            <a:solidFill>
              <a:srgbClr val="08872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5" name="A…"/>
            <p:cNvSpPr txBox="1"/>
            <p:nvPr/>
          </p:nvSpPr>
          <p:spPr>
            <a:xfrm>
              <a:off x="45721" y="58346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Green 3</a:t>
              </a:r>
              <a:br/>
              <a:r>
                <a:t>#08872B</a:t>
              </a:r>
            </a:p>
          </p:txBody>
        </p:sp>
      </p:grpSp>
      <p:grpSp>
        <p:nvGrpSpPr>
          <p:cNvPr id="19" name="Rectangle 114"/>
          <p:cNvGrpSpPr/>
          <p:nvPr/>
        </p:nvGrpSpPr>
        <p:grpSpPr>
          <a:xfrm>
            <a:off x="12287631" y="979736"/>
            <a:ext cx="710311" cy="979707"/>
            <a:chOff x="0" y="0"/>
            <a:chExt cx="710309" cy="979705"/>
          </a:xfrm>
        </p:grpSpPr>
        <p:sp>
          <p:nvSpPr>
            <p:cNvPr id="17" name="Rectangle"/>
            <p:cNvSpPr/>
            <p:nvPr/>
          </p:nvSpPr>
          <p:spPr>
            <a:xfrm>
              <a:off x="-1" y="-1"/>
              <a:ext cx="710311" cy="979706"/>
            </a:xfrm>
            <a:prstGeom prst="rect">
              <a:avLst/>
            </a:prstGeom>
            <a:solidFill>
              <a:srgbClr val="0BBF3E"/>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18" name="A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r>
                <a:rPr>
                  <a:solidFill>
                    <a:srgbClr val="FFFFFF"/>
                  </a:solidFill>
                </a:rPr>
                <a:t>A</a:t>
              </a:r>
              <a:endParaRPr sz="500">
                <a:solidFill>
                  <a:srgbClr val="FFFFFF"/>
                </a:solidFill>
              </a:endParaRPr>
            </a:p>
            <a:p>
              <a:pPr>
                <a:defRPr sz="500"/>
              </a:pPr>
              <a:r>
                <a:t>Green 2</a:t>
              </a:r>
              <a:br/>
              <a:r>
                <a:t>#0FBF3E</a:t>
              </a:r>
            </a:p>
          </p:txBody>
        </p:sp>
      </p:grpSp>
      <p:grpSp>
        <p:nvGrpSpPr>
          <p:cNvPr id="22" name="Rectangle 115"/>
          <p:cNvGrpSpPr/>
          <p:nvPr/>
        </p:nvGrpSpPr>
        <p:grpSpPr>
          <a:xfrm>
            <a:off x="12287631" y="-2"/>
            <a:ext cx="710311" cy="979706"/>
            <a:chOff x="0" y="0"/>
            <a:chExt cx="710309" cy="979705"/>
          </a:xfrm>
        </p:grpSpPr>
        <p:sp>
          <p:nvSpPr>
            <p:cNvPr id="20" name="Rectangle"/>
            <p:cNvSpPr/>
            <p:nvPr/>
          </p:nvSpPr>
          <p:spPr>
            <a:xfrm>
              <a:off x="-1" y="-1"/>
              <a:ext cx="710311" cy="979706"/>
            </a:xfrm>
            <a:prstGeom prst="rect">
              <a:avLst/>
            </a:prstGeom>
            <a:solidFill>
              <a:srgbClr val="60ED8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1" name="A…"/>
            <p:cNvSpPr txBox="1"/>
            <p:nvPr/>
          </p:nvSpPr>
          <p:spPr>
            <a:xfrm>
              <a:off x="45721" y="58346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Green 1</a:t>
              </a:r>
              <a:br/>
              <a:r>
                <a:t>#5FED83</a:t>
              </a:r>
            </a:p>
          </p:txBody>
        </p:sp>
      </p:grpSp>
      <p:grpSp>
        <p:nvGrpSpPr>
          <p:cNvPr id="25" name="Rectangle 118"/>
          <p:cNvGrpSpPr/>
          <p:nvPr/>
        </p:nvGrpSpPr>
        <p:grpSpPr>
          <a:xfrm>
            <a:off x="12997439" y="5715013"/>
            <a:ext cx="710311" cy="1142996"/>
            <a:chOff x="0" y="0"/>
            <a:chExt cx="710309" cy="1142994"/>
          </a:xfrm>
        </p:grpSpPr>
        <p:sp>
          <p:nvSpPr>
            <p:cNvPr id="23" name="Rectangle"/>
            <p:cNvSpPr/>
            <p:nvPr/>
          </p:nvSpPr>
          <p:spPr>
            <a:xfrm>
              <a:off x="-1" y="0"/>
              <a:ext cx="710311" cy="1142995"/>
            </a:xfrm>
            <a:prstGeom prst="rect">
              <a:avLst/>
            </a:prstGeom>
            <a:solidFill>
              <a:srgbClr val="180D27"/>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4"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3</a:t>
              </a:r>
              <a:br/>
              <a:r>
                <a:t>#180E27</a:t>
              </a:r>
            </a:p>
          </p:txBody>
        </p:sp>
      </p:grpSp>
      <p:grpSp>
        <p:nvGrpSpPr>
          <p:cNvPr id="28" name="Rectangle 119"/>
          <p:cNvGrpSpPr/>
          <p:nvPr/>
        </p:nvGrpSpPr>
        <p:grpSpPr>
          <a:xfrm>
            <a:off x="12997439" y="4572032"/>
            <a:ext cx="710311" cy="1142996"/>
            <a:chOff x="0" y="0"/>
            <a:chExt cx="710309" cy="1142994"/>
          </a:xfrm>
        </p:grpSpPr>
        <p:sp>
          <p:nvSpPr>
            <p:cNvPr id="26" name="Rectangle"/>
            <p:cNvSpPr/>
            <p:nvPr/>
          </p:nvSpPr>
          <p:spPr>
            <a:xfrm>
              <a:off x="-1" y="0"/>
              <a:ext cx="710311" cy="1142995"/>
            </a:xfrm>
            <a:prstGeom prst="rect">
              <a:avLst/>
            </a:prstGeom>
            <a:solidFill>
              <a:srgbClr val="004FA4"/>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2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Blue 2</a:t>
              </a:r>
              <a:br/>
              <a:r>
                <a:t>#004FA4</a:t>
              </a:r>
            </a:p>
          </p:txBody>
        </p:sp>
      </p:grpSp>
      <p:grpSp>
        <p:nvGrpSpPr>
          <p:cNvPr id="31" name="Rectangle 120"/>
          <p:cNvGrpSpPr/>
          <p:nvPr/>
        </p:nvGrpSpPr>
        <p:grpSpPr>
          <a:xfrm>
            <a:off x="12997439" y="3428998"/>
            <a:ext cx="710311" cy="1142996"/>
            <a:chOff x="0" y="0"/>
            <a:chExt cx="710309" cy="1142994"/>
          </a:xfrm>
        </p:grpSpPr>
        <p:sp>
          <p:nvSpPr>
            <p:cNvPr id="29" name="Rectangle"/>
            <p:cNvSpPr/>
            <p:nvPr/>
          </p:nvSpPr>
          <p:spPr>
            <a:xfrm>
              <a:off x="-1" y="0"/>
              <a:ext cx="710311" cy="1142995"/>
            </a:xfrm>
            <a:prstGeom prst="rect">
              <a:avLst/>
            </a:prstGeom>
            <a:solidFill>
              <a:srgbClr val="178FFB"/>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0"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Blue 1</a:t>
              </a:r>
              <a:br/>
              <a:r>
                <a:t>#168FFB</a:t>
              </a:r>
            </a:p>
          </p:txBody>
        </p:sp>
      </p:grpSp>
      <p:grpSp>
        <p:nvGrpSpPr>
          <p:cNvPr id="34" name="Rectangle 121"/>
          <p:cNvGrpSpPr/>
          <p:nvPr/>
        </p:nvGrpSpPr>
        <p:grpSpPr>
          <a:xfrm>
            <a:off x="12997439" y="2286017"/>
            <a:ext cx="710311" cy="1142996"/>
            <a:chOff x="0" y="0"/>
            <a:chExt cx="710309" cy="1142994"/>
          </a:xfrm>
        </p:grpSpPr>
        <p:sp>
          <p:nvSpPr>
            <p:cNvPr id="32" name="Rectangle"/>
            <p:cNvSpPr/>
            <p:nvPr/>
          </p:nvSpPr>
          <p:spPr>
            <a:xfrm>
              <a:off x="-1" y="0"/>
              <a:ext cx="710311" cy="1142995"/>
            </a:xfrm>
            <a:prstGeom prst="rect">
              <a:avLst/>
            </a:prstGeom>
            <a:solidFill>
              <a:srgbClr val="5839F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3"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Purple 2</a:t>
              </a:r>
              <a:br/>
              <a:r>
                <a:t>#583AF7</a:t>
              </a:r>
            </a:p>
          </p:txBody>
        </p:sp>
      </p:grpSp>
      <p:grpSp>
        <p:nvGrpSpPr>
          <p:cNvPr id="37" name="Rectangle 122"/>
          <p:cNvGrpSpPr/>
          <p:nvPr/>
        </p:nvGrpSpPr>
        <p:grpSpPr>
          <a:xfrm>
            <a:off x="12997439" y="1142977"/>
            <a:ext cx="710311" cy="1142997"/>
            <a:chOff x="0" y="-1"/>
            <a:chExt cx="710309" cy="1142995"/>
          </a:xfrm>
        </p:grpSpPr>
        <p:sp>
          <p:nvSpPr>
            <p:cNvPr id="35" name="Rectangle"/>
            <p:cNvSpPr/>
            <p:nvPr/>
          </p:nvSpPr>
          <p:spPr>
            <a:xfrm>
              <a:off x="-1" y="-2"/>
              <a:ext cx="710311" cy="1142997"/>
            </a:xfrm>
            <a:prstGeom prst="rect">
              <a:avLst/>
            </a:prstGeom>
            <a:solidFill>
              <a:srgbClr val="AF85FF"/>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6"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Purple 1</a:t>
              </a:r>
              <a:br/>
              <a:r>
                <a:t>#AE85FF</a:t>
              </a:r>
            </a:p>
          </p:txBody>
        </p:sp>
      </p:grpSp>
      <p:grpSp>
        <p:nvGrpSpPr>
          <p:cNvPr id="40" name="Rectangle 123"/>
          <p:cNvGrpSpPr/>
          <p:nvPr/>
        </p:nvGrpSpPr>
        <p:grpSpPr>
          <a:xfrm>
            <a:off x="13706754" y="-2365"/>
            <a:ext cx="710311" cy="1142995"/>
            <a:chOff x="0" y="0"/>
            <a:chExt cx="710309" cy="1142994"/>
          </a:xfrm>
        </p:grpSpPr>
        <p:sp>
          <p:nvSpPr>
            <p:cNvPr id="38" name="Rectangle"/>
            <p:cNvSpPr/>
            <p:nvPr/>
          </p:nvSpPr>
          <p:spPr>
            <a:xfrm>
              <a:off x="-1" y="-1"/>
              <a:ext cx="710311" cy="1142995"/>
            </a:xfrm>
            <a:prstGeom prst="rect">
              <a:avLst/>
            </a:prstGeom>
            <a:solidFill>
              <a:srgbClr val="FFE2F3"/>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39"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1</a:t>
              </a:r>
              <a:br/>
              <a:r>
                <a:t>#FFE2F3</a:t>
              </a:r>
            </a:p>
          </p:txBody>
        </p:sp>
      </p:grpSp>
      <p:grpSp>
        <p:nvGrpSpPr>
          <p:cNvPr id="43" name="Rectangle 126"/>
          <p:cNvGrpSpPr/>
          <p:nvPr/>
        </p:nvGrpSpPr>
        <p:grpSpPr>
          <a:xfrm>
            <a:off x="13706756" y="5715013"/>
            <a:ext cx="710311" cy="1142996"/>
            <a:chOff x="0" y="0"/>
            <a:chExt cx="710309" cy="1142994"/>
          </a:xfrm>
        </p:grpSpPr>
        <p:sp>
          <p:nvSpPr>
            <p:cNvPr id="41" name="Rectangle"/>
            <p:cNvSpPr/>
            <p:nvPr/>
          </p:nvSpPr>
          <p:spPr>
            <a:xfrm>
              <a:off x="-1" y="0"/>
              <a:ext cx="710311" cy="1142995"/>
            </a:xfrm>
            <a:prstGeom prst="rect">
              <a:avLst/>
            </a:prstGeom>
            <a:solidFill>
              <a:srgbClr val="C15200"/>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2"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solidFill>
                    <a:srgbClr val="FFFFFF"/>
                  </a:solidFill>
                </a:defRPr>
              </a:pPr>
              <a:r>
                <a:t>A</a:t>
              </a:r>
              <a:endParaRPr sz="500"/>
            </a:p>
            <a:p>
              <a:pPr>
                <a:defRPr sz="500">
                  <a:solidFill>
                    <a:srgbClr val="FFFFFF"/>
                  </a:solidFill>
                </a:defRPr>
              </a:pPr>
              <a:r>
                <a:t>Orange 3</a:t>
              </a:r>
              <a:br/>
              <a:r>
                <a:t>#C05200</a:t>
              </a:r>
            </a:p>
          </p:txBody>
        </p:sp>
      </p:grpSp>
      <p:grpSp>
        <p:nvGrpSpPr>
          <p:cNvPr id="46" name="Rectangle 127"/>
          <p:cNvGrpSpPr/>
          <p:nvPr/>
        </p:nvGrpSpPr>
        <p:grpSpPr>
          <a:xfrm>
            <a:off x="13706754" y="4572032"/>
            <a:ext cx="710311" cy="1142996"/>
            <a:chOff x="0" y="0"/>
            <a:chExt cx="710309" cy="1142994"/>
          </a:xfrm>
        </p:grpSpPr>
        <p:sp>
          <p:nvSpPr>
            <p:cNvPr id="44" name="Rectangle"/>
            <p:cNvSpPr/>
            <p:nvPr/>
          </p:nvSpPr>
          <p:spPr>
            <a:xfrm>
              <a:off x="-1" y="0"/>
              <a:ext cx="710311" cy="1142995"/>
            </a:xfrm>
            <a:prstGeom prst="rect">
              <a:avLst/>
            </a:prstGeom>
            <a:solidFill>
              <a:srgbClr val="EA6E11"/>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5"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2</a:t>
              </a:r>
              <a:br/>
              <a:r>
                <a:t>#E96E12</a:t>
              </a:r>
            </a:p>
          </p:txBody>
        </p:sp>
      </p:grpSp>
      <p:grpSp>
        <p:nvGrpSpPr>
          <p:cNvPr id="49" name="Rectangle 128"/>
          <p:cNvGrpSpPr/>
          <p:nvPr/>
        </p:nvGrpSpPr>
        <p:grpSpPr>
          <a:xfrm>
            <a:off x="12996453" y="-1157"/>
            <a:ext cx="710311" cy="1142995"/>
            <a:chOff x="0" y="0"/>
            <a:chExt cx="710309" cy="1142994"/>
          </a:xfrm>
        </p:grpSpPr>
        <p:sp>
          <p:nvSpPr>
            <p:cNvPr id="47" name="Rectangle"/>
            <p:cNvSpPr/>
            <p:nvPr/>
          </p:nvSpPr>
          <p:spPr>
            <a:xfrm>
              <a:off x="-1" y="-1"/>
              <a:ext cx="710311" cy="1142995"/>
            </a:xfrm>
            <a:prstGeom prst="rect">
              <a:avLst/>
            </a:prstGeom>
            <a:solidFill>
              <a:srgbClr val="BCA00A"/>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48"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Mustard</a:t>
              </a:r>
              <a:br/>
              <a:r>
                <a:t>#BBA00A</a:t>
              </a:r>
            </a:p>
          </p:txBody>
        </p:sp>
      </p:grpSp>
      <p:grpSp>
        <p:nvGrpSpPr>
          <p:cNvPr id="52" name="Rectangle 129"/>
          <p:cNvGrpSpPr/>
          <p:nvPr/>
        </p:nvGrpSpPr>
        <p:grpSpPr>
          <a:xfrm>
            <a:off x="13706754" y="2286017"/>
            <a:ext cx="710311" cy="1142996"/>
            <a:chOff x="0" y="0"/>
            <a:chExt cx="710309" cy="1142994"/>
          </a:xfrm>
        </p:grpSpPr>
        <p:sp>
          <p:nvSpPr>
            <p:cNvPr id="50" name="Rectangle"/>
            <p:cNvSpPr/>
            <p:nvPr/>
          </p:nvSpPr>
          <p:spPr>
            <a:xfrm>
              <a:off x="-1" y="0"/>
              <a:ext cx="710311" cy="1142995"/>
            </a:xfrm>
            <a:prstGeom prst="rect">
              <a:avLst/>
            </a:prstGeom>
            <a:solidFill>
              <a:srgbClr val="F73679"/>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1"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#F73678</a:t>
              </a:r>
            </a:p>
          </p:txBody>
        </p:sp>
      </p:grpSp>
      <p:grpSp>
        <p:nvGrpSpPr>
          <p:cNvPr id="55" name="Rectangle 130"/>
          <p:cNvGrpSpPr/>
          <p:nvPr/>
        </p:nvGrpSpPr>
        <p:grpSpPr>
          <a:xfrm>
            <a:off x="13706756" y="1142977"/>
            <a:ext cx="710311" cy="1142997"/>
            <a:chOff x="0" y="-1"/>
            <a:chExt cx="710309" cy="1142995"/>
          </a:xfrm>
        </p:grpSpPr>
        <p:sp>
          <p:nvSpPr>
            <p:cNvPr id="53" name="Rectangle"/>
            <p:cNvSpPr/>
            <p:nvPr/>
          </p:nvSpPr>
          <p:spPr>
            <a:xfrm>
              <a:off x="-1" y="-2"/>
              <a:ext cx="710311" cy="1142997"/>
            </a:xfrm>
            <a:prstGeom prst="rect">
              <a:avLst/>
            </a:prstGeom>
            <a:solidFill>
              <a:srgbClr val="FF7DED"/>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4" name="A…"/>
            <p:cNvSpPr txBox="1"/>
            <p:nvPr/>
          </p:nvSpPr>
          <p:spPr>
            <a:xfrm>
              <a:off x="45721" y="746751"/>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Pink 3</a:t>
              </a:r>
              <a:br/>
              <a:r>
                <a:t>#FF7DED</a:t>
              </a:r>
            </a:p>
          </p:txBody>
        </p:sp>
      </p:grpSp>
      <p:grpSp>
        <p:nvGrpSpPr>
          <p:cNvPr id="58" name="Rectangle 131"/>
          <p:cNvGrpSpPr/>
          <p:nvPr/>
        </p:nvGrpSpPr>
        <p:grpSpPr>
          <a:xfrm>
            <a:off x="13706754" y="3427836"/>
            <a:ext cx="710311" cy="1142996"/>
            <a:chOff x="0" y="0"/>
            <a:chExt cx="710309" cy="1142994"/>
          </a:xfrm>
        </p:grpSpPr>
        <p:sp>
          <p:nvSpPr>
            <p:cNvPr id="56" name="Rectangle"/>
            <p:cNvSpPr/>
            <p:nvPr/>
          </p:nvSpPr>
          <p:spPr>
            <a:xfrm>
              <a:off x="-1" y="0"/>
              <a:ext cx="710311" cy="1142995"/>
            </a:xfrm>
            <a:prstGeom prst="rect">
              <a:avLst/>
            </a:prstGeom>
            <a:solidFill>
              <a:srgbClr val="FFABA8"/>
            </a:solidFill>
            <a:ln w="12700" cap="flat">
              <a:noFill/>
              <a:miter lim="400000"/>
            </a:ln>
            <a:effectLst/>
          </p:spPr>
          <p:txBody>
            <a:bodyPr wrap="square" lIns="45718" tIns="45718" rIns="45718" bIns="45718" numCol="1" anchor="b">
              <a:noAutofit/>
            </a:bodyPr>
            <a:lstStyle/>
            <a:p>
              <a:pPr>
                <a:defRPr>
                  <a:solidFill>
                    <a:srgbClr val="FFFFFF"/>
                  </a:solidFill>
                </a:defRPr>
              </a:pPr>
            </a:p>
          </p:txBody>
        </p:sp>
        <p:sp>
          <p:nvSpPr>
            <p:cNvPr id="57" name="A…"/>
            <p:cNvSpPr txBox="1"/>
            <p:nvPr/>
          </p:nvSpPr>
          <p:spPr>
            <a:xfrm>
              <a:off x="45721" y="746750"/>
              <a:ext cx="618866" cy="396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b">
              <a:spAutoFit/>
            </a:bodyPr>
            <a:lstStyle/>
            <a:p>
              <a:pPr>
                <a:defRPr b="1" sz="1000"/>
              </a:pPr>
              <a:r>
                <a:t>A</a:t>
              </a:r>
              <a:endParaRPr sz="500"/>
            </a:p>
            <a:p>
              <a:pPr>
                <a:defRPr sz="500"/>
              </a:pPr>
              <a:r>
                <a:t>Orange 1</a:t>
              </a:r>
              <a:br/>
              <a:r>
                <a:t>#FFABA8</a:t>
              </a:r>
            </a:p>
          </p:txBody>
        </p:sp>
      </p:grpSp>
      <p:pic>
        <p:nvPicPr>
          <p:cNvPr id="59" name="Picture 15" descr="Picture 15"/>
          <p:cNvPicPr>
            <a:picLocks noChangeAspect="1"/>
          </p:cNvPicPr>
          <p:nvPr/>
        </p:nvPicPr>
        <p:blipFill>
          <a:blip r:embed="rId2">
            <a:extLst/>
          </a:blip>
          <a:stretch>
            <a:fillRect/>
          </a:stretch>
        </p:blipFill>
        <p:spPr>
          <a:xfrm>
            <a:off x="0" y="0"/>
            <a:ext cx="1574800" cy="6858000"/>
          </a:xfrm>
          <a:prstGeom prst="rect">
            <a:avLst/>
          </a:prstGeom>
          <a:ln w="12700">
            <a:miter lim="400000"/>
          </a:ln>
        </p:spPr>
      </p:pic>
      <p:sp>
        <p:nvSpPr>
          <p:cNvPr id="60" name="Rectangle 35"/>
          <p:cNvSpPr/>
          <p:nvPr/>
        </p:nvSpPr>
        <p:spPr>
          <a:xfrm rot="5400000">
            <a:off x="6863525" y="-492267"/>
            <a:ext cx="36580" cy="10614026"/>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1" name="Rectangle 38"/>
          <p:cNvSpPr/>
          <p:nvPr/>
        </p:nvSpPr>
        <p:spPr>
          <a:xfrm rot="5400000">
            <a:off x="6863525" y="539756"/>
            <a:ext cx="36580" cy="10614029"/>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2" name="Rectangle 40"/>
          <p:cNvSpPr/>
          <p:nvPr/>
        </p:nvSpPr>
        <p:spPr>
          <a:xfrm>
            <a:off x="5093680" y="4796456"/>
            <a:ext cx="36580" cy="2061544"/>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3" name="Rectangle 41"/>
          <p:cNvSpPr/>
          <p:nvPr/>
        </p:nvSpPr>
        <p:spPr>
          <a:xfrm>
            <a:off x="8641250" y="4796456"/>
            <a:ext cx="36580" cy="2061544"/>
          </a:xfrm>
          <a:prstGeom prst="rect">
            <a:avLst/>
          </a:prstGeom>
          <a:solidFill>
            <a:schemeClr val="accent1"/>
          </a:solidFill>
          <a:ln w="12700">
            <a:miter lim="400000"/>
          </a:ln>
        </p:spPr>
        <p:txBody>
          <a:bodyPr lIns="45718" tIns="45718" rIns="45718" bIns="45718" anchor="ctr"/>
          <a:lstStyle/>
          <a:p>
            <a:pPr algn="ctr">
              <a:defRPr>
                <a:solidFill>
                  <a:srgbClr val="FFFFFF"/>
                </a:solidFill>
              </a:defRPr>
            </a:pPr>
          </a:p>
        </p:txBody>
      </p:sp>
      <p:sp>
        <p:nvSpPr>
          <p:cNvPr id="64" name="Body Level One…"/>
          <p:cNvSpPr txBox="1"/>
          <p:nvPr>
            <p:ph type="body" idx="1" hasCustomPrompt="1"/>
          </p:nvPr>
        </p:nvSpPr>
        <p:spPr>
          <a:xfrm>
            <a:off x="1762617" y="190500"/>
            <a:ext cx="10238389" cy="439921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Presentation title</a:t>
            </a:r>
          </a:p>
          <a:p>
            <a:pPr lvl="1"/>
            <a:r>
              <a:t/>
            </a:r>
          </a:p>
          <a:p>
            <a:pPr lvl="2"/>
            <a:r>
              <a:t/>
            </a:r>
          </a:p>
          <a:p>
            <a:pPr lvl="3"/>
            <a:r>
              <a:t/>
            </a:r>
          </a:p>
          <a:p>
            <a:pPr lvl="4"/>
            <a:r>
              <a:t/>
            </a:r>
          </a:p>
        </p:txBody>
      </p:sp>
      <p:sp>
        <p:nvSpPr>
          <p:cNvPr id="65" name="Title Text"/>
          <p:cNvSpPr txBox="1"/>
          <p:nvPr>
            <p:ph type="title"/>
          </p:nvPr>
        </p:nvSpPr>
        <p:spPr>
          <a:xfrm>
            <a:off x="913447" y="2130425"/>
            <a:ext cx="10352406" cy="147002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66" name="Slide Number"/>
          <p:cNvSpPr txBox="1"/>
          <p:nvPr>
            <p:ph type="sldNum" sz="quarter" idx="2"/>
          </p:nvPr>
        </p:nvSpPr>
        <p:spPr>
          <a:xfrm>
            <a:off x="8454848" y="6221732"/>
            <a:ext cx="273652" cy="269237"/>
          </a:xfrm>
          <a:prstGeom prst="rect">
            <a:avLst/>
          </a:prstGeom>
          <a:ln w="12700">
            <a:miter lim="400000"/>
          </a:ln>
        </p:spPr>
        <p:txBody>
          <a:bodyPr wrap="none" lIns="45718" tIns="45718" rIns="45718" bIns="45718" anchor="ctr">
            <a:spAutoFit/>
          </a:bodyPr>
          <a:lstStyle>
            <a:lvl1pPr algn="r">
              <a:defRPr sz="1200">
                <a:solidFill>
                  <a:srgbClr val="FFFFFF"/>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 id="2147483720" r:id="rId74"/>
    <p:sldLayoutId id="2147483721" r:id="rId75"/>
    <p:sldLayoutId id="2147483722" r:id="rId76"/>
    <p:sldLayoutId id="2147483723" r:id="rId77"/>
    <p:sldLayoutId id="2147483724" r:id="rId78"/>
    <p:sldLayoutId id="2147483725" r:id="rId79"/>
    <p:sldLayoutId id="2147483726" r:id="rId80"/>
    <p:sldLayoutId id="2147483727" r:id="rId81"/>
    <p:sldLayoutId id="2147483728" r:id="rId82"/>
    <p:sldLayoutId id="2147483729" r:id="rId83"/>
    <p:sldLayoutId id="2147483730" r:id="rId84"/>
    <p:sldLayoutId id="2147483731" r:id="rId85"/>
    <p:sldLayoutId id="2147483732" r:id="rId86"/>
    <p:sldLayoutId id="2147483733" r:id="rId87"/>
    <p:sldLayoutId id="2147483734" r:id="rId88"/>
    <p:sldLayoutId id="2147483735" r:id="rId89"/>
    <p:sldLayoutId id="2147483736" r:id="rId90"/>
    <p:sldLayoutId id="2147483737" r:id="rId91"/>
    <p:sldLayoutId id="2147483738" r:id="rId92"/>
    <p:sldLayoutId id="2147483739" r:id="rId93"/>
    <p:sldLayoutId id="2147483740" r:id="rId94"/>
    <p:sldLayoutId id="2147483741" r:id="rId95"/>
    <p:sldLayoutId id="2147483742" r:id="rId96"/>
    <p:sldLayoutId id="2147483743" r:id="rId97"/>
    <p:sldLayoutId id="2147483744" r:id="rId98"/>
    <p:sldLayoutId id="2147483745" r:id="rId99"/>
    <p:sldLayoutId id="2147483746" r:id="rId100"/>
    <p:sldLayoutId id="2147483747" r:id="rId101"/>
    <p:sldLayoutId id="2147483748" r:id="rId102"/>
    <p:sldLayoutId id="2147483749" r:id="rId103"/>
    <p:sldLayoutId id="2147483750" r:id="rId104"/>
    <p:sldLayoutId id="2147483751" r:id="rId105"/>
    <p:sldLayoutId id="2147483752" r:id="rId106"/>
    <p:sldLayoutId id="2147483753" r:id="rId107"/>
    <p:sldLayoutId id="2147483754" r:id="rId108"/>
    <p:sldLayoutId id="2147483755" r:id="rId109"/>
    <p:sldLayoutId id="2147483756" r:id="rId110"/>
    <p:sldLayoutId id="2147483757" r:id="rId111"/>
    <p:sldLayoutId id="2147483758" r:id="rId112"/>
    <p:sldLayoutId id="2147483759" r:id="rId113"/>
    <p:sldLayoutId id="2147483760" r:id="rId114"/>
    <p:sldLayoutId id="2147483761" r:id="rId115"/>
    <p:sldLayoutId id="2147483762" r:id="rId116"/>
    <p:sldLayoutId id="2147483763" r:id="rId117"/>
    <p:sldLayoutId id="2147483764" r:id="rId118"/>
    <p:sldLayoutId id="2147483765" r:id="rId119"/>
    <p:sldLayoutId id="2147483766" r:id="rId120"/>
  </p:sldLayoutIdLst>
  <p:transition xmlns:p14="http://schemas.microsoft.com/office/powerpoint/2010/main" spd="med" advClick="1"/>
  <p:txStyles>
    <p:titleStyle>
      <a:lvl1pPr marL="0" marR="0" indent="0" algn="l" defTabSz="914034" rtl="0" latinLnBrk="0">
        <a:lnSpc>
          <a:spcPct val="90000"/>
        </a:lnSpc>
        <a:spcBef>
          <a:spcPts val="0"/>
        </a:spcBef>
        <a:spcAft>
          <a:spcPts val="0"/>
        </a:spcAft>
        <a:buClrTx/>
        <a:buSzTx/>
        <a:buFontTx/>
        <a:buNone/>
        <a:tabLst/>
        <a:defRPr b="1" baseline="0" cap="none" i="0" spc="0" strike="noStrike" sz="3500" u="none">
          <a:solidFill>
            <a:srgbClr val="FFFFFF"/>
          </a:solidFill>
          <a:uFillTx/>
          <a:latin typeface="Mona-Sans"/>
          <a:ea typeface="Mona-Sans"/>
          <a:cs typeface="Mona-Sans"/>
          <a:sym typeface="Mona-Sans"/>
        </a:defRPr>
      </a:lvl1pPr>
      <a:lvl2pPr marL="0" marR="0" indent="0" algn="l" defTabSz="914034" rtl="0" latinLnBrk="0">
        <a:lnSpc>
          <a:spcPct val="90000"/>
        </a:lnSpc>
        <a:spcBef>
          <a:spcPts val="0"/>
        </a:spcBef>
        <a:spcAft>
          <a:spcPts val="0"/>
        </a:spcAft>
        <a:buClrTx/>
        <a:buSzTx/>
        <a:buFontTx/>
        <a:buNone/>
        <a:tabLst/>
        <a:defRPr b="1" baseline="0" cap="none" i="0" spc="0" strike="noStrike" sz="3500" u="none">
          <a:solidFill>
            <a:srgbClr val="FFFFFF"/>
          </a:solidFill>
          <a:uFillTx/>
          <a:latin typeface="Mona-Sans"/>
          <a:ea typeface="Mona-Sans"/>
          <a:cs typeface="Mona-Sans"/>
          <a:sym typeface="Mona-Sans"/>
        </a:defRPr>
      </a:lvl2pPr>
      <a:lvl3pPr marL="0" marR="0" indent="0" algn="l" defTabSz="914034" rtl="0" latinLnBrk="0">
        <a:lnSpc>
          <a:spcPct val="90000"/>
        </a:lnSpc>
        <a:spcBef>
          <a:spcPts val="0"/>
        </a:spcBef>
        <a:spcAft>
          <a:spcPts val="0"/>
        </a:spcAft>
        <a:buClrTx/>
        <a:buSzTx/>
        <a:buFontTx/>
        <a:buNone/>
        <a:tabLst/>
        <a:defRPr b="1" baseline="0" cap="none" i="0" spc="0" strike="noStrike" sz="3500" u="none">
          <a:solidFill>
            <a:srgbClr val="FFFFFF"/>
          </a:solidFill>
          <a:uFillTx/>
          <a:latin typeface="Mona-Sans"/>
          <a:ea typeface="Mona-Sans"/>
          <a:cs typeface="Mona-Sans"/>
          <a:sym typeface="Mona-Sans"/>
        </a:defRPr>
      </a:lvl3pPr>
      <a:lvl4pPr marL="0" marR="0" indent="0" algn="l" defTabSz="914034" rtl="0" latinLnBrk="0">
        <a:lnSpc>
          <a:spcPct val="90000"/>
        </a:lnSpc>
        <a:spcBef>
          <a:spcPts val="0"/>
        </a:spcBef>
        <a:spcAft>
          <a:spcPts val="0"/>
        </a:spcAft>
        <a:buClrTx/>
        <a:buSzTx/>
        <a:buFontTx/>
        <a:buNone/>
        <a:tabLst/>
        <a:defRPr b="1" baseline="0" cap="none" i="0" spc="0" strike="noStrike" sz="3500" u="none">
          <a:solidFill>
            <a:srgbClr val="FFFFFF"/>
          </a:solidFill>
          <a:uFillTx/>
          <a:latin typeface="Mona-Sans"/>
          <a:ea typeface="Mona-Sans"/>
          <a:cs typeface="Mona-Sans"/>
          <a:sym typeface="Mona-Sans"/>
        </a:defRPr>
      </a:lvl4pPr>
      <a:lvl5pPr marL="0" marR="0" indent="0" algn="l" defTabSz="914034" rtl="0" latinLnBrk="0">
        <a:lnSpc>
          <a:spcPct val="90000"/>
        </a:lnSpc>
        <a:spcBef>
          <a:spcPts val="0"/>
        </a:spcBef>
        <a:spcAft>
          <a:spcPts val="0"/>
        </a:spcAft>
        <a:buClrTx/>
        <a:buSzTx/>
        <a:buFontTx/>
        <a:buNone/>
        <a:tabLst/>
        <a:defRPr b="1" baseline="0" cap="none" i="0" spc="0" strike="noStrike" sz="3500" u="none">
          <a:solidFill>
            <a:srgbClr val="FFFFFF"/>
          </a:solidFill>
          <a:uFillTx/>
          <a:latin typeface="Mona-Sans"/>
          <a:ea typeface="Mona-Sans"/>
          <a:cs typeface="Mona-Sans"/>
          <a:sym typeface="Mona-Sans"/>
        </a:defRPr>
      </a:lvl5pPr>
      <a:lvl6pPr marL="0" marR="0" indent="0" algn="l" defTabSz="914034" rtl="0" latinLnBrk="0">
        <a:lnSpc>
          <a:spcPct val="90000"/>
        </a:lnSpc>
        <a:spcBef>
          <a:spcPts val="0"/>
        </a:spcBef>
        <a:spcAft>
          <a:spcPts val="0"/>
        </a:spcAft>
        <a:buClrTx/>
        <a:buSzTx/>
        <a:buFontTx/>
        <a:buNone/>
        <a:tabLst/>
        <a:defRPr b="1" baseline="0" cap="none" i="0" spc="0" strike="noStrike" sz="3500" u="none">
          <a:solidFill>
            <a:srgbClr val="FFFFFF"/>
          </a:solidFill>
          <a:uFillTx/>
          <a:latin typeface="Mona-Sans"/>
          <a:ea typeface="Mona-Sans"/>
          <a:cs typeface="Mona-Sans"/>
          <a:sym typeface="Mona-Sans"/>
        </a:defRPr>
      </a:lvl6pPr>
      <a:lvl7pPr marL="0" marR="0" indent="0" algn="l" defTabSz="914034" rtl="0" latinLnBrk="0">
        <a:lnSpc>
          <a:spcPct val="90000"/>
        </a:lnSpc>
        <a:spcBef>
          <a:spcPts val="0"/>
        </a:spcBef>
        <a:spcAft>
          <a:spcPts val="0"/>
        </a:spcAft>
        <a:buClrTx/>
        <a:buSzTx/>
        <a:buFontTx/>
        <a:buNone/>
        <a:tabLst/>
        <a:defRPr b="1" baseline="0" cap="none" i="0" spc="0" strike="noStrike" sz="3500" u="none">
          <a:solidFill>
            <a:srgbClr val="FFFFFF"/>
          </a:solidFill>
          <a:uFillTx/>
          <a:latin typeface="Mona-Sans"/>
          <a:ea typeface="Mona-Sans"/>
          <a:cs typeface="Mona-Sans"/>
          <a:sym typeface="Mona-Sans"/>
        </a:defRPr>
      </a:lvl7pPr>
      <a:lvl8pPr marL="0" marR="0" indent="0" algn="l" defTabSz="914034" rtl="0" latinLnBrk="0">
        <a:lnSpc>
          <a:spcPct val="90000"/>
        </a:lnSpc>
        <a:spcBef>
          <a:spcPts val="0"/>
        </a:spcBef>
        <a:spcAft>
          <a:spcPts val="0"/>
        </a:spcAft>
        <a:buClrTx/>
        <a:buSzTx/>
        <a:buFontTx/>
        <a:buNone/>
        <a:tabLst/>
        <a:defRPr b="1" baseline="0" cap="none" i="0" spc="0" strike="noStrike" sz="3500" u="none">
          <a:solidFill>
            <a:srgbClr val="FFFFFF"/>
          </a:solidFill>
          <a:uFillTx/>
          <a:latin typeface="Mona-Sans"/>
          <a:ea typeface="Mona-Sans"/>
          <a:cs typeface="Mona-Sans"/>
          <a:sym typeface="Mona-Sans"/>
        </a:defRPr>
      </a:lvl8pPr>
      <a:lvl9pPr marL="0" marR="0" indent="0" algn="l" defTabSz="914034" rtl="0" latinLnBrk="0">
        <a:lnSpc>
          <a:spcPct val="90000"/>
        </a:lnSpc>
        <a:spcBef>
          <a:spcPts val="0"/>
        </a:spcBef>
        <a:spcAft>
          <a:spcPts val="0"/>
        </a:spcAft>
        <a:buClrTx/>
        <a:buSzTx/>
        <a:buFontTx/>
        <a:buNone/>
        <a:tabLst/>
        <a:defRPr b="1" baseline="0" cap="none" i="0" spc="0" strike="noStrike" sz="3500" u="none">
          <a:solidFill>
            <a:srgbClr val="FFFFFF"/>
          </a:solidFill>
          <a:uFillTx/>
          <a:latin typeface="Mona-Sans"/>
          <a:ea typeface="Mona-Sans"/>
          <a:cs typeface="Mona-Sans"/>
          <a:sym typeface="Mona-Sans"/>
        </a:defRPr>
      </a:lvl9pPr>
    </p:titleStyle>
    <p:bodyStyle>
      <a:lvl1pPr marL="0" marR="0" indent="0" algn="l" defTabSz="914034" rtl="0" latinLnBrk="0">
        <a:lnSpc>
          <a:spcPct val="90000"/>
        </a:lnSpc>
        <a:spcBef>
          <a:spcPts val="1000"/>
        </a:spcBef>
        <a:spcAft>
          <a:spcPts val="0"/>
        </a:spcAft>
        <a:buClrTx/>
        <a:buSzTx/>
        <a:buFontTx/>
        <a:buNone/>
        <a:tabLst/>
        <a:defRPr b="0" baseline="0" cap="none" i="0" spc="0" strike="noStrike" sz="7200" u="none">
          <a:solidFill>
            <a:srgbClr val="FFFFFF"/>
          </a:solidFill>
          <a:uFillTx/>
          <a:latin typeface="Mona Sans Display"/>
          <a:ea typeface="Mona Sans Display"/>
          <a:cs typeface="Mona Sans Display"/>
          <a:sym typeface="Mona Sans Display"/>
        </a:defRPr>
      </a:lvl1pPr>
      <a:lvl2pPr marL="0" marR="0" indent="0" algn="l" defTabSz="914034" rtl="0" latinLnBrk="0">
        <a:lnSpc>
          <a:spcPct val="90000"/>
        </a:lnSpc>
        <a:spcBef>
          <a:spcPts val="1000"/>
        </a:spcBef>
        <a:spcAft>
          <a:spcPts val="0"/>
        </a:spcAft>
        <a:buClrTx/>
        <a:buSzTx/>
        <a:buFontTx/>
        <a:buNone/>
        <a:tabLst/>
        <a:defRPr b="0" baseline="0" cap="none" i="0" spc="0" strike="noStrike" sz="7200" u="none">
          <a:solidFill>
            <a:srgbClr val="FFFFFF"/>
          </a:solidFill>
          <a:uFillTx/>
          <a:latin typeface="Mona Sans Display"/>
          <a:ea typeface="Mona Sans Display"/>
          <a:cs typeface="Mona Sans Display"/>
          <a:sym typeface="Mona Sans Display"/>
        </a:defRPr>
      </a:lvl2pPr>
      <a:lvl3pPr marL="0" marR="0" indent="0" algn="l" defTabSz="914034" rtl="0" latinLnBrk="0">
        <a:lnSpc>
          <a:spcPct val="90000"/>
        </a:lnSpc>
        <a:spcBef>
          <a:spcPts val="1000"/>
        </a:spcBef>
        <a:spcAft>
          <a:spcPts val="0"/>
        </a:spcAft>
        <a:buClrTx/>
        <a:buSzTx/>
        <a:buFontTx/>
        <a:buNone/>
        <a:tabLst/>
        <a:defRPr b="0" baseline="0" cap="none" i="0" spc="0" strike="noStrike" sz="7200" u="none">
          <a:solidFill>
            <a:srgbClr val="FFFFFF"/>
          </a:solidFill>
          <a:uFillTx/>
          <a:latin typeface="Mona Sans Display"/>
          <a:ea typeface="Mona Sans Display"/>
          <a:cs typeface="Mona Sans Display"/>
          <a:sym typeface="Mona Sans Display"/>
        </a:defRPr>
      </a:lvl3pPr>
      <a:lvl4pPr marL="0" marR="0" indent="0" algn="l" defTabSz="914034" rtl="0" latinLnBrk="0">
        <a:lnSpc>
          <a:spcPct val="90000"/>
        </a:lnSpc>
        <a:spcBef>
          <a:spcPts val="1000"/>
        </a:spcBef>
        <a:spcAft>
          <a:spcPts val="0"/>
        </a:spcAft>
        <a:buClrTx/>
        <a:buSzTx/>
        <a:buFontTx/>
        <a:buNone/>
        <a:tabLst/>
        <a:defRPr b="0" baseline="0" cap="none" i="0" spc="0" strike="noStrike" sz="7200" u="none">
          <a:solidFill>
            <a:srgbClr val="FFFFFF"/>
          </a:solidFill>
          <a:uFillTx/>
          <a:latin typeface="Mona Sans Display"/>
          <a:ea typeface="Mona Sans Display"/>
          <a:cs typeface="Mona Sans Display"/>
          <a:sym typeface="Mona Sans Display"/>
        </a:defRPr>
      </a:lvl4pPr>
      <a:lvl5pPr marL="0" marR="0" indent="0" algn="l" defTabSz="914034" rtl="0" latinLnBrk="0">
        <a:lnSpc>
          <a:spcPct val="90000"/>
        </a:lnSpc>
        <a:spcBef>
          <a:spcPts val="1000"/>
        </a:spcBef>
        <a:spcAft>
          <a:spcPts val="0"/>
        </a:spcAft>
        <a:buClrTx/>
        <a:buSzTx/>
        <a:buFontTx/>
        <a:buNone/>
        <a:tabLst/>
        <a:defRPr b="0" baseline="0" cap="none" i="0" spc="0" strike="noStrike" sz="7200" u="none">
          <a:solidFill>
            <a:srgbClr val="FFFFFF"/>
          </a:solidFill>
          <a:uFillTx/>
          <a:latin typeface="Mona Sans Display"/>
          <a:ea typeface="Mona Sans Display"/>
          <a:cs typeface="Mona Sans Display"/>
          <a:sym typeface="Mona Sans Display"/>
        </a:defRPr>
      </a:lvl5pPr>
      <a:lvl6pPr marL="3252887" marR="0" indent="-967801" algn="l" defTabSz="914034" rtl="0" latinLnBrk="0">
        <a:lnSpc>
          <a:spcPct val="90000"/>
        </a:lnSpc>
        <a:spcBef>
          <a:spcPts val="1000"/>
        </a:spcBef>
        <a:spcAft>
          <a:spcPts val="0"/>
        </a:spcAft>
        <a:buClrTx/>
        <a:buSzPct val="100000"/>
        <a:buFontTx/>
        <a:buChar char="•"/>
        <a:tabLst/>
        <a:defRPr b="0" baseline="0" cap="none" i="0" spc="0" strike="noStrike" sz="7200" u="none">
          <a:solidFill>
            <a:srgbClr val="FFFFFF"/>
          </a:solidFill>
          <a:uFillTx/>
          <a:latin typeface="Mona Sans Display"/>
          <a:ea typeface="Mona Sans Display"/>
          <a:cs typeface="Mona Sans Display"/>
          <a:sym typeface="Mona Sans Display"/>
        </a:defRPr>
      </a:lvl6pPr>
      <a:lvl7pPr marL="3709904" marR="0" indent="-967801" algn="l" defTabSz="914034" rtl="0" latinLnBrk="0">
        <a:lnSpc>
          <a:spcPct val="90000"/>
        </a:lnSpc>
        <a:spcBef>
          <a:spcPts val="1000"/>
        </a:spcBef>
        <a:spcAft>
          <a:spcPts val="0"/>
        </a:spcAft>
        <a:buClrTx/>
        <a:buSzPct val="100000"/>
        <a:buFontTx/>
        <a:buChar char="•"/>
        <a:tabLst/>
        <a:defRPr b="0" baseline="0" cap="none" i="0" spc="0" strike="noStrike" sz="7200" u="none">
          <a:solidFill>
            <a:srgbClr val="FFFFFF"/>
          </a:solidFill>
          <a:uFillTx/>
          <a:latin typeface="Mona Sans Display"/>
          <a:ea typeface="Mona Sans Display"/>
          <a:cs typeface="Mona Sans Display"/>
          <a:sym typeface="Mona Sans Display"/>
        </a:defRPr>
      </a:lvl7pPr>
      <a:lvl8pPr marL="4166920" marR="0" indent="-967801" algn="l" defTabSz="914034" rtl="0" latinLnBrk="0">
        <a:lnSpc>
          <a:spcPct val="90000"/>
        </a:lnSpc>
        <a:spcBef>
          <a:spcPts val="1000"/>
        </a:spcBef>
        <a:spcAft>
          <a:spcPts val="0"/>
        </a:spcAft>
        <a:buClrTx/>
        <a:buSzPct val="100000"/>
        <a:buFontTx/>
        <a:buChar char="•"/>
        <a:tabLst/>
        <a:defRPr b="0" baseline="0" cap="none" i="0" spc="0" strike="noStrike" sz="7200" u="none">
          <a:solidFill>
            <a:srgbClr val="FFFFFF"/>
          </a:solidFill>
          <a:uFillTx/>
          <a:latin typeface="Mona Sans Display"/>
          <a:ea typeface="Mona Sans Display"/>
          <a:cs typeface="Mona Sans Display"/>
          <a:sym typeface="Mona Sans Display"/>
        </a:defRPr>
      </a:lvl8pPr>
      <a:lvl9pPr marL="4623939" marR="0" indent="-967801" algn="l" defTabSz="914034" rtl="0" latinLnBrk="0">
        <a:lnSpc>
          <a:spcPct val="90000"/>
        </a:lnSpc>
        <a:spcBef>
          <a:spcPts val="1000"/>
        </a:spcBef>
        <a:spcAft>
          <a:spcPts val="0"/>
        </a:spcAft>
        <a:buClrTx/>
        <a:buSzPct val="100000"/>
        <a:buFontTx/>
        <a:buChar char="•"/>
        <a:tabLst/>
        <a:defRPr b="0" baseline="0" cap="none" i="0" spc="0" strike="noStrike" sz="7200" u="none">
          <a:solidFill>
            <a:srgbClr val="FFFFFF"/>
          </a:solidFill>
          <a:uFillTx/>
          <a:latin typeface="Mona Sans Display"/>
          <a:ea typeface="Mona Sans Display"/>
          <a:cs typeface="Mona Sans Display"/>
          <a:sym typeface="Mona Sans Display"/>
        </a:defRPr>
      </a:lvl9pPr>
    </p:bodyStyle>
    <p:otherStyle>
      <a:lvl1pPr marL="0" marR="0" indent="0" algn="r" defTabSz="914078"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ona Sans"/>
        </a:defRPr>
      </a:lvl1pPr>
      <a:lvl2pPr marL="0" marR="0" indent="0" algn="r" defTabSz="914078"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ona Sans"/>
        </a:defRPr>
      </a:lvl2pPr>
      <a:lvl3pPr marL="0" marR="0" indent="0" algn="r" defTabSz="914078"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ona Sans"/>
        </a:defRPr>
      </a:lvl3pPr>
      <a:lvl4pPr marL="0" marR="0" indent="0" algn="r" defTabSz="914078"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ona Sans"/>
        </a:defRPr>
      </a:lvl4pPr>
      <a:lvl5pPr marL="0" marR="0" indent="0" algn="r" defTabSz="914078"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ona Sans"/>
        </a:defRPr>
      </a:lvl5pPr>
      <a:lvl6pPr marL="0" marR="0" indent="0" algn="r" defTabSz="914078"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ona Sans"/>
        </a:defRPr>
      </a:lvl6pPr>
      <a:lvl7pPr marL="0" marR="0" indent="0" algn="r" defTabSz="914078"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ona Sans"/>
        </a:defRPr>
      </a:lvl7pPr>
      <a:lvl8pPr marL="0" marR="0" indent="0" algn="r" defTabSz="914078"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ona Sans"/>
        </a:defRPr>
      </a:lvl8pPr>
      <a:lvl9pPr marL="0" marR="0" indent="0" algn="r" defTabSz="914078"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ona San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3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video" Target="../media/media1.mp4"/><Relationship Id="rId3" Type="http://schemas.microsoft.com/office/2007/relationships/media" Target="../media/media1.mp4"/><Relationship Id="rId4" Type="http://schemas.openxmlformats.org/officeDocument/2006/relationships/image" Target="../media/image3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35.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13" name="Agentic SDLC with Context Graph and API Simulations"/>
          <p:cNvSpPr txBox="1"/>
          <p:nvPr>
            <p:ph type="body" idx="1"/>
          </p:nvPr>
        </p:nvSpPr>
        <p:spPr>
          <a:xfrm>
            <a:off x="1762619" y="190497"/>
            <a:ext cx="10238386" cy="5474160"/>
          </a:xfrm>
          <a:prstGeom prst="rect">
            <a:avLst/>
          </a:prstGeom>
        </p:spPr>
        <p:txBody>
          <a:bodyPr/>
          <a:lstStyle>
            <a:lvl1pPr>
              <a:lnSpc>
                <a:spcPct val="80000"/>
              </a:lnSpc>
              <a:spcBef>
                <a:spcPts val="0"/>
              </a:spcBef>
              <a:defRPr spc="-200" sz="6000"/>
            </a:lvl1pPr>
          </a:lstStyle>
          <a:p>
            <a:pPr/>
            <a:r>
              <a:t>Agentic SDLC with Context Graph and API Simulations</a:t>
            </a:r>
          </a:p>
        </p:txBody>
      </p:sp>
      <p:sp>
        <p:nvSpPr>
          <p:cNvPr id="8714" name="Text Placeholder 23"/>
          <p:cNvSpPr/>
          <p:nvPr>
            <p:ph type="body" idx="21"/>
          </p:nvPr>
        </p:nvSpPr>
        <p:spPr>
          <a:xfrm>
            <a:off x="2729698" y="5957091"/>
            <a:ext cx="9270215" cy="223034"/>
          </a:xfrm>
          <a:prstGeom prst="rect">
            <a:avLst/>
          </a:prstGeom>
          <a:extLst>
            <a:ext uri="{C572A759-6A51-4108-AA02-DFA0A04FC94B}">
              <ma14:wrappingTextBoxFlag xmlns:ma14="http://schemas.microsoft.com/office/mac/drawingml/2011/main" val="1"/>
            </a:ext>
          </a:extLst>
        </p:spPr>
        <p:txBody>
          <a:bodyPr/>
          <a:lstStyle>
            <a:lvl1pPr defTabSz="330787">
              <a:spcBef>
                <a:spcPts val="300"/>
              </a:spcBef>
              <a:defRPr sz="1500"/>
            </a:lvl1pPr>
          </a:lstStyle>
          <a:p>
            <a:pPr/>
            <a:r>
              <a:t>Talia Kohan</a:t>
            </a:r>
          </a:p>
        </p:txBody>
      </p:sp>
      <p:sp>
        <p:nvSpPr>
          <p:cNvPr id="8715" name="Text Placeholder 23"/>
          <p:cNvSpPr/>
          <p:nvPr>
            <p:ph type="body" idx="22"/>
          </p:nvPr>
        </p:nvSpPr>
        <p:spPr>
          <a:xfrm>
            <a:off x="2729698" y="6245193"/>
            <a:ext cx="9270215" cy="223034"/>
          </a:xfrm>
          <a:prstGeom prst="rect">
            <a:avLst/>
          </a:prstGeom>
          <a:extLst>
            <a:ext uri="{C572A759-6A51-4108-AA02-DFA0A04FC94B}">
              <ma14:wrappingTextBoxFlag xmlns:ma14="http://schemas.microsoft.com/office/mac/drawingml/2011/main" val="1"/>
            </a:ext>
          </a:extLst>
        </p:spPr>
        <p:txBody>
          <a:bodyPr/>
          <a:lstStyle>
            <a:lvl1pPr defTabSz="330787">
              <a:spcBef>
                <a:spcPts val="300"/>
              </a:spcBef>
              <a:defRPr sz="1500"/>
            </a:lvl1pPr>
          </a:lstStyle>
          <a:p>
            <a:pPr/>
            <a:r>
              <a:t>Staff Developer Advocate</a:t>
            </a:r>
          </a:p>
        </p:txBody>
      </p:sp>
      <p:sp>
        <p:nvSpPr>
          <p:cNvPr id="8716" name="Text Placeholder 23"/>
          <p:cNvSpPr/>
          <p:nvPr>
            <p:ph type="body" idx="23"/>
          </p:nvPr>
        </p:nvSpPr>
        <p:spPr>
          <a:xfrm>
            <a:off x="2729698" y="6472561"/>
            <a:ext cx="9270215" cy="223034"/>
          </a:xfrm>
          <a:prstGeom prst="rect">
            <a:avLst/>
          </a:prstGeom>
          <a:extLst>
            <a:ext uri="{C572A759-6A51-4108-AA02-DFA0A04FC94B}">
              <ma14:wrappingTextBoxFlag xmlns:ma14="http://schemas.microsoft.com/office/mac/drawingml/2011/main" val="1"/>
            </a:ext>
          </a:extLst>
        </p:spPr>
        <p:txBody>
          <a:bodyPr/>
          <a:lstStyle>
            <a:lvl1pPr defTabSz="330787">
              <a:spcBef>
                <a:spcPts val="300"/>
              </a:spcBef>
              <a:defRPr sz="1500"/>
            </a:lvl1pPr>
          </a:lstStyle>
          <a:p>
            <a:pPr/>
            <a:r>
              <a:t>Postman</a:t>
            </a:r>
          </a:p>
        </p:txBody>
      </p:sp>
      <p:pic>
        <p:nvPicPr>
          <p:cNvPr id="8717" name="Profile_Pic.jpg" descr="Profile_Pic.jpg"/>
          <p:cNvPicPr>
            <a:picLocks noChangeAspect="1"/>
          </p:cNvPicPr>
          <p:nvPr>
            <p:ph type="pic" idx="24"/>
          </p:nvPr>
        </p:nvPicPr>
        <p:blipFill>
          <a:blip r:embed="rId3">
            <a:extLst/>
          </a:blip>
          <a:srcRect l="0" t="0" r="0" b="20423"/>
          <a:stretch>
            <a:fillRect/>
          </a:stretch>
        </p:blipFill>
        <p:spPr>
          <a:xfrm>
            <a:off x="1585952" y="5865057"/>
            <a:ext cx="980110" cy="994557"/>
          </a:xfrm>
          <a:prstGeom prst="rect">
            <a:avLst/>
          </a:prstGeom>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21" name="Text Placeholder 2"/>
          <p:cNvSpPr txBox="1"/>
          <p:nvPr>
            <p:ph type="body" sz="quarter" idx="1"/>
          </p:nvPr>
        </p:nvSpPr>
        <p:spPr>
          <a:xfrm>
            <a:off x="402333" y="398215"/>
            <a:ext cx="11388732" cy="365765"/>
          </a:xfrm>
          <a:prstGeom prst="rect">
            <a:avLst/>
          </a:prstGeom>
        </p:spPr>
        <p:txBody>
          <a:bodyPr anchor="ctr"/>
          <a:lstStyle>
            <a:lvl1pPr>
              <a:defRPr cap="all" sz="1400">
                <a:latin typeface="Mona Sans Mono"/>
                <a:ea typeface="Mona Sans Mono"/>
                <a:cs typeface="Mona Sans Mono"/>
                <a:sym typeface="Mona Sans Mono"/>
              </a:defRPr>
            </a:lvl1pPr>
          </a:lstStyle>
          <a:p>
            <a:pPr/>
            <a:r>
              <a:t>The setup</a:t>
            </a:r>
          </a:p>
        </p:txBody>
      </p:sp>
      <p:sp>
        <p:nvSpPr>
          <p:cNvPr id="8722" name="Text Placeholder 3"/>
          <p:cNvSpPr/>
          <p:nvPr>
            <p:ph type="body" idx="22"/>
          </p:nvPr>
        </p:nvSpPr>
        <p:spPr>
          <a:xfrm>
            <a:off x="402333" y="796386"/>
            <a:ext cx="11388732" cy="914289"/>
          </a:xfrm>
          <a:prstGeom prst="rect">
            <a:avLst/>
          </a:prstGeom>
          <a:extLst>
            <a:ext uri="{C572A759-6A51-4108-AA02-DFA0A04FC94B}">
              <ma14:wrappingTextBoxFlag xmlns:ma14="http://schemas.microsoft.com/office/mac/drawingml/2011/main" val="1"/>
            </a:ext>
          </a:extLst>
        </p:spPr>
        <p:txBody>
          <a:bodyPr/>
          <a:lstStyle>
            <a:lvl1pPr>
              <a:defRPr sz="3600"/>
            </a:lvl1pPr>
          </a:lstStyle>
          <a:p>
            <a:pPr/>
            <a:r>
              <a:t>The Postman plugin</a:t>
            </a:r>
          </a:p>
        </p:txBody>
      </p:sp>
      <p:sp>
        <p:nvSpPr>
          <p:cNvPr id="8723" name="Text Placeholder 4"/>
          <p:cNvSpPr/>
          <p:nvPr>
            <p:ph type="body" idx="23"/>
          </p:nvPr>
        </p:nvSpPr>
        <p:spPr>
          <a:xfrm>
            <a:off x="419591" y="6595277"/>
            <a:ext cx="10901459" cy="123115"/>
          </a:xfrm>
          <a:prstGeom prst="rect">
            <a:avLst/>
          </a:prstGeom>
          <a:extLst>
            <a:ext uri="{C572A759-6A51-4108-AA02-DFA0A04FC94B}">
              <ma14:wrappingTextBoxFlag xmlns:ma14="http://schemas.microsoft.com/office/mac/drawingml/2011/main" val="1"/>
            </a:ext>
          </a:extLst>
        </p:spPr>
        <p:txBody>
          <a:bodyPr/>
          <a:lstStyle/>
          <a:p>
            <a:pPr/>
            <a:r>
              <a:t>Agentic SDLC with Context Graph and API Simulations</a:t>
            </a:r>
          </a:p>
        </p:txBody>
      </p:sp>
      <p:sp>
        <p:nvSpPr>
          <p:cNvPr id="8724" name="Title 1"/>
          <p:cNvSpPr txBox="1"/>
          <p:nvPr>
            <p:ph type="title" idx="4294967295"/>
          </p:nvPr>
        </p:nvSpPr>
        <p:spPr>
          <a:xfrm>
            <a:off x="0" y="-233365"/>
            <a:ext cx="12188825" cy="233365"/>
          </a:xfrm>
          <a:prstGeom prst="rect">
            <a:avLst/>
          </a:prstGeom>
        </p:spPr>
        <p:txBody>
          <a:bodyPr lIns="0" tIns="0" rIns="0" bIns="0" anchor="b">
            <a:normAutofit fontScale="100000" lnSpcReduction="0"/>
          </a:bodyPr>
          <a:lstStyle>
            <a:lvl1pPr defTabSz="868331">
              <a:lnSpc>
                <a:spcPct val="80000"/>
              </a:lnSpc>
              <a:defRPr b="0" sz="1500">
                <a:solidFill>
                  <a:srgbClr val="7C8C9A"/>
                </a:solidFill>
                <a:latin typeface="Mona Sans Display"/>
                <a:ea typeface="Mona Sans Display"/>
                <a:cs typeface="Mona Sans Display"/>
                <a:sym typeface="Mona Sans Display"/>
              </a:defRPr>
            </a:lvl1pPr>
          </a:lstStyle>
          <a:p>
            <a:pPr/>
            <a:r>
              <a:t>The Postman plugin</a:t>
            </a:r>
          </a:p>
        </p:txBody>
      </p:sp>
      <p:grpSp>
        <p:nvGrpSpPr>
          <p:cNvPr id="8727" name="Fast endpoint"/>
          <p:cNvGrpSpPr/>
          <p:nvPr/>
        </p:nvGrpSpPr>
        <p:grpSpPr>
          <a:xfrm>
            <a:off x="365758" y="1920238"/>
            <a:ext cx="2743204" cy="1051566"/>
            <a:chOff x="0" y="0"/>
            <a:chExt cx="2743203" cy="1051564"/>
          </a:xfrm>
        </p:grpSpPr>
        <p:sp>
          <p:nvSpPr>
            <p:cNvPr id="8725" name="Rounded Rectangle"/>
            <p:cNvSpPr/>
            <p:nvPr/>
          </p:nvSpPr>
          <p:spPr>
            <a:xfrm>
              <a:off x="0" y="-1"/>
              <a:ext cx="2743204" cy="1051566"/>
            </a:xfrm>
            <a:prstGeom prst="roundRect">
              <a:avLst>
                <a:gd name="adj" fmla="val 8695"/>
              </a:avLst>
            </a:prstGeom>
            <a:solidFill>
              <a:srgbClr val="12301A"/>
            </a:solidFill>
            <a:ln w="19050" cap="flat">
              <a:solidFill>
                <a:srgbClr val="5FED83"/>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726" name="An agent writes…"/>
            <p:cNvSpPr txBox="1"/>
            <p:nvPr/>
          </p:nvSpPr>
          <p:spPr>
            <a:xfrm>
              <a:off x="72879" y="338329"/>
              <a:ext cx="2597445" cy="3749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500">
                  <a:solidFill>
                    <a:srgbClr val="FFFFFF"/>
                  </a:solidFill>
                </a:defRPr>
              </a:lvl1pPr>
            </a:lstStyle>
            <a:p>
              <a:pPr/>
              <a:r>
                <a:t>Endpoint: fast</a:t>
              </a:r>
            </a:p>
          </p:txBody>
        </p:sp>
      </p:grpSp>
      <p:sp>
        <p:nvSpPr>
          <p:cNvPr id="8728" name="Connector 32"/>
          <p:cNvSpPr/>
          <p:nvPr/>
        </p:nvSpPr>
        <p:spPr>
          <a:xfrm>
            <a:off x="3154677" y="2441448"/>
            <a:ext cx="457204" cy="4"/>
          </a:xfrm>
          <a:prstGeom prst="line">
            <a:avLst/>
          </a:prstGeom>
          <a:ln w="25400">
            <a:solidFill>
              <a:srgbClr val="5FED83"/>
            </a:solidFill>
            <a:tailEnd type="triangle"/>
          </a:ln>
        </p:spPr>
        <p:txBody>
          <a:bodyPr lIns="45718" tIns="45718" rIns="45718" bIns="45718"/>
          <a:lstStyle/>
          <a:p>
            <a:pPr/>
          </a:p>
        </p:txBody>
      </p:sp>
      <p:sp>
        <p:nvSpPr>
          <p:cNvPr id="8729" name="Slower work"/>
          <p:cNvSpPr/>
          <p:nvPr/>
        </p:nvSpPr>
        <p:spPr>
          <a:xfrm>
            <a:off x="3657600" y="1920238"/>
            <a:ext cx="8138160" cy="1051562"/>
          </a:xfrm>
          <a:prstGeom prst="roundRect">
            <a:avLst>
              <a:gd name="adj" fmla="val 8695"/>
            </a:avLst>
          </a:prstGeom>
          <a:solidFill>
            <a:srgbClr val="171D19"/>
          </a:solidFill>
          <a:ln w="12700">
            <a:solidFill>
              <a:srgbClr val="34423A"/>
            </a:solidFill>
          </a:ln>
        </p:spPr>
        <p:txBody>
          <a:bodyPr lIns="45718" tIns="45718" rIns="45718" bIns="45718" anchor="ctr"/>
          <a:lstStyle/>
          <a:p>
            <a:pPr algn="ctr">
              <a:defRPr>
                <a:solidFill>
                  <a:srgbClr val="FFFFFF"/>
                </a:solidFill>
              </a:defRPr>
            </a:pPr>
          </a:p>
        </p:txBody>
      </p:sp>
      <p:sp>
        <p:nvSpPr>
          <p:cNvPr id="8730" name="TextBox 34"/>
          <p:cNvSpPr txBox="1"/>
          <p:nvPr/>
        </p:nvSpPr>
        <p:spPr>
          <a:xfrm>
            <a:off x="3840477" y="2014220"/>
            <a:ext cx="7772405"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B0BAC2"/>
                </a:solidFill>
                <a:latin typeface="Mona Sans Mono"/>
                <a:ea typeface="Mona Sans Mono"/>
                <a:cs typeface="Mona Sans Mono"/>
                <a:sym typeface="Mona Sans Mono"/>
              </a:defRPr>
            </a:lvl1pPr>
          </a:lstStyle>
          <a:p>
            <a:pPr/>
            <a:r>
              <a:t>THE REST TAKES LONGER</a:t>
            </a:r>
          </a:p>
        </p:txBody>
      </p:sp>
      <p:grpSp>
        <p:nvGrpSpPr>
          <p:cNvPr id="8733" name="Rounded Rectangle 35"/>
          <p:cNvGrpSpPr/>
          <p:nvPr/>
        </p:nvGrpSpPr>
        <p:grpSpPr>
          <a:xfrm>
            <a:off x="3840479" y="2377438"/>
            <a:ext cx="1828806" cy="457207"/>
            <a:chOff x="0" y="0"/>
            <a:chExt cx="1828805" cy="457206"/>
          </a:xfrm>
        </p:grpSpPr>
        <p:sp>
          <p:nvSpPr>
            <p:cNvPr id="8731" name="Rounded Rectangle"/>
            <p:cNvSpPr/>
            <p:nvPr/>
          </p:nvSpPr>
          <p:spPr>
            <a:xfrm>
              <a:off x="0" y="-1"/>
              <a:ext cx="1828806" cy="457207"/>
            </a:xfrm>
            <a:prstGeom prst="roundRect">
              <a:avLst>
                <a:gd name="adj" fmla="val 50000"/>
              </a:avLst>
            </a:prstGeom>
            <a:solidFill>
              <a:srgbClr val="1F2822"/>
            </a:solidFill>
            <a:ln w="12700" cap="flat">
              <a:solidFill>
                <a:srgbClr val="34423A"/>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732" name="Understand the contract"/>
            <p:cNvSpPr txBox="1"/>
            <p:nvPr/>
          </p:nvSpPr>
          <p:spPr>
            <a:xfrm>
              <a:off x="128168" y="121413"/>
              <a:ext cx="1572468" cy="2143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8" tIns="18288" rIns="18288" bIns="18288" numCol="1" anchor="ctr">
              <a:spAutoFit/>
            </a:bodyPr>
            <a:lstStyle>
              <a:lvl1pPr algn="ctr">
                <a:defRPr sz="1200">
                  <a:solidFill>
                    <a:srgbClr val="FFFFFF"/>
                  </a:solidFill>
                </a:defRPr>
              </a:lvl1pPr>
            </a:lstStyle>
            <a:p>
              <a:pPr/>
              <a:r>
                <a:t>Contract</a:t>
              </a:r>
            </a:p>
          </p:txBody>
        </p:sp>
      </p:grpSp>
      <p:grpSp>
        <p:nvGrpSpPr>
          <p:cNvPr id="8736" name="Rounded Rectangle 36"/>
          <p:cNvGrpSpPr/>
          <p:nvPr/>
        </p:nvGrpSpPr>
        <p:grpSpPr>
          <a:xfrm>
            <a:off x="5806440" y="2377438"/>
            <a:ext cx="1828806" cy="457207"/>
            <a:chOff x="0" y="0"/>
            <a:chExt cx="1828805" cy="457206"/>
          </a:xfrm>
        </p:grpSpPr>
        <p:sp>
          <p:nvSpPr>
            <p:cNvPr id="8734" name="Rounded Rectangle"/>
            <p:cNvSpPr/>
            <p:nvPr/>
          </p:nvSpPr>
          <p:spPr>
            <a:xfrm>
              <a:off x="0" y="-1"/>
              <a:ext cx="1828806" cy="457207"/>
            </a:xfrm>
            <a:prstGeom prst="roundRect">
              <a:avLst>
                <a:gd name="adj" fmla="val 50000"/>
              </a:avLst>
            </a:prstGeom>
            <a:solidFill>
              <a:srgbClr val="1F2822"/>
            </a:solidFill>
            <a:ln w="12700" cap="flat">
              <a:solidFill>
                <a:srgbClr val="34423A"/>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735" name="Find the dependencies"/>
            <p:cNvSpPr txBox="1"/>
            <p:nvPr/>
          </p:nvSpPr>
          <p:spPr>
            <a:xfrm>
              <a:off x="128168" y="121413"/>
              <a:ext cx="1572468" cy="2143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8" tIns="18288" rIns="18288" bIns="18288" numCol="1" anchor="ctr">
              <a:spAutoFit/>
            </a:bodyPr>
            <a:lstStyle>
              <a:lvl1pPr algn="ctr">
                <a:defRPr sz="1200">
                  <a:solidFill>
                    <a:srgbClr val="FFFFFF"/>
                  </a:solidFill>
                </a:defRPr>
              </a:lvl1pPr>
            </a:lstStyle>
            <a:p>
              <a:pPr/>
              <a:r>
                <a:t>Dependencies</a:t>
              </a:r>
            </a:p>
          </p:txBody>
        </p:sp>
      </p:grpSp>
      <p:grpSp>
        <p:nvGrpSpPr>
          <p:cNvPr id="8739" name="Rounded Rectangle 37"/>
          <p:cNvGrpSpPr/>
          <p:nvPr/>
        </p:nvGrpSpPr>
        <p:grpSpPr>
          <a:xfrm>
            <a:off x="7772400" y="2377438"/>
            <a:ext cx="1828800" cy="457207"/>
            <a:chOff x="0" y="0"/>
            <a:chExt cx="1828800" cy="457206"/>
          </a:xfrm>
        </p:grpSpPr>
        <p:sp>
          <p:nvSpPr>
            <p:cNvPr id="8737" name="Rounded Rectangle"/>
            <p:cNvSpPr/>
            <p:nvPr/>
          </p:nvSpPr>
          <p:spPr>
            <a:xfrm>
              <a:off x="0" y="-1"/>
              <a:ext cx="1828800" cy="457207"/>
            </a:xfrm>
            <a:prstGeom prst="roundRect">
              <a:avLst>
                <a:gd name="adj" fmla="val 50000"/>
              </a:avLst>
            </a:prstGeom>
            <a:solidFill>
              <a:srgbClr val="1F2822"/>
            </a:solidFill>
            <a:ln w="12700" cap="flat">
              <a:solidFill>
                <a:srgbClr val="34423A"/>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738" name="Test the behavior"/>
            <p:cNvSpPr txBox="1"/>
            <p:nvPr/>
          </p:nvSpPr>
          <p:spPr>
            <a:xfrm>
              <a:off x="128166" y="121411"/>
              <a:ext cx="1572465" cy="2143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8" tIns="18288" rIns="18288" bIns="18288" numCol="1" anchor="ctr">
              <a:spAutoFit/>
            </a:bodyPr>
            <a:lstStyle>
              <a:lvl1pPr algn="ctr">
                <a:defRPr sz="1200">
                  <a:solidFill>
                    <a:srgbClr val="FFFFFF"/>
                  </a:solidFill>
                </a:defRPr>
              </a:lvl1pPr>
            </a:lstStyle>
            <a:p>
              <a:pPr/>
              <a:r>
                <a:t>Tests</a:t>
              </a:r>
            </a:p>
          </p:txBody>
        </p:sp>
      </p:grpSp>
      <p:grpSp>
        <p:nvGrpSpPr>
          <p:cNvPr id="8742" name="Rounded Rectangle 38"/>
          <p:cNvGrpSpPr/>
          <p:nvPr/>
        </p:nvGrpSpPr>
        <p:grpSpPr>
          <a:xfrm>
            <a:off x="9738359" y="2377438"/>
            <a:ext cx="1828804" cy="457207"/>
            <a:chOff x="0" y="0"/>
            <a:chExt cx="1828803" cy="457206"/>
          </a:xfrm>
        </p:grpSpPr>
        <p:sp>
          <p:nvSpPr>
            <p:cNvPr id="8740" name="Rounded Rectangle"/>
            <p:cNvSpPr/>
            <p:nvPr/>
          </p:nvSpPr>
          <p:spPr>
            <a:xfrm>
              <a:off x="0" y="-1"/>
              <a:ext cx="1828804" cy="457207"/>
            </a:xfrm>
            <a:prstGeom prst="roundRect">
              <a:avLst>
                <a:gd name="adj" fmla="val 50000"/>
              </a:avLst>
            </a:prstGeom>
            <a:solidFill>
              <a:srgbClr val="1F2822"/>
            </a:solidFill>
            <a:ln w="12700" cap="flat">
              <a:solidFill>
                <a:srgbClr val="34423A"/>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741" name="Leave a usable setup"/>
            <p:cNvSpPr txBox="1"/>
            <p:nvPr/>
          </p:nvSpPr>
          <p:spPr>
            <a:xfrm>
              <a:off x="128168" y="121411"/>
              <a:ext cx="1572467" cy="2143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8" tIns="18288" rIns="18288" bIns="18288" numCol="1" anchor="ctr">
              <a:spAutoFit/>
            </a:bodyPr>
            <a:lstStyle>
              <a:lvl1pPr algn="ctr">
                <a:defRPr sz="1200">
                  <a:solidFill>
                    <a:srgbClr val="FFFFFF"/>
                  </a:solidFill>
                </a:defRPr>
              </a:lvl1pPr>
            </a:lstStyle>
            <a:p>
              <a:pPr/>
              <a:r>
                <a:t>Handoff</a:t>
              </a:r>
            </a:p>
          </p:txBody>
        </p:sp>
      </p:grpSp>
      <p:sp>
        <p:nvSpPr>
          <p:cNvPr id="8743" name="Postman plugin"/>
          <p:cNvSpPr/>
          <p:nvPr/>
        </p:nvSpPr>
        <p:spPr>
          <a:xfrm>
            <a:off x="365758" y="3200400"/>
            <a:ext cx="11430004" cy="1554481"/>
          </a:xfrm>
          <a:prstGeom prst="roundRect">
            <a:avLst>
              <a:gd name="adj" fmla="val 5882"/>
            </a:avLst>
          </a:prstGeom>
          <a:solidFill>
            <a:srgbClr val="171D19"/>
          </a:solidFill>
          <a:ln w="12700">
            <a:solidFill>
              <a:srgbClr val="34423A"/>
            </a:solidFill>
          </a:ln>
        </p:spPr>
        <p:txBody>
          <a:bodyPr lIns="45718" tIns="45718" rIns="45718" bIns="45718" anchor="ctr"/>
          <a:lstStyle/>
          <a:p>
            <a:pPr algn="ctr">
              <a:defRPr>
                <a:solidFill>
                  <a:srgbClr val="FFFFFF"/>
                </a:solidFill>
              </a:defRPr>
            </a:pPr>
          </a:p>
        </p:txBody>
      </p:sp>
      <p:sp>
        <p:nvSpPr>
          <p:cNvPr id="8744" name="TextBox 40"/>
          <p:cNvSpPr txBox="1"/>
          <p:nvPr/>
        </p:nvSpPr>
        <p:spPr>
          <a:xfrm>
            <a:off x="548640" y="3840479"/>
            <a:ext cx="38404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5FED83"/>
                </a:solidFill>
                <a:latin typeface="Mona Sans Mono"/>
                <a:ea typeface="Mona Sans Mono"/>
                <a:cs typeface="Mona Sans Mono"/>
                <a:sym typeface="Mona Sans Mono"/>
              </a:defRPr>
            </a:lvl1pPr>
          </a:lstStyle>
          <a:p>
            <a:pPr/>
            <a:r>
              <a:t>POSTMAN PLUGIN</a:t>
            </a:r>
          </a:p>
        </p:txBody>
      </p:sp>
      <p:grpSp>
        <p:nvGrpSpPr>
          <p:cNvPr id="8747" name="api-discovery"/>
          <p:cNvGrpSpPr/>
          <p:nvPr/>
        </p:nvGrpSpPr>
        <p:grpSpPr>
          <a:xfrm>
            <a:off x="4571997" y="3456432"/>
            <a:ext cx="3474728" cy="1051567"/>
            <a:chOff x="0" y="0"/>
            <a:chExt cx="3474727" cy="1051565"/>
          </a:xfrm>
        </p:grpSpPr>
        <p:sp>
          <p:nvSpPr>
            <p:cNvPr id="8745" name="Rounded Rectangle"/>
            <p:cNvSpPr/>
            <p:nvPr/>
          </p:nvSpPr>
          <p:spPr>
            <a:xfrm>
              <a:off x="-1" y="0"/>
              <a:ext cx="3474728" cy="1051566"/>
            </a:xfrm>
            <a:prstGeom prst="roundRect">
              <a:avLst>
                <a:gd name="adj" fmla="val 8695"/>
              </a:avLst>
            </a:prstGeom>
            <a:solidFill>
              <a:srgbClr val="0F2336"/>
            </a:solidFill>
            <a:ln w="19050" cap="flat">
              <a:solidFill>
                <a:schemeClr val="accent4"/>
              </a:solidFill>
              <a:prstDash val="solid"/>
              <a:round/>
            </a:ln>
            <a:effectLst/>
          </p:spPr>
          <p:txBody>
            <a:bodyPr wrap="square" lIns="45718" tIns="45718" rIns="45718" bIns="45718" numCol="1" anchor="ctr">
              <a:noAutofit/>
            </a:bodyPr>
            <a:lstStyle/>
            <a:p>
              <a:pPr>
                <a:defRPr>
                  <a:solidFill>
                    <a:srgbClr val="FFFFFF"/>
                  </a:solidFill>
                </a:defRPr>
              </a:pPr>
            </a:p>
          </p:txBody>
        </p:sp>
        <p:sp>
          <p:nvSpPr>
            <p:cNvPr id="8746" name="api-discovery…"/>
            <p:cNvSpPr txBox="1"/>
            <p:nvPr/>
          </p:nvSpPr>
          <p:spPr>
            <a:xfrm>
              <a:off x="72880" y="173230"/>
              <a:ext cx="3328966" cy="7051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defRPr b="1" sz="2000">
                  <a:solidFill>
                    <a:srgbClr val="5CB2FF"/>
                  </a:solidFill>
                  <a:latin typeface="Mona Sans Mono"/>
                  <a:ea typeface="Mona Sans Mono"/>
                  <a:cs typeface="Mona Sans Mono"/>
                  <a:sym typeface="Mona Sans Mono"/>
                </a:defRPr>
              </a:pPr>
              <a:r>
                <a:t>api-discovery</a:t>
              </a:r>
              <a:endParaRPr>
                <a:solidFill>
                  <a:srgbClr val="FFFFFF"/>
                </a:solidFill>
              </a:endParaRPr>
            </a:p>
            <a:p>
              <a:pPr>
                <a:spcBef>
                  <a:spcPts val="200"/>
                </a:spcBef>
                <a:defRPr sz="1500">
                  <a:solidFill>
                    <a:srgbClr val="FFFFFF"/>
                  </a:solidFill>
                </a:defRPr>
              </a:pPr>
              <a:r>
                <a:t>Context Graph</a:t>
              </a:r>
            </a:p>
          </p:txBody>
        </p:sp>
      </p:grpSp>
      <p:grpSp>
        <p:nvGrpSpPr>
          <p:cNvPr id="8750" name="api-simulation"/>
          <p:cNvGrpSpPr/>
          <p:nvPr/>
        </p:nvGrpSpPr>
        <p:grpSpPr>
          <a:xfrm>
            <a:off x="8229596" y="3456432"/>
            <a:ext cx="3383288" cy="1051567"/>
            <a:chOff x="-1" y="0"/>
            <a:chExt cx="3383287" cy="1051565"/>
          </a:xfrm>
        </p:grpSpPr>
        <p:sp>
          <p:nvSpPr>
            <p:cNvPr id="8748" name="Rounded Rectangle"/>
            <p:cNvSpPr/>
            <p:nvPr/>
          </p:nvSpPr>
          <p:spPr>
            <a:xfrm>
              <a:off x="-2" y="0"/>
              <a:ext cx="3383289" cy="1051566"/>
            </a:xfrm>
            <a:prstGeom prst="roundRect">
              <a:avLst>
                <a:gd name="adj" fmla="val 8695"/>
              </a:avLst>
            </a:prstGeom>
            <a:solidFill>
              <a:srgbClr val="12301A"/>
            </a:solidFill>
            <a:ln w="19050" cap="flat">
              <a:solidFill>
                <a:srgbClr val="5FED83"/>
              </a:solidFill>
              <a:prstDash val="solid"/>
              <a:round/>
            </a:ln>
            <a:effectLst/>
          </p:spPr>
          <p:txBody>
            <a:bodyPr wrap="square" lIns="45718" tIns="45718" rIns="45718" bIns="45718" numCol="1" anchor="ctr">
              <a:noAutofit/>
            </a:bodyPr>
            <a:lstStyle/>
            <a:p>
              <a:pPr>
                <a:defRPr>
                  <a:solidFill>
                    <a:srgbClr val="FFFFFF"/>
                  </a:solidFill>
                </a:defRPr>
              </a:pPr>
            </a:p>
          </p:txBody>
        </p:sp>
        <p:sp>
          <p:nvSpPr>
            <p:cNvPr id="8749" name="api-simulation…"/>
            <p:cNvSpPr txBox="1"/>
            <p:nvPr/>
          </p:nvSpPr>
          <p:spPr>
            <a:xfrm>
              <a:off x="72878" y="173230"/>
              <a:ext cx="3237527" cy="7051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defRPr b="1" sz="2000">
                  <a:solidFill>
                    <a:srgbClr val="5FED83"/>
                  </a:solidFill>
                  <a:latin typeface="Mona Sans Mono"/>
                  <a:ea typeface="Mona Sans Mono"/>
                  <a:cs typeface="Mona Sans Mono"/>
                  <a:sym typeface="Mona Sans Mono"/>
                </a:defRPr>
              </a:pPr>
              <a:r>
                <a:t>api-simulation</a:t>
              </a:r>
              <a:endParaRPr>
                <a:solidFill>
                  <a:srgbClr val="FFFFFF"/>
                </a:solidFill>
              </a:endParaRPr>
            </a:p>
            <a:p>
              <a:pPr>
                <a:spcBef>
                  <a:spcPts val="200"/>
                </a:spcBef>
                <a:defRPr sz="1500">
                  <a:solidFill>
                    <a:srgbClr val="FFFFFF"/>
                  </a:solidFill>
                </a:defRPr>
              </a:pPr>
              <a:r>
                <a:t>Runnable setup</a:t>
              </a:r>
            </a:p>
          </p:txBody>
        </p:sp>
      </p:grpSp>
      <p:grpSp>
        <p:nvGrpSpPr>
          <p:cNvPr id="8753" name="Agent A"/>
          <p:cNvGrpSpPr/>
          <p:nvPr/>
        </p:nvGrpSpPr>
        <p:grpSpPr>
          <a:xfrm>
            <a:off x="365755" y="5230367"/>
            <a:ext cx="3383289" cy="1051567"/>
            <a:chOff x="-1" y="0"/>
            <a:chExt cx="3383288" cy="1051565"/>
          </a:xfrm>
        </p:grpSpPr>
        <p:sp>
          <p:nvSpPr>
            <p:cNvPr id="8751" name="Rounded Rectangle"/>
            <p:cNvSpPr/>
            <p:nvPr/>
          </p:nvSpPr>
          <p:spPr>
            <a:xfrm>
              <a:off x="-2" y="0"/>
              <a:ext cx="3383289" cy="1051566"/>
            </a:xfrm>
            <a:prstGeom prst="roundRect">
              <a:avLst>
                <a:gd name="adj" fmla="val 8695"/>
              </a:avLst>
            </a:prstGeom>
            <a:solidFill>
              <a:srgbClr val="171D19"/>
            </a:solidFill>
            <a:ln w="19050" cap="flat">
              <a:solidFill>
                <a:srgbClr val="E3C54A"/>
              </a:solidFill>
              <a:prstDash val="solid"/>
              <a:round/>
            </a:ln>
            <a:effectLst/>
          </p:spPr>
          <p:txBody>
            <a:bodyPr wrap="square" lIns="45718" tIns="45718" rIns="45718" bIns="45718" numCol="1" anchor="ctr">
              <a:noAutofit/>
            </a:bodyPr>
            <a:lstStyle/>
            <a:p>
              <a:pPr>
                <a:defRPr>
                  <a:solidFill>
                    <a:srgbClr val="FFFFFF"/>
                  </a:solidFill>
                </a:defRPr>
              </a:pPr>
            </a:p>
          </p:txBody>
        </p:sp>
        <p:sp>
          <p:nvSpPr>
            <p:cNvPr id="8752" name="Agent A…"/>
            <p:cNvSpPr txBox="1"/>
            <p:nvPr/>
          </p:nvSpPr>
          <p:spPr>
            <a:xfrm>
              <a:off x="648952" y="331980"/>
              <a:ext cx="2679741" cy="3876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defRPr b="1" sz="1600">
                  <a:solidFill>
                    <a:srgbClr val="E3C54A"/>
                  </a:solidFill>
                </a:defRPr>
              </a:lvl1pPr>
            </a:lstStyle>
            <a:p>
              <a:pPr/>
              <a:r>
                <a:t>Agent A</a:t>
              </a:r>
            </a:p>
          </p:txBody>
        </p:sp>
      </p:grpSp>
      <p:grpSp>
        <p:nvGrpSpPr>
          <p:cNvPr id="8756" name="Oval 52"/>
          <p:cNvGrpSpPr/>
          <p:nvPr/>
        </p:nvGrpSpPr>
        <p:grpSpPr>
          <a:xfrm>
            <a:off x="548637" y="5559549"/>
            <a:ext cx="384058" cy="384057"/>
            <a:chOff x="-1" y="-1"/>
            <a:chExt cx="384056" cy="384056"/>
          </a:xfrm>
        </p:grpSpPr>
        <p:sp>
          <p:nvSpPr>
            <p:cNvPr id="8754" name="Circle"/>
            <p:cNvSpPr/>
            <p:nvPr/>
          </p:nvSpPr>
          <p:spPr>
            <a:xfrm>
              <a:off x="-2" y="-2"/>
              <a:ext cx="384058" cy="384058"/>
            </a:xfrm>
            <a:prstGeom prst="ellipse">
              <a:avLst/>
            </a:prstGeom>
            <a:solidFill>
              <a:srgbClr val="E3C54A"/>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8755" name="A"/>
            <p:cNvSpPr txBox="1"/>
            <p:nvPr/>
          </p:nvSpPr>
          <p:spPr>
            <a:xfrm>
              <a:off x="56243" y="71375"/>
              <a:ext cx="271568"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101411"/>
                  </a:solidFill>
                </a:defRPr>
              </a:lvl1pPr>
            </a:lstStyle>
            <a:p>
              <a:pPr/>
              <a:r>
                <a:t>A</a:t>
              </a:r>
            </a:p>
          </p:txBody>
        </p:sp>
      </p:grpSp>
      <p:grpSp>
        <p:nvGrpSpPr>
          <p:cNvPr id="8759" name="Workspace"/>
          <p:cNvGrpSpPr/>
          <p:nvPr/>
        </p:nvGrpSpPr>
        <p:grpSpPr>
          <a:xfrm>
            <a:off x="4480559" y="5230367"/>
            <a:ext cx="3200404" cy="1051567"/>
            <a:chOff x="0" y="0"/>
            <a:chExt cx="3200403" cy="1051565"/>
          </a:xfrm>
        </p:grpSpPr>
        <p:sp>
          <p:nvSpPr>
            <p:cNvPr id="8757" name="Rounded Rectangle"/>
            <p:cNvSpPr/>
            <p:nvPr/>
          </p:nvSpPr>
          <p:spPr>
            <a:xfrm>
              <a:off x="0" y="0"/>
              <a:ext cx="3200404" cy="1051566"/>
            </a:xfrm>
            <a:prstGeom prst="roundRect">
              <a:avLst>
                <a:gd name="adj" fmla="val 8695"/>
              </a:avLst>
            </a:prstGeom>
            <a:solidFill>
              <a:srgbClr val="1F2822"/>
            </a:solidFill>
            <a:ln w="19050" cap="flat">
              <a:solidFill>
                <a:srgbClr val="FFFF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758" name="Postman workspace…"/>
            <p:cNvSpPr txBox="1"/>
            <p:nvPr/>
          </p:nvSpPr>
          <p:spPr>
            <a:xfrm>
              <a:off x="72878" y="331980"/>
              <a:ext cx="3054647" cy="3876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600">
                  <a:solidFill>
                    <a:srgbClr val="FFFFFF"/>
                  </a:solidFill>
                </a:defRPr>
              </a:lvl1pPr>
            </a:lstStyle>
            <a:p>
              <a:pPr/>
              <a:r>
                <a:t>Workspace</a:t>
              </a:r>
            </a:p>
          </p:txBody>
        </p:sp>
      </p:grpSp>
      <p:grpSp>
        <p:nvGrpSpPr>
          <p:cNvPr id="8762" name="Agent B"/>
          <p:cNvGrpSpPr/>
          <p:nvPr/>
        </p:nvGrpSpPr>
        <p:grpSpPr>
          <a:xfrm>
            <a:off x="8412477" y="5230367"/>
            <a:ext cx="3383288" cy="1051567"/>
            <a:chOff x="-1" y="0"/>
            <a:chExt cx="3383287" cy="1051565"/>
          </a:xfrm>
        </p:grpSpPr>
        <p:sp>
          <p:nvSpPr>
            <p:cNvPr id="8760" name="Rounded Rectangle"/>
            <p:cNvSpPr/>
            <p:nvPr/>
          </p:nvSpPr>
          <p:spPr>
            <a:xfrm>
              <a:off x="-2" y="0"/>
              <a:ext cx="3383289" cy="1051566"/>
            </a:xfrm>
            <a:prstGeom prst="roundRect">
              <a:avLst>
                <a:gd name="adj" fmla="val 8695"/>
              </a:avLst>
            </a:prstGeom>
            <a:solidFill>
              <a:srgbClr val="171D19"/>
            </a:solidFill>
            <a:ln w="19050" cap="flat">
              <a:solidFill>
                <a:srgbClr val="AE85FF"/>
              </a:solidFill>
              <a:prstDash val="solid"/>
              <a:round/>
            </a:ln>
            <a:effectLst/>
          </p:spPr>
          <p:txBody>
            <a:bodyPr wrap="square" lIns="45718" tIns="45718" rIns="45718" bIns="45718" numCol="1" anchor="ctr">
              <a:noAutofit/>
            </a:bodyPr>
            <a:lstStyle/>
            <a:p>
              <a:pPr>
                <a:defRPr>
                  <a:solidFill>
                    <a:srgbClr val="FFFFFF"/>
                  </a:solidFill>
                </a:defRPr>
              </a:pPr>
            </a:p>
          </p:txBody>
        </p:sp>
        <p:sp>
          <p:nvSpPr>
            <p:cNvPr id="8761" name="Agent B…"/>
            <p:cNvSpPr txBox="1"/>
            <p:nvPr/>
          </p:nvSpPr>
          <p:spPr>
            <a:xfrm>
              <a:off x="648952" y="331980"/>
              <a:ext cx="2679741" cy="3876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defRPr b="1" sz="1600">
                  <a:solidFill>
                    <a:srgbClr val="AE85FF"/>
                  </a:solidFill>
                </a:defRPr>
              </a:lvl1pPr>
            </a:lstStyle>
            <a:p>
              <a:pPr/>
              <a:r>
                <a:t>Agent B</a:t>
              </a:r>
            </a:p>
          </p:txBody>
        </p:sp>
      </p:grpSp>
      <p:grpSp>
        <p:nvGrpSpPr>
          <p:cNvPr id="8765" name="Oval 55"/>
          <p:cNvGrpSpPr/>
          <p:nvPr/>
        </p:nvGrpSpPr>
        <p:grpSpPr>
          <a:xfrm>
            <a:off x="8595357" y="5559549"/>
            <a:ext cx="384057" cy="384057"/>
            <a:chOff x="-1" y="-1"/>
            <a:chExt cx="384056" cy="384056"/>
          </a:xfrm>
        </p:grpSpPr>
        <p:sp>
          <p:nvSpPr>
            <p:cNvPr id="8763" name="Circle"/>
            <p:cNvSpPr/>
            <p:nvPr/>
          </p:nvSpPr>
          <p:spPr>
            <a:xfrm>
              <a:off x="-2" y="-2"/>
              <a:ext cx="384058" cy="384058"/>
            </a:xfrm>
            <a:prstGeom prst="ellipse">
              <a:avLst/>
            </a:prstGeom>
            <a:solidFill>
              <a:srgbClr val="AE85FF"/>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8764" name="B"/>
            <p:cNvSpPr txBox="1"/>
            <p:nvPr/>
          </p:nvSpPr>
          <p:spPr>
            <a:xfrm>
              <a:off x="56243" y="71375"/>
              <a:ext cx="271568"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101411"/>
                  </a:solidFill>
                </a:defRPr>
              </a:lvl1pPr>
            </a:lstStyle>
            <a:p>
              <a:pPr/>
              <a:r>
                <a:t>B</a:t>
              </a:r>
            </a:p>
          </p:txBody>
        </p:sp>
      </p:grpSp>
      <p:sp>
        <p:nvSpPr>
          <p:cNvPr id="8766" name="Connector 56"/>
          <p:cNvSpPr/>
          <p:nvPr/>
        </p:nvSpPr>
        <p:spPr>
          <a:xfrm>
            <a:off x="3794759" y="5760720"/>
            <a:ext cx="640084" cy="4"/>
          </a:xfrm>
          <a:prstGeom prst="line">
            <a:avLst/>
          </a:prstGeom>
          <a:ln w="25400">
            <a:solidFill>
              <a:srgbClr val="E3C54A"/>
            </a:solidFill>
            <a:tailEnd type="triangle"/>
          </a:ln>
        </p:spPr>
        <p:txBody>
          <a:bodyPr lIns="45718" tIns="45718" rIns="45718" bIns="45718"/>
          <a:lstStyle/>
          <a:p>
            <a:pPr/>
          </a:p>
        </p:txBody>
      </p:sp>
      <p:sp>
        <p:nvSpPr>
          <p:cNvPr id="8767" name="Connector 57"/>
          <p:cNvSpPr/>
          <p:nvPr/>
        </p:nvSpPr>
        <p:spPr>
          <a:xfrm>
            <a:off x="7726677" y="5760720"/>
            <a:ext cx="640085" cy="4"/>
          </a:xfrm>
          <a:prstGeom prst="line">
            <a:avLst/>
          </a:prstGeom>
          <a:ln w="25400">
            <a:solidFill>
              <a:srgbClr val="AE85FF"/>
            </a:solidFill>
            <a:tailEnd type="triangle"/>
          </a:ln>
        </p:spPr>
        <p:txBody>
          <a:bodyPr lIns="45718" tIns="45718" rIns="45718" bIns="45718"/>
          <a:lstStyle/>
          <a:p>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8727"/>
                                        </p:tgtEl>
                                        <p:attrNameLst>
                                          <p:attrName>style.visibility</p:attrName>
                                        </p:attrNameLst>
                                      </p:cBhvr>
                                      <p:to>
                                        <p:strVal val="visible"/>
                                      </p:to>
                                    </p:set>
                                    <p:animEffect filter="fade" transition="in">
                                      <p:cBhvr>
                                        <p:cTn id="7" dur="500"/>
                                        <p:tgtEl>
                                          <p:spTgt spid="872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8728"/>
                                        </p:tgtEl>
                                        <p:attrNameLst>
                                          <p:attrName>style.visibility</p:attrName>
                                        </p:attrNameLst>
                                      </p:cBhvr>
                                      <p:to>
                                        <p:strVal val="visible"/>
                                      </p:to>
                                    </p:set>
                                    <p:animEffect filter="fade" transition="in">
                                      <p:cBhvr>
                                        <p:cTn id="12" dur="500"/>
                                        <p:tgtEl>
                                          <p:spTgt spid="8728"/>
                                        </p:tgtEl>
                                      </p:cBhvr>
                                    </p:animEffect>
                                  </p:childTnLst>
                                </p:cTn>
                              </p:par>
                            </p:childTnLst>
                          </p:cTn>
                        </p:par>
                        <p:par>
                          <p:cTn id="13" fill="hold">
                            <p:stCondLst>
                              <p:cond delay="500"/>
                            </p:stCondLst>
                            <p:childTnLst>
                              <p:par>
                                <p:cTn id="14" presetClass="entr" nodeType="afterEffect" presetID="10" grpId="3" fill="hold">
                                  <p:stCondLst>
                                    <p:cond delay="0"/>
                                  </p:stCondLst>
                                  <p:iterate type="el" backwards="0">
                                    <p:tmAbs val="0"/>
                                  </p:iterate>
                                  <p:childTnLst>
                                    <p:set>
                                      <p:cBhvr>
                                        <p:cTn id="15" fill="hold"/>
                                        <p:tgtEl>
                                          <p:spTgt spid="8729"/>
                                        </p:tgtEl>
                                        <p:attrNameLst>
                                          <p:attrName>style.visibility</p:attrName>
                                        </p:attrNameLst>
                                      </p:cBhvr>
                                      <p:to>
                                        <p:strVal val="visible"/>
                                      </p:to>
                                    </p:set>
                                    <p:animEffect filter="fade" transition="in">
                                      <p:cBhvr>
                                        <p:cTn id="16" dur="500"/>
                                        <p:tgtEl>
                                          <p:spTgt spid="8729"/>
                                        </p:tgtEl>
                                      </p:cBhvr>
                                    </p:animEffect>
                                  </p:childTnLst>
                                </p:cTn>
                              </p:par>
                            </p:childTnLst>
                          </p:cTn>
                        </p:par>
                        <p:par>
                          <p:cTn id="17" fill="hold">
                            <p:stCondLst>
                              <p:cond delay="1000"/>
                            </p:stCondLst>
                            <p:childTnLst>
                              <p:par>
                                <p:cTn id="18" presetClass="entr" nodeType="afterEffect" presetID="10" grpId="4" fill="hold">
                                  <p:stCondLst>
                                    <p:cond delay="0"/>
                                  </p:stCondLst>
                                  <p:iterate type="el" backwards="0">
                                    <p:tmAbs val="0"/>
                                  </p:iterate>
                                  <p:childTnLst>
                                    <p:set>
                                      <p:cBhvr>
                                        <p:cTn id="19" fill="hold"/>
                                        <p:tgtEl>
                                          <p:spTgt spid="8730"/>
                                        </p:tgtEl>
                                        <p:attrNameLst>
                                          <p:attrName>style.visibility</p:attrName>
                                        </p:attrNameLst>
                                      </p:cBhvr>
                                      <p:to>
                                        <p:strVal val="visible"/>
                                      </p:to>
                                    </p:set>
                                    <p:animEffect filter="fade" transition="in">
                                      <p:cBhvr>
                                        <p:cTn id="20" dur="500"/>
                                        <p:tgtEl>
                                          <p:spTgt spid="8730"/>
                                        </p:tgtEl>
                                      </p:cBhvr>
                                    </p:animEffect>
                                  </p:childTnLst>
                                </p:cTn>
                              </p:par>
                            </p:childTnLst>
                          </p:cTn>
                        </p:par>
                        <p:par>
                          <p:cTn id="21" fill="hold">
                            <p:stCondLst>
                              <p:cond delay="1500"/>
                            </p:stCondLst>
                            <p:childTnLst>
                              <p:par>
                                <p:cTn id="22" presetClass="entr" nodeType="afterEffect" presetID="10" grpId="5" fill="hold">
                                  <p:stCondLst>
                                    <p:cond delay="0"/>
                                  </p:stCondLst>
                                  <p:iterate type="el" backwards="0">
                                    <p:tmAbs val="0"/>
                                  </p:iterate>
                                  <p:childTnLst>
                                    <p:set>
                                      <p:cBhvr>
                                        <p:cTn id="23" fill="hold"/>
                                        <p:tgtEl>
                                          <p:spTgt spid="8733"/>
                                        </p:tgtEl>
                                        <p:attrNameLst>
                                          <p:attrName>style.visibility</p:attrName>
                                        </p:attrNameLst>
                                      </p:cBhvr>
                                      <p:to>
                                        <p:strVal val="visible"/>
                                      </p:to>
                                    </p:set>
                                    <p:animEffect filter="fade" transition="in">
                                      <p:cBhvr>
                                        <p:cTn id="24" dur="500"/>
                                        <p:tgtEl>
                                          <p:spTgt spid="8733"/>
                                        </p:tgtEl>
                                      </p:cBhvr>
                                    </p:animEffect>
                                  </p:childTnLst>
                                </p:cTn>
                              </p:par>
                            </p:childTnLst>
                          </p:cTn>
                        </p:par>
                        <p:par>
                          <p:cTn id="25" fill="hold">
                            <p:stCondLst>
                              <p:cond delay="2000"/>
                            </p:stCondLst>
                            <p:childTnLst>
                              <p:par>
                                <p:cTn id="26" presetClass="entr" nodeType="afterEffect" presetID="10" grpId="6" fill="hold">
                                  <p:stCondLst>
                                    <p:cond delay="0"/>
                                  </p:stCondLst>
                                  <p:iterate type="el" backwards="0">
                                    <p:tmAbs val="0"/>
                                  </p:iterate>
                                  <p:childTnLst>
                                    <p:set>
                                      <p:cBhvr>
                                        <p:cTn id="27" fill="hold"/>
                                        <p:tgtEl>
                                          <p:spTgt spid="8736"/>
                                        </p:tgtEl>
                                        <p:attrNameLst>
                                          <p:attrName>style.visibility</p:attrName>
                                        </p:attrNameLst>
                                      </p:cBhvr>
                                      <p:to>
                                        <p:strVal val="visible"/>
                                      </p:to>
                                    </p:set>
                                    <p:animEffect filter="fade" transition="in">
                                      <p:cBhvr>
                                        <p:cTn id="28" dur="500"/>
                                        <p:tgtEl>
                                          <p:spTgt spid="8736"/>
                                        </p:tgtEl>
                                      </p:cBhvr>
                                    </p:animEffect>
                                  </p:childTnLst>
                                </p:cTn>
                              </p:par>
                            </p:childTnLst>
                          </p:cTn>
                        </p:par>
                        <p:par>
                          <p:cTn id="29" fill="hold">
                            <p:stCondLst>
                              <p:cond delay="2500"/>
                            </p:stCondLst>
                            <p:childTnLst>
                              <p:par>
                                <p:cTn id="30" presetClass="entr" nodeType="afterEffect" presetID="10" grpId="7" fill="hold">
                                  <p:stCondLst>
                                    <p:cond delay="0"/>
                                  </p:stCondLst>
                                  <p:iterate type="el" backwards="0">
                                    <p:tmAbs val="0"/>
                                  </p:iterate>
                                  <p:childTnLst>
                                    <p:set>
                                      <p:cBhvr>
                                        <p:cTn id="31" fill="hold"/>
                                        <p:tgtEl>
                                          <p:spTgt spid="8739"/>
                                        </p:tgtEl>
                                        <p:attrNameLst>
                                          <p:attrName>style.visibility</p:attrName>
                                        </p:attrNameLst>
                                      </p:cBhvr>
                                      <p:to>
                                        <p:strVal val="visible"/>
                                      </p:to>
                                    </p:set>
                                    <p:animEffect filter="fade" transition="in">
                                      <p:cBhvr>
                                        <p:cTn id="32" dur="500"/>
                                        <p:tgtEl>
                                          <p:spTgt spid="8739"/>
                                        </p:tgtEl>
                                      </p:cBhvr>
                                    </p:animEffect>
                                  </p:childTnLst>
                                </p:cTn>
                              </p:par>
                            </p:childTnLst>
                          </p:cTn>
                        </p:par>
                        <p:par>
                          <p:cTn id="33" fill="hold">
                            <p:stCondLst>
                              <p:cond delay="3000"/>
                            </p:stCondLst>
                            <p:childTnLst>
                              <p:par>
                                <p:cTn id="34" presetClass="entr" nodeType="afterEffect" presetID="10" grpId="8" fill="hold">
                                  <p:stCondLst>
                                    <p:cond delay="0"/>
                                  </p:stCondLst>
                                  <p:iterate type="el" backwards="0">
                                    <p:tmAbs val="0"/>
                                  </p:iterate>
                                  <p:childTnLst>
                                    <p:set>
                                      <p:cBhvr>
                                        <p:cTn id="35" fill="hold"/>
                                        <p:tgtEl>
                                          <p:spTgt spid="8742"/>
                                        </p:tgtEl>
                                        <p:attrNameLst>
                                          <p:attrName>style.visibility</p:attrName>
                                        </p:attrNameLst>
                                      </p:cBhvr>
                                      <p:to>
                                        <p:strVal val="visible"/>
                                      </p:to>
                                    </p:set>
                                    <p:animEffect filter="fade" transition="in">
                                      <p:cBhvr>
                                        <p:cTn id="36" dur="500"/>
                                        <p:tgtEl>
                                          <p:spTgt spid="8742"/>
                                        </p:tgtEl>
                                      </p:cBhvr>
                                    </p:animEffect>
                                  </p:childTnLst>
                                </p:cTn>
                              </p:par>
                            </p:childTnLst>
                          </p:cTn>
                        </p:par>
                      </p:childTnLst>
                    </p:cTn>
                  </p:par>
                  <p:par>
                    <p:cTn id="37" fill="hold">
                      <p:stCondLst>
                        <p:cond delay="indefinite"/>
                      </p:stCondLst>
                      <p:childTnLst>
                        <p:par>
                          <p:cTn id="38" fill="hold">
                            <p:stCondLst>
                              <p:cond delay="0"/>
                            </p:stCondLst>
                            <p:childTnLst>
                              <p:par>
                                <p:cTn id="39" presetClass="entr" nodeType="clickEffect" presetID="10" grpId="9" fill="hold">
                                  <p:stCondLst>
                                    <p:cond delay="0"/>
                                  </p:stCondLst>
                                  <p:iterate type="el" backwards="0">
                                    <p:tmAbs val="0"/>
                                  </p:iterate>
                                  <p:childTnLst>
                                    <p:set>
                                      <p:cBhvr>
                                        <p:cTn id="40" fill="hold"/>
                                        <p:tgtEl>
                                          <p:spTgt spid="8743"/>
                                        </p:tgtEl>
                                        <p:attrNameLst>
                                          <p:attrName>style.visibility</p:attrName>
                                        </p:attrNameLst>
                                      </p:cBhvr>
                                      <p:to>
                                        <p:strVal val="visible"/>
                                      </p:to>
                                    </p:set>
                                    <p:animEffect filter="fade" transition="in">
                                      <p:cBhvr>
                                        <p:cTn id="41" dur="500"/>
                                        <p:tgtEl>
                                          <p:spTgt spid="8743"/>
                                        </p:tgtEl>
                                      </p:cBhvr>
                                    </p:animEffect>
                                  </p:childTnLst>
                                </p:cTn>
                              </p:par>
                            </p:childTnLst>
                          </p:cTn>
                        </p:par>
                        <p:par>
                          <p:cTn id="42" fill="hold">
                            <p:stCondLst>
                              <p:cond delay="500"/>
                            </p:stCondLst>
                            <p:childTnLst>
                              <p:par>
                                <p:cTn id="43" presetClass="entr" nodeType="afterEffect" presetID="10" grpId="10" fill="hold">
                                  <p:stCondLst>
                                    <p:cond delay="0"/>
                                  </p:stCondLst>
                                  <p:iterate type="el" backwards="0">
                                    <p:tmAbs val="0"/>
                                  </p:iterate>
                                  <p:childTnLst>
                                    <p:set>
                                      <p:cBhvr>
                                        <p:cTn id="44" fill="hold"/>
                                        <p:tgtEl>
                                          <p:spTgt spid="8744"/>
                                        </p:tgtEl>
                                        <p:attrNameLst>
                                          <p:attrName>style.visibility</p:attrName>
                                        </p:attrNameLst>
                                      </p:cBhvr>
                                      <p:to>
                                        <p:strVal val="visible"/>
                                      </p:to>
                                    </p:set>
                                    <p:animEffect filter="fade" transition="in">
                                      <p:cBhvr>
                                        <p:cTn id="45" dur="500"/>
                                        <p:tgtEl>
                                          <p:spTgt spid="8744"/>
                                        </p:tgtEl>
                                      </p:cBhvr>
                                    </p:animEffect>
                                  </p:childTnLst>
                                </p:cTn>
                              </p:par>
                            </p:childTnLst>
                          </p:cTn>
                        </p:par>
                      </p:childTnLst>
                    </p:cTn>
                  </p:par>
                  <p:par>
                    <p:cTn id="46" fill="hold">
                      <p:stCondLst>
                        <p:cond delay="indefinite"/>
                      </p:stCondLst>
                      <p:childTnLst>
                        <p:par>
                          <p:cTn id="47" fill="hold">
                            <p:stCondLst>
                              <p:cond delay="0"/>
                            </p:stCondLst>
                            <p:childTnLst>
                              <p:par>
                                <p:cTn id="48" presetClass="entr" nodeType="clickEffect" presetID="10" grpId="11" fill="hold">
                                  <p:stCondLst>
                                    <p:cond delay="0"/>
                                  </p:stCondLst>
                                  <p:iterate type="el" backwards="0">
                                    <p:tmAbs val="0"/>
                                  </p:iterate>
                                  <p:childTnLst>
                                    <p:set>
                                      <p:cBhvr>
                                        <p:cTn id="49" fill="hold"/>
                                        <p:tgtEl>
                                          <p:spTgt spid="8747"/>
                                        </p:tgtEl>
                                        <p:attrNameLst>
                                          <p:attrName>style.visibility</p:attrName>
                                        </p:attrNameLst>
                                      </p:cBhvr>
                                      <p:to>
                                        <p:strVal val="visible"/>
                                      </p:to>
                                    </p:set>
                                    <p:animEffect filter="fade" transition="in">
                                      <p:cBhvr>
                                        <p:cTn id="50" dur="500"/>
                                        <p:tgtEl>
                                          <p:spTgt spid="8747"/>
                                        </p:tgtEl>
                                      </p:cBhvr>
                                    </p:animEffect>
                                  </p:childTnLst>
                                </p:cTn>
                              </p:par>
                            </p:childTnLst>
                          </p:cTn>
                        </p:par>
                        <p:par>
                          <p:cTn id="51" fill="hold">
                            <p:stCondLst>
                              <p:cond delay="500"/>
                            </p:stCondLst>
                            <p:childTnLst>
                              <p:par>
                                <p:cTn id="52" presetClass="entr" nodeType="afterEffect" presetID="10" grpId="12" fill="hold">
                                  <p:stCondLst>
                                    <p:cond delay="0"/>
                                  </p:stCondLst>
                                  <p:iterate type="el" backwards="0">
                                    <p:tmAbs val="0"/>
                                  </p:iterate>
                                  <p:childTnLst>
                                    <p:set>
                                      <p:cBhvr>
                                        <p:cTn id="53" fill="hold"/>
                                        <p:tgtEl>
                                          <p:spTgt spid="8750"/>
                                        </p:tgtEl>
                                        <p:attrNameLst>
                                          <p:attrName>style.visibility</p:attrName>
                                        </p:attrNameLst>
                                      </p:cBhvr>
                                      <p:to>
                                        <p:strVal val="visible"/>
                                      </p:to>
                                    </p:set>
                                    <p:animEffect filter="fade" transition="in">
                                      <p:cBhvr>
                                        <p:cTn id="54" dur="500"/>
                                        <p:tgtEl>
                                          <p:spTgt spid="8750"/>
                                        </p:tgtEl>
                                      </p:cBhvr>
                                    </p:animEffect>
                                  </p:childTnLst>
                                </p:cTn>
                              </p:par>
                            </p:childTnLst>
                          </p:cTn>
                        </p:par>
                      </p:childTnLst>
                    </p:cTn>
                  </p:par>
                  <p:par>
                    <p:cTn id="55" fill="hold">
                      <p:stCondLst>
                        <p:cond delay="indefinite"/>
                      </p:stCondLst>
                      <p:childTnLst>
                        <p:par>
                          <p:cTn id="56" fill="hold">
                            <p:stCondLst>
                              <p:cond delay="0"/>
                            </p:stCondLst>
                            <p:childTnLst>
                              <p:par>
                                <p:cTn id="57" presetClass="entr" nodeType="clickEffect" presetID="10" grpId="13" fill="hold">
                                  <p:stCondLst>
                                    <p:cond delay="0"/>
                                  </p:stCondLst>
                                  <p:iterate type="el" backwards="0">
                                    <p:tmAbs val="0"/>
                                  </p:iterate>
                                  <p:childTnLst>
                                    <p:set>
                                      <p:cBhvr>
                                        <p:cTn id="58" fill="hold"/>
                                        <p:tgtEl>
                                          <p:spTgt spid="8753"/>
                                        </p:tgtEl>
                                        <p:attrNameLst>
                                          <p:attrName>style.visibility</p:attrName>
                                        </p:attrNameLst>
                                      </p:cBhvr>
                                      <p:to>
                                        <p:strVal val="visible"/>
                                      </p:to>
                                    </p:set>
                                    <p:animEffect filter="fade" transition="in">
                                      <p:cBhvr>
                                        <p:cTn id="59" dur="500"/>
                                        <p:tgtEl>
                                          <p:spTgt spid="8753"/>
                                        </p:tgtEl>
                                      </p:cBhvr>
                                    </p:animEffect>
                                  </p:childTnLst>
                                </p:cTn>
                              </p:par>
                            </p:childTnLst>
                          </p:cTn>
                        </p:par>
                        <p:par>
                          <p:cTn id="60" fill="hold">
                            <p:stCondLst>
                              <p:cond delay="500"/>
                            </p:stCondLst>
                            <p:childTnLst>
                              <p:par>
                                <p:cTn id="61" presetClass="entr" nodeType="afterEffect" presetID="10" grpId="14" fill="hold">
                                  <p:stCondLst>
                                    <p:cond delay="0"/>
                                  </p:stCondLst>
                                  <p:iterate type="el" backwards="0">
                                    <p:tmAbs val="0"/>
                                  </p:iterate>
                                  <p:childTnLst>
                                    <p:set>
                                      <p:cBhvr>
                                        <p:cTn id="62" fill="hold"/>
                                        <p:tgtEl>
                                          <p:spTgt spid="8756"/>
                                        </p:tgtEl>
                                        <p:attrNameLst>
                                          <p:attrName>style.visibility</p:attrName>
                                        </p:attrNameLst>
                                      </p:cBhvr>
                                      <p:to>
                                        <p:strVal val="visible"/>
                                      </p:to>
                                    </p:set>
                                    <p:animEffect filter="fade" transition="in">
                                      <p:cBhvr>
                                        <p:cTn id="63" dur="500"/>
                                        <p:tgtEl>
                                          <p:spTgt spid="8756"/>
                                        </p:tgtEl>
                                      </p:cBhvr>
                                    </p:animEffect>
                                  </p:childTnLst>
                                </p:cTn>
                              </p:par>
                            </p:childTnLst>
                          </p:cTn>
                        </p:par>
                      </p:childTnLst>
                    </p:cTn>
                  </p:par>
                  <p:par>
                    <p:cTn id="64" fill="hold">
                      <p:stCondLst>
                        <p:cond delay="indefinite"/>
                      </p:stCondLst>
                      <p:childTnLst>
                        <p:par>
                          <p:cTn id="65" fill="hold">
                            <p:stCondLst>
                              <p:cond delay="0"/>
                            </p:stCondLst>
                            <p:childTnLst>
                              <p:par>
                                <p:cTn id="66" presetClass="entr" nodeType="clickEffect" presetID="10" grpId="15" fill="hold">
                                  <p:stCondLst>
                                    <p:cond delay="0"/>
                                  </p:stCondLst>
                                  <p:iterate type="el" backwards="0">
                                    <p:tmAbs val="0"/>
                                  </p:iterate>
                                  <p:childTnLst>
                                    <p:set>
                                      <p:cBhvr>
                                        <p:cTn id="67" fill="hold"/>
                                        <p:tgtEl>
                                          <p:spTgt spid="8759"/>
                                        </p:tgtEl>
                                        <p:attrNameLst>
                                          <p:attrName>style.visibility</p:attrName>
                                        </p:attrNameLst>
                                      </p:cBhvr>
                                      <p:to>
                                        <p:strVal val="visible"/>
                                      </p:to>
                                    </p:set>
                                    <p:animEffect filter="fade" transition="in">
                                      <p:cBhvr>
                                        <p:cTn id="68" dur="500"/>
                                        <p:tgtEl>
                                          <p:spTgt spid="8759"/>
                                        </p:tgtEl>
                                      </p:cBhvr>
                                    </p:animEffect>
                                  </p:childTnLst>
                                </p:cTn>
                              </p:par>
                            </p:childTnLst>
                          </p:cTn>
                        </p:par>
                        <p:par>
                          <p:cTn id="69" fill="hold">
                            <p:stCondLst>
                              <p:cond delay="500"/>
                            </p:stCondLst>
                            <p:childTnLst>
                              <p:par>
                                <p:cTn id="70" presetClass="entr" nodeType="afterEffect" presetID="10" grpId="16" fill="hold">
                                  <p:stCondLst>
                                    <p:cond delay="0"/>
                                  </p:stCondLst>
                                  <p:iterate type="el" backwards="0">
                                    <p:tmAbs val="0"/>
                                  </p:iterate>
                                  <p:childTnLst>
                                    <p:set>
                                      <p:cBhvr>
                                        <p:cTn id="71" fill="hold"/>
                                        <p:tgtEl>
                                          <p:spTgt spid="8766"/>
                                        </p:tgtEl>
                                        <p:attrNameLst>
                                          <p:attrName>style.visibility</p:attrName>
                                        </p:attrNameLst>
                                      </p:cBhvr>
                                      <p:to>
                                        <p:strVal val="visible"/>
                                      </p:to>
                                    </p:set>
                                    <p:animEffect filter="fade" transition="in">
                                      <p:cBhvr>
                                        <p:cTn id="72" dur="500"/>
                                        <p:tgtEl>
                                          <p:spTgt spid="8766"/>
                                        </p:tgtEl>
                                      </p:cBhvr>
                                    </p:animEffect>
                                  </p:childTnLst>
                                </p:cTn>
                              </p:par>
                            </p:childTnLst>
                          </p:cTn>
                        </p:par>
                      </p:childTnLst>
                    </p:cTn>
                  </p:par>
                  <p:par>
                    <p:cTn id="73" fill="hold">
                      <p:stCondLst>
                        <p:cond delay="indefinite"/>
                      </p:stCondLst>
                      <p:childTnLst>
                        <p:par>
                          <p:cTn id="74" fill="hold">
                            <p:stCondLst>
                              <p:cond delay="0"/>
                            </p:stCondLst>
                            <p:childTnLst>
                              <p:par>
                                <p:cTn id="75" presetClass="entr" nodeType="clickEffect" presetID="10" grpId="17" fill="hold">
                                  <p:stCondLst>
                                    <p:cond delay="0"/>
                                  </p:stCondLst>
                                  <p:iterate type="el" backwards="0">
                                    <p:tmAbs val="0"/>
                                  </p:iterate>
                                  <p:childTnLst>
                                    <p:set>
                                      <p:cBhvr>
                                        <p:cTn id="76" fill="hold"/>
                                        <p:tgtEl>
                                          <p:spTgt spid="8762"/>
                                        </p:tgtEl>
                                        <p:attrNameLst>
                                          <p:attrName>style.visibility</p:attrName>
                                        </p:attrNameLst>
                                      </p:cBhvr>
                                      <p:to>
                                        <p:strVal val="visible"/>
                                      </p:to>
                                    </p:set>
                                    <p:animEffect filter="fade" transition="in">
                                      <p:cBhvr>
                                        <p:cTn id="77" dur="500"/>
                                        <p:tgtEl>
                                          <p:spTgt spid="8762"/>
                                        </p:tgtEl>
                                      </p:cBhvr>
                                    </p:animEffect>
                                  </p:childTnLst>
                                </p:cTn>
                              </p:par>
                            </p:childTnLst>
                          </p:cTn>
                        </p:par>
                        <p:par>
                          <p:cTn id="78" fill="hold">
                            <p:stCondLst>
                              <p:cond delay="500"/>
                            </p:stCondLst>
                            <p:childTnLst>
                              <p:par>
                                <p:cTn id="79" presetClass="entr" nodeType="afterEffect" presetID="10" grpId="18" fill="hold">
                                  <p:stCondLst>
                                    <p:cond delay="0"/>
                                  </p:stCondLst>
                                  <p:iterate type="el" backwards="0">
                                    <p:tmAbs val="0"/>
                                  </p:iterate>
                                  <p:childTnLst>
                                    <p:set>
                                      <p:cBhvr>
                                        <p:cTn id="80" fill="hold"/>
                                        <p:tgtEl>
                                          <p:spTgt spid="8765"/>
                                        </p:tgtEl>
                                        <p:attrNameLst>
                                          <p:attrName>style.visibility</p:attrName>
                                        </p:attrNameLst>
                                      </p:cBhvr>
                                      <p:to>
                                        <p:strVal val="visible"/>
                                      </p:to>
                                    </p:set>
                                    <p:animEffect filter="fade" transition="in">
                                      <p:cBhvr>
                                        <p:cTn id="81" dur="500"/>
                                        <p:tgtEl>
                                          <p:spTgt spid="8765"/>
                                        </p:tgtEl>
                                      </p:cBhvr>
                                    </p:animEffect>
                                  </p:childTnLst>
                                </p:cTn>
                              </p:par>
                            </p:childTnLst>
                          </p:cTn>
                        </p:par>
                        <p:par>
                          <p:cTn id="82" fill="hold">
                            <p:stCondLst>
                              <p:cond delay="1000"/>
                            </p:stCondLst>
                            <p:childTnLst>
                              <p:par>
                                <p:cTn id="83" presetClass="entr" nodeType="afterEffect" presetID="10" grpId="19" fill="hold">
                                  <p:stCondLst>
                                    <p:cond delay="0"/>
                                  </p:stCondLst>
                                  <p:iterate type="el" backwards="0">
                                    <p:tmAbs val="0"/>
                                  </p:iterate>
                                  <p:childTnLst>
                                    <p:set>
                                      <p:cBhvr>
                                        <p:cTn id="84" fill="hold"/>
                                        <p:tgtEl>
                                          <p:spTgt spid="8767"/>
                                        </p:tgtEl>
                                        <p:attrNameLst>
                                          <p:attrName>style.visibility</p:attrName>
                                        </p:attrNameLst>
                                      </p:cBhvr>
                                      <p:to>
                                        <p:strVal val="visible"/>
                                      </p:to>
                                    </p:set>
                                    <p:animEffect filter="fade" transition="in">
                                      <p:cBhvr>
                                        <p:cTn id="85" dur="500"/>
                                        <p:tgtEl>
                                          <p:spTgt spid="87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739" grpId="7"/>
      <p:bldP build="whole" bldLvl="1" animBg="1" rev="0" advAuto="0" spid="8736" grpId="6"/>
      <p:bldP build="whole" bldLvl="1" animBg="1" rev="0" advAuto="0" spid="8765" grpId="18"/>
      <p:bldP build="whole" bldLvl="1" animBg="1" rev="0" advAuto="0" spid="8733" grpId="5"/>
      <p:bldP build="whole" bldLvl="1" animBg="1" rev="0" advAuto="0" spid="8762" grpId="17"/>
      <p:bldP build="whole" bldLvl="1" animBg="1" rev="0" advAuto="0" spid="8759" grpId="15"/>
      <p:bldP build="whole" bldLvl="1" animBg="1" rev="0" advAuto="0" spid="8730" grpId="4"/>
      <p:bldP build="whole" bldLvl="1" animBg="1" rev="0" advAuto="0" spid="8728" grpId="2"/>
      <p:bldP build="whole" bldLvl="1" animBg="1" rev="0" advAuto="0" spid="8756" grpId="14"/>
      <p:bldP build="whole" bldLvl="1" animBg="1" rev="0" advAuto="0" spid="8753" grpId="13"/>
      <p:bldP build="whole" bldLvl="1" animBg="1" rev="0" advAuto="0" spid="8743" grpId="9"/>
      <p:bldP build="whole" bldLvl="1" animBg="1" rev="0" advAuto="0" spid="8750" grpId="12"/>
      <p:bldP build="whole" bldLvl="1" animBg="1" rev="0" advAuto="0" spid="8744" grpId="10"/>
      <p:bldP build="whole" bldLvl="1" animBg="1" rev="0" advAuto="0" spid="8747" grpId="11"/>
      <p:bldP build="whole" bldLvl="1" animBg="1" rev="0" advAuto="0" spid="8727" grpId="1"/>
      <p:bldP build="whole" bldLvl="1" animBg="1" rev="0" advAuto="0" spid="8729" grpId="3"/>
      <p:bldP build="whole" bldLvl="1" animBg="1" rev="0" advAuto="0" spid="8767" grpId="19"/>
      <p:bldP build="whole" bldLvl="1" animBg="1" rev="0" advAuto="0" spid="8766" grpId="16"/>
      <p:bldP build="whole" bldLvl="1" animBg="1" rev="0" advAuto="0" spid="8742" grpId="8"/>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71" name="Text Placeholder 2"/>
          <p:cNvSpPr txBox="1"/>
          <p:nvPr>
            <p:ph type="body" sz="quarter" idx="1"/>
          </p:nvPr>
        </p:nvSpPr>
        <p:spPr>
          <a:xfrm>
            <a:off x="402333" y="398215"/>
            <a:ext cx="11388732" cy="365765"/>
          </a:xfrm>
          <a:prstGeom prst="rect">
            <a:avLst/>
          </a:prstGeom>
        </p:spPr>
        <p:txBody>
          <a:bodyPr anchor="ctr"/>
          <a:lstStyle>
            <a:lvl1pPr>
              <a:defRPr cap="all" sz="1400">
                <a:latin typeface="Mona Sans Mono"/>
                <a:ea typeface="Mona Sans Mono"/>
                <a:cs typeface="Mona Sans Mono"/>
                <a:sym typeface="Mona Sans Mono"/>
              </a:defRPr>
            </a:lvl1pPr>
          </a:lstStyle>
          <a:p>
            <a:pPr/>
            <a:r>
              <a:t>Skill 1 · api-discovery</a:t>
            </a:r>
          </a:p>
        </p:txBody>
      </p:sp>
      <p:sp>
        <p:nvSpPr>
          <p:cNvPr id="8772" name="Text Placeholder 3"/>
          <p:cNvSpPr/>
          <p:nvPr>
            <p:ph type="body" idx="22"/>
          </p:nvPr>
        </p:nvSpPr>
        <p:spPr>
          <a:xfrm>
            <a:off x="402333" y="796386"/>
            <a:ext cx="11388732" cy="914289"/>
          </a:xfrm>
          <a:prstGeom prst="rect">
            <a:avLst/>
          </a:prstGeom>
          <a:extLst>
            <a:ext uri="{C572A759-6A51-4108-AA02-DFA0A04FC94B}">
              <ma14:wrappingTextBoxFlag xmlns:ma14="http://schemas.microsoft.com/office/mac/drawingml/2011/main" val="1"/>
            </a:ext>
          </a:extLst>
        </p:spPr>
        <p:txBody>
          <a:bodyPr/>
          <a:lstStyle>
            <a:lvl1pPr>
              <a:defRPr sz="3600"/>
            </a:lvl1pPr>
          </a:lstStyle>
          <a:p>
            <a:pPr/>
            <a:r>
              <a:t>Why Context Graph first</a:t>
            </a:r>
          </a:p>
        </p:txBody>
      </p:sp>
      <p:sp>
        <p:nvSpPr>
          <p:cNvPr id="8773" name="Text Placeholder 4"/>
          <p:cNvSpPr/>
          <p:nvPr>
            <p:ph type="body" idx="23"/>
          </p:nvPr>
        </p:nvSpPr>
        <p:spPr>
          <a:xfrm>
            <a:off x="419591" y="6595277"/>
            <a:ext cx="10901459" cy="123115"/>
          </a:xfrm>
          <a:prstGeom prst="rect">
            <a:avLst/>
          </a:prstGeom>
          <a:extLst>
            <a:ext uri="{C572A759-6A51-4108-AA02-DFA0A04FC94B}">
              <ma14:wrappingTextBoxFlag xmlns:ma14="http://schemas.microsoft.com/office/mac/drawingml/2011/main" val="1"/>
            </a:ext>
          </a:extLst>
        </p:spPr>
        <p:txBody>
          <a:bodyPr/>
          <a:lstStyle/>
          <a:p>
            <a:pPr/>
            <a:r>
              <a:t>Agentic SDLC with Context Graph and API Simulations</a:t>
            </a:r>
          </a:p>
        </p:txBody>
      </p:sp>
      <p:sp>
        <p:nvSpPr>
          <p:cNvPr id="8774" name="Title 1"/>
          <p:cNvSpPr txBox="1"/>
          <p:nvPr>
            <p:ph type="title" idx="4294967295"/>
          </p:nvPr>
        </p:nvSpPr>
        <p:spPr>
          <a:xfrm>
            <a:off x="0" y="-233365"/>
            <a:ext cx="12188825" cy="233365"/>
          </a:xfrm>
          <a:prstGeom prst="rect">
            <a:avLst/>
          </a:prstGeom>
        </p:spPr>
        <p:txBody>
          <a:bodyPr lIns="0" tIns="0" rIns="0" bIns="0" anchor="b">
            <a:normAutofit fontScale="100000" lnSpcReduction="0"/>
          </a:bodyPr>
          <a:lstStyle>
            <a:lvl1pPr defTabSz="868331">
              <a:lnSpc>
                <a:spcPct val="80000"/>
              </a:lnSpc>
              <a:defRPr b="0" sz="1500">
                <a:solidFill>
                  <a:srgbClr val="7C8C9A"/>
                </a:solidFill>
                <a:latin typeface="Mona Sans Display"/>
                <a:ea typeface="Mona Sans Display"/>
                <a:cs typeface="Mona Sans Display"/>
                <a:sym typeface="Mona Sans Display"/>
              </a:defRPr>
            </a:lvl1pPr>
          </a:lstStyle>
          <a:p>
            <a:pPr/>
            <a:r>
              <a:t>Why Context Graph first</a:t>
            </a:r>
          </a:p>
        </p:txBody>
      </p:sp>
      <p:sp>
        <p:nvSpPr>
          <p:cNvPr id="8775" name="No catalog panel"/>
          <p:cNvSpPr/>
          <p:nvPr/>
        </p:nvSpPr>
        <p:spPr>
          <a:xfrm>
            <a:off x="365758" y="1874516"/>
            <a:ext cx="5577846" cy="2331721"/>
          </a:xfrm>
          <a:prstGeom prst="roundRect">
            <a:avLst>
              <a:gd name="adj" fmla="val 3389"/>
            </a:avLst>
          </a:prstGeom>
          <a:solidFill>
            <a:srgbClr val="171D19"/>
          </a:solidFill>
          <a:ln w="12700">
            <a:solidFill>
              <a:srgbClr val="34423A"/>
            </a:solidFill>
          </a:ln>
        </p:spPr>
        <p:txBody>
          <a:bodyPr lIns="45718" tIns="45718" rIns="45718" bIns="45718" anchor="ctr"/>
          <a:lstStyle/>
          <a:p>
            <a:pPr algn="ctr">
              <a:defRPr>
                <a:solidFill>
                  <a:srgbClr val="FFFFFF"/>
                </a:solidFill>
              </a:defRPr>
            </a:pPr>
          </a:p>
        </p:txBody>
      </p:sp>
      <p:sp>
        <p:nvSpPr>
          <p:cNvPr id="8776" name="TextBox 32"/>
          <p:cNvSpPr txBox="1"/>
          <p:nvPr/>
        </p:nvSpPr>
        <p:spPr>
          <a:xfrm>
            <a:off x="548640" y="1968499"/>
            <a:ext cx="52120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FF6B9D"/>
                </a:solidFill>
                <a:latin typeface="Mona Sans Mono"/>
                <a:ea typeface="Mona Sans Mono"/>
                <a:cs typeface="Mona Sans Mono"/>
                <a:sym typeface="Mona Sans Mono"/>
              </a:defRPr>
            </a:lvl1pPr>
          </a:lstStyle>
          <a:p>
            <a:pPr/>
            <a:r>
              <a:t>NO CATALOG</a:t>
            </a:r>
          </a:p>
        </p:txBody>
      </p:sp>
      <p:sp>
        <p:nvSpPr>
          <p:cNvPr id="8777" name="Rounded Rectangle 33"/>
          <p:cNvSpPr/>
          <p:nvPr/>
        </p:nvSpPr>
        <p:spPr>
          <a:xfrm>
            <a:off x="685800" y="2377438"/>
            <a:ext cx="1005840" cy="411484"/>
          </a:xfrm>
          <a:prstGeom prst="roundRect">
            <a:avLst>
              <a:gd name="adj" fmla="val 11111"/>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778" name="Rounded Rectangle 34"/>
          <p:cNvSpPr/>
          <p:nvPr/>
        </p:nvSpPr>
        <p:spPr>
          <a:xfrm>
            <a:off x="2057400" y="2377438"/>
            <a:ext cx="1005840" cy="411484"/>
          </a:xfrm>
          <a:prstGeom prst="roundRect">
            <a:avLst>
              <a:gd name="adj" fmla="val 11111"/>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779" name="Rounded Rectangle 35"/>
          <p:cNvSpPr/>
          <p:nvPr/>
        </p:nvSpPr>
        <p:spPr>
          <a:xfrm>
            <a:off x="3429000" y="2377438"/>
            <a:ext cx="1005840" cy="411484"/>
          </a:xfrm>
          <a:prstGeom prst="roundRect">
            <a:avLst>
              <a:gd name="adj" fmla="val 11111"/>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780" name="Rounded Rectangle 36"/>
          <p:cNvSpPr/>
          <p:nvPr/>
        </p:nvSpPr>
        <p:spPr>
          <a:xfrm>
            <a:off x="4800600" y="2377438"/>
            <a:ext cx="1005840" cy="411484"/>
          </a:xfrm>
          <a:prstGeom prst="roundRect">
            <a:avLst>
              <a:gd name="adj" fmla="val 11111"/>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781" name="Rounded Rectangle 37"/>
          <p:cNvSpPr/>
          <p:nvPr/>
        </p:nvSpPr>
        <p:spPr>
          <a:xfrm>
            <a:off x="685800" y="2971800"/>
            <a:ext cx="1005840" cy="411481"/>
          </a:xfrm>
          <a:prstGeom prst="roundRect">
            <a:avLst>
              <a:gd name="adj" fmla="val 11111"/>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782" name="Rounded Rectangle 38"/>
          <p:cNvSpPr/>
          <p:nvPr/>
        </p:nvSpPr>
        <p:spPr>
          <a:xfrm>
            <a:off x="2057400" y="2971800"/>
            <a:ext cx="1005840" cy="411481"/>
          </a:xfrm>
          <a:prstGeom prst="roundRect">
            <a:avLst>
              <a:gd name="adj" fmla="val 11111"/>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783" name="Rounded Rectangle 39"/>
          <p:cNvSpPr/>
          <p:nvPr/>
        </p:nvSpPr>
        <p:spPr>
          <a:xfrm>
            <a:off x="3429000" y="2971800"/>
            <a:ext cx="1005840" cy="411481"/>
          </a:xfrm>
          <a:prstGeom prst="roundRect">
            <a:avLst>
              <a:gd name="adj" fmla="val 11111"/>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784" name="Rounded Rectangle 40"/>
          <p:cNvSpPr/>
          <p:nvPr/>
        </p:nvSpPr>
        <p:spPr>
          <a:xfrm>
            <a:off x="4800600" y="2971800"/>
            <a:ext cx="1005840" cy="411481"/>
          </a:xfrm>
          <a:prstGeom prst="roundRect">
            <a:avLst>
              <a:gd name="adj" fmla="val 11111"/>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785" name="Rounded Rectangle 41"/>
          <p:cNvSpPr/>
          <p:nvPr/>
        </p:nvSpPr>
        <p:spPr>
          <a:xfrm>
            <a:off x="685800" y="3566159"/>
            <a:ext cx="1005840" cy="411484"/>
          </a:xfrm>
          <a:prstGeom prst="roundRect">
            <a:avLst>
              <a:gd name="adj" fmla="val 11111"/>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786" name="Rounded Rectangle 42"/>
          <p:cNvSpPr/>
          <p:nvPr/>
        </p:nvSpPr>
        <p:spPr>
          <a:xfrm>
            <a:off x="2057400" y="3566159"/>
            <a:ext cx="1005840" cy="411484"/>
          </a:xfrm>
          <a:prstGeom prst="roundRect">
            <a:avLst>
              <a:gd name="adj" fmla="val 11111"/>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787" name="Rounded Rectangle 43"/>
          <p:cNvSpPr/>
          <p:nvPr/>
        </p:nvSpPr>
        <p:spPr>
          <a:xfrm>
            <a:off x="3429000" y="3566159"/>
            <a:ext cx="1005840" cy="411484"/>
          </a:xfrm>
          <a:prstGeom prst="roundRect">
            <a:avLst>
              <a:gd name="adj" fmla="val 11111"/>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788" name="Rounded Rectangle 44"/>
          <p:cNvSpPr/>
          <p:nvPr/>
        </p:nvSpPr>
        <p:spPr>
          <a:xfrm>
            <a:off x="4800600" y="3566159"/>
            <a:ext cx="1005840" cy="411484"/>
          </a:xfrm>
          <a:prstGeom prst="roundRect">
            <a:avLst>
              <a:gd name="adj" fmla="val 11111"/>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789" name="Connector 45"/>
          <p:cNvSpPr/>
          <p:nvPr/>
        </p:nvSpPr>
        <p:spPr>
          <a:xfrm>
            <a:off x="1188718" y="2583177"/>
            <a:ext cx="1371606" cy="4"/>
          </a:xfrm>
          <a:prstGeom prst="line">
            <a:avLst/>
          </a:prstGeom>
          <a:ln w="22225">
            <a:solidFill>
              <a:srgbClr val="FF6B9D"/>
            </a:solidFill>
            <a:prstDash val="dash"/>
          </a:ln>
        </p:spPr>
        <p:txBody>
          <a:bodyPr lIns="45718" tIns="45718" rIns="45718" bIns="45718"/>
          <a:lstStyle/>
          <a:p>
            <a:pPr/>
          </a:p>
        </p:txBody>
      </p:sp>
      <p:sp>
        <p:nvSpPr>
          <p:cNvPr id="8790" name="Connector 46"/>
          <p:cNvSpPr/>
          <p:nvPr/>
        </p:nvSpPr>
        <p:spPr>
          <a:xfrm>
            <a:off x="2560320" y="2583177"/>
            <a:ext cx="1371604" cy="4"/>
          </a:xfrm>
          <a:prstGeom prst="line">
            <a:avLst/>
          </a:prstGeom>
          <a:ln w="22225">
            <a:solidFill>
              <a:srgbClr val="FF6B9D"/>
            </a:solidFill>
            <a:prstDash val="dash"/>
          </a:ln>
        </p:spPr>
        <p:txBody>
          <a:bodyPr lIns="45718" tIns="45718" rIns="45718" bIns="45718"/>
          <a:lstStyle/>
          <a:p>
            <a:pPr/>
          </a:p>
        </p:txBody>
      </p:sp>
      <p:sp>
        <p:nvSpPr>
          <p:cNvPr id="8791" name="Connector 47"/>
          <p:cNvSpPr/>
          <p:nvPr/>
        </p:nvSpPr>
        <p:spPr>
          <a:xfrm>
            <a:off x="3931920" y="2583177"/>
            <a:ext cx="1371604" cy="4"/>
          </a:xfrm>
          <a:prstGeom prst="line">
            <a:avLst/>
          </a:prstGeom>
          <a:ln w="22225">
            <a:solidFill>
              <a:srgbClr val="FF6B9D"/>
            </a:solidFill>
            <a:prstDash val="dash"/>
          </a:ln>
        </p:spPr>
        <p:txBody>
          <a:bodyPr lIns="45718" tIns="45718" rIns="45718" bIns="45718"/>
          <a:lstStyle/>
          <a:p>
            <a:pPr/>
          </a:p>
        </p:txBody>
      </p:sp>
      <p:sp>
        <p:nvSpPr>
          <p:cNvPr id="8792" name="Connector 48"/>
          <p:cNvSpPr/>
          <p:nvPr/>
        </p:nvSpPr>
        <p:spPr>
          <a:xfrm>
            <a:off x="5303520" y="2583176"/>
            <a:ext cx="4" cy="594364"/>
          </a:xfrm>
          <a:prstGeom prst="line">
            <a:avLst/>
          </a:prstGeom>
          <a:ln w="22225">
            <a:solidFill>
              <a:srgbClr val="FF6B9D"/>
            </a:solidFill>
            <a:prstDash val="dash"/>
          </a:ln>
        </p:spPr>
        <p:txBody>
          <a:bodyPr lIns="45718" tIns="45718" rIns="45718" bIns="45718"/>
          <a:lstStyle/>
          <a:p>
            <a:pPr/>
          </a:p>
        </p:txBody>
      </p:sp>
      <p:sp>
        <p:nvSpPr>
          <p:cNvPr id="8793" name="Connector 49"/>
          <p:cNvSpPr/>
          <p:nvPr/>
        </p:nvSpPr>
        <p:spPr>
          <a:xfrm flipH="1">
            <a:off x="3931920" y="3177538"/>
            <a:ext cx="1371604" cy="4"/>
          </a:xfrm>
          <a:prstGeom prst="line">
            <a:avLst/>
          </a:prstGeom>
          <a:ln w="22225">
            <a:solidFill>
              <a:srgbClr val="FF6B9D"/>
            </a:solidFill>
            <a:prstDash val="dash"/>
          </a:ln>
        </p:spPr>
        <p:txBody>
          <a:bodyPr lIns="45718" tIns="45718" rIns="45718" bIns="45718"/>
          <a:lstStyle/>
          <a:p>
            <a:pPr/>
          </a:p>
        </p:txBody>
      </p:sp>
      <p:sp>
        <p:nvSpPr>
          <p:cNvPr id="8794" name="Connector 50"/>
          <p:cNvSpPr/>
          <p:nvPr/>
        </p:nvSpPr>
        <p:spPr>
          <a:xfrm flipH="1">
            <a:off x="2560320" y="3177538"/>
            <a:ext cx="1371604" cy="4"/>
          </a:xfrm>
          <a:prstGeom prst="line">
            <a:avLst/>
          </a:prstGeom>
          <a:ln w="22225">
            <a:solidFill>
              <a:srgbClr val="FF6B9D"/>
            </a:solidFill>
            <a:prstDash val="dash"/>
          </a:ln>
        </p:spPr>
        <p:txBody>
          <a:bodyPr lIns="45718" tIns="45718" rIns="45718" bIns="45718"/>
          <a:lstStyle/>
          <a:p>
            <a:pPr/>
          </a:p>
        </p:txBody>
      </p:sp>
      <p:sp>
        <p:nvSpPr>
          <p:cNvPr id="8795" name="Connector 51"/>
          <p:cNvSpPr/>
          <p:nvPr/>
        </p:nvSpPr>
        <p:spPr>
          <a:xfrm flipH="1">
            <a:off x="1188717" y="3177538"/>
            <a:ext cx="1371605" cy="4"/>
          </a:xfrm>
          <a:prstGeom prst="line">
            <a:avLst/>
          </a:prstGeom>
          <a:ln w="22225">
            <a:solidFill>
              <a:srgbClr val="FF6B9D"/>
            </a:solidFill>
            <a:prstDash val="dash"/>
          </a:ln>
        </p:spPr>
        <p:txBody>
          <a:bodyPr lIns="45718" tIns="45718" rIns="45718" bIns="45718"/>
          <a:lstStyle/>
          <a:p>
            <a:pPr/>
          </a:p>
        </p:txBody>
      </p:sp>
      <p:sp>
        <p:nvSpPr>
          <p:cNvPr id="8796" name="Connector 52"/>
          <p:cNvSpPr/>
          <p:nvPr/>
        </p:nvSpPr>
        <p:spPr>
          <a:xfrm flipH="1">
            <a:off x="1188719" y="3177537"/>
            <a:ext cx="3" cy="594363"/>
          </a:xfrm>
          <a:prstGeom prst="line">
            <a:avLst/>
          </a:prstGeom>
          <a:ln w="22225">
            <a:solidFill>
              <a:srgbClr val="FF6B9D"/>
            </a:solidFill>
            <a:prstDash val="dash"/>
          </a:ln>
        </p:spPr>
        <p:txBody>
          <a:bodyPr lIns="45718" tIns="45718" rIns="45718" bIns="45718"/>
          <a:lstStyle/>
          <a:p>
            <a:pPr/>
          </a:p>
        </p:txBody>
      </p:sp>
      <p:sp>
        <p:nvSpPr>
          <p:cNvPr id="8797" name="Connector 53"/>
          <p:cNvSpPr/>
          <p:nvPr/>
        </p:nvSpPr>
        <p:spPr>
          <a:xfrm>
            <a:off x="1188718" y="3771900"/>
            <a:ext cx="1371606" cy="0"/>
          </a:xfrm>
          <a:prstGeom prst="line">
            <a:avLst/>
          </a:prstGeom>
          <a:ln w="22225">
            <a:solidFill>
              <a:srgbClr val="FF6B9D"/>
            </a:solidFill>
            <a:prstDash val="dash"/>
          </a:ln>
        </p:spPr>
        <p:txBody>
          <a:bodyPr lIns="45718" tIns="45718" rIns="45718" bIns="45718"/>
          <a:lstStyle/>
          <a:p>
            <a:pPr/>
          </a:p>
        </p:txBody>
      </p:sp>
      <p:sp>
        <p:nvSpPr>
          <p:cNvPr id="8798" name="Connector 54"/>
          <p:cNvSpPr/>
          <p:nvPr/>
        </p:nvSpPr>
        <p:spPr>
          <a:xfrm>
            <a:off x="2560320" y="3771900"/>
            <a:ext cx="1371604" cy="0"/>
          </a:xfrm>
          <a:prstGeom prst="line">
            <a:avLst/>
          </a:prstGeom>
          <a:ln w="22225">
            <a:solidFill>
              <a:srgbClr val="FF6B9D"/>
            </a:solidFill>
            <a:prstDash val="dash"/>
          </a:ln>
        </p:spPr>
        <p:txBody>
          <a:bodyPr lIns="45718" tIns="45718" rIns="45718" bIns="45718"/>
          <a:lstStyle/>
          <a:p>
            <a:pPr/>
          </a:p>
        </p:txBody>
      </p:sp>
      <p:sp>
        <p:nvSpPr>
          <p:cNvPr id="8799" name="Connector 55"/>
          <p:cNvSpPr/>
          <p:nvPr/>
        </p:nvSpPr>
        <p:spPr>
          <a:xfrm>
            <a:off x="3931920" y="3771900"/>
            <a:ext cx="1371604" cy="0"/>
          </a:xfrm>
          <a:prstGeom prst="line">
            <a:avLst/>
          </a:prstGeom>
          <a:ln w="22225">
            <a:solidFill>
              <a:srgbClr val="FF6B9D"/>
            </a:solidFill>
            <a:prstDash val="dash"/>
          </a:ln>
        </p:spPr>
        <p:txBody>
          <a:bodyPr lIns="45718" tIns="45718" rIns="45718" bIns="45718"/>
          <a:lstStyle/>
          <a:p>
            <a:pPr/>
          </a:p>
        </p:txBody>
      </p:sp>
      <p:sp>
        <p:nvSpPr>
          <p:cNvPr id="8800" name="Oval 56"/>
          <p:cNvSpPr/>
          <p:nvPr/>
        </p:nvSpPr>
        <p:spPr>
          <a:xfrm>
            <a:off x="1060702" y="2455164"/>
            <a:ext cx="256033" cy="256033"/>
          </a:xfrm>
          <a:prstGeom prst="ellipse">
            <a:avLst/>
          </a:prstGeom>
          <a:solidFill>
            <a:srgbClr val="FF6B9D"/>
          </a:solidFill>
          <a:ln w="12700">
            <a:solidFill>
              <a:srgbClr val="FFFFFF"/>
            </a:solidFill>
          </a:ln>
        </p:spPr>
        <p:txBody>
          <a:bodyPr lIns="45718" tIns="45718" rIns="45718" bIns="45718" anchor="ctr"/>
          <a:lstStyle/>
          <a:p>
            <a:pPr algn="ctr">
              <a:defRPr>
                <a:solidFill>
                  <a:srgbClr val="FFFFFF"/>
                </a:solidFill>
              </a:defRPr>
            </a:pPr>
          </a:p>
        </p:txBody>
      </p:sp>
      <p:sp>
        <p:nvSpPr>
          <p:cNvPr id="8801" name="Catalog panel"/>
          <p:cNvSpPr/>
          <p:nvPr/>
        </p:nvSpPr>
        <p:spPr>
          <a:xfrm>
            <a:off x="6217920" y="1874516"/>
            <a:ext cx="5577843" cy="2331721"/>
          </a:xfrm>
          <a:prstGeom prst="roundRect">
            <a:avLst>
              <a:gd name="adj" fmla="val 3389"/>
            </a:avLst>
          </a:prstGeom>
          <a:solidFill>
            <a:srgbClr val="171D19"/>
          </a:solidFill>
          <a:ln w="19050">
            <a:solidFill>
              <a:srgbClr val="5FED83"/>
            </a:solidFill>
          </a:ln>
        </p:spPr>
        <p:txBody>
          <a:bodyPr lIns="45718" tIns="45718" rIns="45718" bIns="45718" anchor="ctr"/>
          <a:lstStyle/>
          <a:p>
            <a:pPr algn="ctr">
              <a:defRPr>
                <a:solidFill>
                  <a:srgbClr val="FFFFFF"/>
                </a:solidFill>
              </a:defRPr>
            </a:pPr>
          </a:p>
        </p:txBody>
      </p:sp>
      <p:sp>
        <p:nvSpPr>
          <p:cNvPr id="8802" name="TextBox 59"/>
          <p:cNvSpPr txBox="1"/>
          <p:nvPr/>
        </p:nvSpPr>
        <p:spPr>
          <a:xfrm>
            <a:off x="6400800" y="1968499"/>
            <a:ext cx="52120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5FED83"/>
                </a:solidFill>
                <a:latin typeface="Mona Sans Mono"/>
                <a:ea typeface="Mona Sans Mono"/>
                <a:cs typeface="Mona Sans Mono"/>
                <a:sym typeface="Mona Sans Mono"/>
              </a:defRPr>
            </a:lvl1pPr>
          </a:lstStyle>
          <a:p>
            <a:pPr/>
            <a:r>
              <a:t>CATALOG</a:t>
            </a:r>
          </a:p>
        </p:txBody>
      </p:sp>
      <p:grpSp>
        <p:nvGrpSpPr>
          <p:cNvPr id="8805" name="Rounded Rectangle 60"/>
          <p:cNvGrpSpPr/>
          <p:nvPr/>
        </p:nvGrpSpPr>
        <p:grpSpPr>
          <a:xfrm>
            <a:off x="6400800" y="2285999"/>
            <a:ext cx="1828800" cy="310902"/>
            <a:chOff x="0" y="0"/>
            <a:chExt cx="1828800" cy="310900"/>
          </a:xfrm>
        </p:grpSpPr>
        <p:sp>
          <p:nvSpPr>
            <p:cNvPr id="8803" name="Rounded Rectangle"/>
            <p:cNvSpPr/>
            <p:nvPr/>
          </p:nvSpPr>
          <p:spPr>
            <a:xfrm>
              <a:off x="0" y="-1"/>
              <a:ext cx="1828800" cy="310902"/>
            </a:xfrm>
            <a:prstGeom prst="roundRect">
              <a:avLst>
                <a:gd name="adj" fmla="val 50000"/>
              </a:avLst>
            </a:prstGeom>
            <a:solidFill>
              <a:srgbClr val="12301A"/>
            </a:solidFill>
            <a:ln w="12700" cap="flat">
              <a:solidFill>
                <a:srgbClr val="5FED83"/>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804" name="search: chess"/>
            <p:cNvSpPr txBox="1"/>
            <p:nvPr/>
          </p:nvSpPr>
          <p:spPr>
            <a:xfrm>
              <a:off x="106743" y="48259"/>
              <a:ext cx="1615315" cy="2143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8" tIns="18288" rIns="18288" bIns="18288" numCol="1" anchor="ctr">
              <a:spAutoFit/>
            </a:bodyPr>
            <a:lstStyle>
              <a:lvl1pPr algn="ctr">
                <a:defRPr sz="1200">
                  <a:solidFill>
                    <a:srgbClr val="5FED83"/>
                  </a:solidFill>
                  <a:latin typeface="Mona Sans Mono"/>
                  <a:ea typeface="Mona Sans Mono"/>
                  <a:cs typeface="Mona Sans Mono"/>
                  <a:sym typeface="Mona Sans Mono"/>
                </a:defRPr>
              </a:lvl1pPr>
            </a:lstStyle>
            <a:p>
              <a:pPr/>
              <a:r>
                <a:t>search: chess</a:t>
              </a:r>
            </a:p>
          </p:txBody>
        </p:sp>
      </p:grpSp>
      <p:sp>
        <p:nvSpPr>
          <p:cNvPr id="8806" name="Rounded Rectangle 61"/>
          <p:cNvSpPr/>
          <p:nvPr/>
        </p:nvSpPr>
        <p:spPr>
          <a:xfrm>
            <a:off x="6400800" y="2743200"/>
            <a:ext cx="1005840" cy="347474"/>
          </a:xfrm>
          <a:prstGeom prst="roundRect">
            <a:avLst>
              <a:gd name="adj" fmla="val 13157"/>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807" name="Rounded Rectangle"/>
          <p:cNvSpPr/>
          <p:nvPr/>
        </p:nvSpPr>
        <p:spPr>
          <a:xfrm>
            <a:off x="7635238" y="2743198"/>
            <a:ext cx="1005848" cy="347480"/>
          </a:xfrm>
          <a:prstGeom prst="roundRect">
            <a:avLst>
              <a:gd name="adj" fmla="val 13157"/>
            </a:avLst>
          </a:prstGeom>
          <a:solidFill>
            <a:srgbClr val="12301A"/>
          </a:solidFill>
          <a:ln w="25400">
            <a:solidFill>
              <a:srgbClr val="5FED83"/>
            </a:solidFill>
          </a:ln>
        </p:spPr>
        <p:txBody>
          <a:bodyPr lIns="45718" tIns="45718" rIns="45718" bIns="45718" anchor="ctr"/>
          <a:lstStyle/>
          <a:p>
            <a:pPr algn="ctr">
              <a:defRPr>
                <a:solidFill>
                  <a:srgbClr val="FFFFFF"/>
                </a:solidFill>
              </a:defRPr>
            </a:pPr>
          </a:p>
        </p:txBody>
      </p:sp>
      <p:sp>
        <p:nvSpPr>
          <p:cNvPr id="8808" name="Rounded Rectangle 63"/>
          <p:cNvSpPr/>
          <p:nvPr/>
        </p:nvSpPr>
        <p:spPr>
          <a:xfrm>
            <a:off x="8869680" y="2743200"/>
            <a:ext cx="1005844" cy="347474"/>
          </a:xfrm>
          <a:prstGeom prst="roundRect">
            <a:avLst>
              <a:gd name="adj" fmla="val 13157"/>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809" name="Rounded Rectangle 64"/>
          <p:cNvSpPr/>
          <p:nvPr/>
        </p:nvSpPr>
        <p:spPr>
          <a:xfrm>
            <a:off x="6400800" y="3200400"/>
            <a:ext cx="1005840" cy="347474"/>
          </a:xfrm>
          <a:prstGeom prst="roundRect">
            <a:avLst>
              <a:gd name="adj" fmla="val 13157"/>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810" name="Rounded Rectangle 65"/>
          <p:cNvSpPr/>
          <p:nvPr/>
        </p:nvSpPr>
        <p:spPr>
          <a:xfrm>
            <a:off x="7635240" y="3200400"/>
            <a:ext cx="1005844" cy="347474"/>
          </a:xfrm>
          <a:prstGeom prst="roundRect">
            <a:avLst>
              <a:gd name="adj" fmla="val 13157"/>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811" name="Rounded Rectangle"/>
          <p:cNvSpPr/>
          <p:nvPr/>
        </p:nvSpPr>
        <p:spPr>
          <a:xfrm>
            <a:off x="8869677" y="3200398"/>
            <a:ext cx="1005848" cy="347480"/>
          </a:xfrm>
          <a:prstGeom prst="roundRect">
            <a:avLst>
              <a:gd name="adj" fmla="val 13157"/>
            </a:avLst>
          </a:prstGeom>
          <a:solidFill>
            <a:srgbClr val="12301A"/>
          </a:solidFill>
          <a:ln w="25400">
            <a:solidFill>
              <a:srgbClr val="5FED83"/>
            </a:solidFill>
          </a:ln>
        </p:spPr>
        <p:txBody>
          <a:bodyPr lIns="45718" tIns="45718" rIns="45718" bIns="45718" anchor="ctr"/>
          <a:lstStyle/>
          <a:p>
            <a:pPr algn="ctr">
              <a:defRPr>
                <a:solidFill>
                  <a:srgbClr val="FFFFFF"/>
                </a:solidFill>
              </a:defRPr>
            </a:pPr>
          </a:p>
        </p:txBody>
      </p:sp>
      <p:sp>
        <p:nvSpPr>
          <p:cNvPr id="8812" name="Rounded Rectangle"/>
          <p:cNvSpPr/>
          <p:nvPr/>
        </p:nvSpPr>
        <p:spPr>
          <a:xfrm>
            <a:off x="6400800" y="3657597"/>
            <a:ext cx="1005845" cy="347480"/>
          </a:xfrm>
          <a:prstGeom prst="roundRect">
            <a:avLst>
              <a:gd name="adj" fmla="val 13157"/>
            </a:avLst>
          </a:prstGeom>
          <a:solidFill>
            <a:srgbClr val="12301A"/>
          </a:solidFill>
          <a:ln w="25400">
            <a:solidFill>
              <a:srgbClr val="5FED83"/>
            </a:solidFill>
          </a:ln>
        </p:spPr>
        <p:txBody>
          <a:bodyPr lIns="45718" tIns="45718" rIns="45718" bIns="45718" anchor="ctr"/>
          <a:lstStyle/>
          <a:p>
            <a:pPr algn="ctr">
              <a:defRPr>
                <a:solidFill>
                  <a:srgbClr val="FFFFFF"/>
                </a:solidFill>
              </a:defRPr>
            </a:pPr>
          </a:p>
        </p:txBody>
      </p:sp>
      <p:sp>
        <p:nvSpPr>
          <p:cNvPr id="8813" name="Rounded Rectangle 68"/>
          <p:cNvSpPr/>
          <p:nvPr/>
        </p:nvSpPr>
        <p:spPr>
          <a:xfrm>
            <a:off x="7635240" y="3657600"/>
            <a:ext cx="1005844" cy="347474"/>
          </a:xfrm>
          <a:prstGeom prst="roundRect">
            <a:avLst>
              <a:gd name="adj" fmla="val 13157"/>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sp>
        <p:nvSpPr>
          <p:cNvPr id="8814" name="Rounded Rectangle 69"/>
          <p:cNvSpPr/>
          <p:nvPr/>
        </p:nvSpPr>
        <p:spPr>
          <a:xfrm>
            <a:off x="8869680" y="3657600"/>
            <a:ext cx="1005844" cy="347474"/>
          </a:xfrm>
          <a:prstGeom prst="roundRect">
            <a:avLst>
              <a:gd name="adj" fmla="val 13157"/>
            </a:avLst>
          </a:prstGeom>
          <a:solidFill>
            <a:srgbClr val="1F2822"/>
          </a:solidFill>
          <a:ln w="12700">
            <a:solidFill>
              <a:srgbClr val="34423A"/>
            </a:solidFill>
          </a:ln>
        </p:spPr>
        <p:txBody>
          <a:bodyPr lIns="45718" tIns="45718" rIns="45718" bIns="45718" anchor="ctr"/>
          <a:lstStyle/>
          <a:p>
            <a:pPr algn="ctr">
              <a:defRPr>
                <a:solidFill>
                  <a:srgbClr val="FFFFFF"/>
                </a:solidFill>
              </a:defRPr>
            </a:pPr>
          </a:p>
        </p:txBody>
      </p:sp>
      <p:grpSp>
        <p:nvGrpSpPr>
          <p:cNvPr id="8817" name="Rounded Rectangle 70"/>
          <p:cNvGrpSpPr/>
          <p:nvPr/>
        </p:nvGrpSpPr>
        <p:grpSpPr>
          <a:xfrm>
            <a:off x="10195559" y="2697475"/>
            <a:ext cx="1417327" cy="566937"/>
            <a:chOff x="0" y="-1"/>
            <a:chExt cx="1417325" cy="566935"/>
          </a:xfrm>
        </p:grpSpPr>
        <p:sp>
          <p:nvSpPr>
            <p:cNvPr id="8815" name="Rounded Rectangle"/>
            <p:cNvSpPr/>
            <p:nvPr/>
          </p:nvSpPr>
          <p:spPr>
            <a:xfrm>
              <a:off x="0" y="-2"/>
              <a:ext cx="1417327" cy="566936"/>
            </a:xfrm>
            <a:prstGeom prst="roundRect">
              <a:avLst>
                <a:gd name="adj" fmla="val 9677"/>
              </a:avLst>
            </a:prstGeom>
            <a:solidFill>
              <a:srgbClr val="12301A"/>
            </a:solidFill>
            <a:ln w="19050" cap="flat">
              <a:solidFill>
                <a:srgbClr val="5FED83"/>
              </a:solidFill>
              <a:prstDash val="dash"/>
              <a:round/>
            </a:ln>
            <a:effectLst/>
          </p:spPr>
          <p:txBody>
            <a:bodyPr wrap="square" lIns="45718" tIns="45718" rIns="45718" bIns="45718" numCol="1" anchor="ctr">
              <a:noAutofit/>
            </a:bodyPr>
            <a:lstStyle/>
            <a:p>
              <a:pPr algn="ctr">
                <a:defRPr>
                  <a:solidFill>
                    <a:srgbClr val="FFFFFF"/>
                  </a:solidFill>
                </a:defRPr>
              </a:pPr>
            </a:p>
          </p:txBody>
        </p:sp>
        <p:sp>
          <p:nvSpPr>
            <p:cNvPr id="8816" name="another location"/>
            <p:cNvSpPr txBox="1"/>
            <p:nvPr/>
          </p:nvSpPr>
          <p:spPr>
            <a:xfrm>
              <a:off x="53024" y="182625"/>
              <a:ext cx="1311277" cy="2016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8" tIns="18288" rIns="18288" bIns="18288" numCol="1" anchor="ctr">
              <a:spAutoFit/>
            </a:bodyPr>
            <a:lstStyle>
              <a:lvl1pPr algn="ctr">
                <a:defRPr sz="1100">
                  <a:solidFill>
                    <a:srgbClr val="5FED83"/>
                  </a:solidFill>
                </a:defRPr>
              </a:lvl1pPr>
            </a:lstStyle>
            <a:p>
              <a:pPr/>
              <a:r>
                <a:t>other site</a:t>
              </a:r>
            </a:p>
          </p:txBody>
        </p:sp>
      </p:grpSp>
      <p:grpSp>
        <p:nvGrpSpPr>
          <p:cNvPr id="8820" name="Rounded Rectangle 71"/>
          <p:cNvGrpSpPr/>
          <p:nvPr/>
        </p:nvGrpSpPr>
        <p:grpSpPr>
          <a:xfrm>
            <a:off x="10195559" y="3383278"/>
            <a:ext cx="1417327" cy="566936"/>
            <a:chOff x="0" y="-1"/>
            <a:chExt cx="1417325" cy="566935"/>
          </a:xfrm>
        </p:grpSpPr>
        <p:sp>
          <p:nvSpPr>
            <p:cNvPr id="8818" name="Rounded Rectangle"/>
            <p:cNvSpPr/>
            <p:nvPr/>
          </p:nvSpPr>
          <p:spPr>
            <a:xfrm>
              <a:off x="0" y="-2"/>
              <a:ext cx="1417327" cy="566936"/>
            </a:xfrm>
            <a:prstGeom prst="roundRect">
              <a:avLst>
                <a:gd name="adj" fmla="val 9677"/>
              </a:avLst>
            </a:prstGeom>
            <a:solidFill>
              <a:srgbClr val="12301A"/>
            </a:solidFill>
            <a:ln w="19050" cap="flat">
              <a:solidFill>
                <a:srgbClr val="5FED83"/>
              </a:solidFill>
              <a:prstDash val="dash"/>
              <a:round/>
            </a:ln>
            <a:effectLst/>
          </p:spPr>
          <p:txBody>
            <a:bodyPr wrap="square" lIns="45718" tIns="45718" rIns="45718" bIns="45718" numCol="1" anchor="ctr">
              <a:noAutofit/>
            </a:bodyPr>
            <a:lstStyle/>
            <a:p>
              <a:pPr algn="ctr">
                <a:defRPr>
                  <a:solidFill>
                    <a:srgbClr val="FFFFFF"/>
                  </a:solidFill>
                </a:defRPr>
              </a:pPr>
            </a:p>
          </p:txBody>
        </p:sp>
        <p:sp>
          <p:nvSpPr>
            <p:cNvPr id="8819" name="audiobook, not on a shelf"/>
            <p:cNvSpPr txBox="1"/>
            <p:nvPr/>
          </p:nvSpPr>
          <p:spPr>
            <a:xfrm>
              <a:off x="53024" y="182626"/>
              <a:ext cx="1311277" cy="2016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8" tIns="18288" rIns="18288" bIns="18288" numCol="1" anchor="ctr">
              <a:spAutoFit/>
            </a:bodyPr>
            <a:lstStyle>
              <a:lvl1pPr algn="ctr">
                <a:defRPr sz="1100">
                  <a:solidFill>
                    <a:srgbClr val="5FED83"/>
                  </a:solidFill>
                </a:defRPr>
              </a:lvl1pPr>
            </a:lstStyle>
            <a:p>
              <a:pPr/>
              <a:r>
                <a:t>audiobook</a:t>
              </a:r>
            </a:p>
          </p:txBody>
        </p:sp>
      </p:grpSp>
      <p:grpSp>
        <p:nvGrpSpPr>
          <p:cNvPr id="8823" name="Rounded Rectangle 74"/>
          <p:cNvGrpSpPr/>
          <p:nvPr/>
        </p:nvGrpSpPr>
        <p:grpSpPr>
          <a:xfrm>
            <a:off x="365759" y="4526279"/>
            <a:ext cx="3657603" cy="868683"/>
            <a:chOff x="0" y="0"/>
            <a:chExt cx="3657601" cy="868682"/>
          </a:xfrm>
        </p:grpSpPr>
        <p:sp>
          <p:nvSpPr>
            <p:cNvPr id="8821" name="Rounded Rectangle"/>
            <p:cNvSpPr/>
            <p:nvPr/>
          </p:nvSpPr>
          <p:spPr>
            <a:xfrm>
              <a:off x="-1" y="-1"/>
              <a:ext cx="3657603" cy="868684"/>
            </a:xfrm>
            <a:prstGeom prst="roundRect">
              <a:avLst>
                <a:gd name="adj" fmla="val 10526"/>
              </a:avLst>
            </a:prstGeom>
            <a:solidFill>
              <a:srgbClr val="171D19"/>
            </a:solidFill>
            <a:ln w="12700" cap="flat">
              <a:solidFill>
                <a:srgbClr val="34423A"/>
              </a:solidFill>
              <a:prstDash val="solid"/>
              <a:round/>
            </a:ln>
            <a:effectLst/>
          </p:spPr>
          <p:txBody>
            <a:bodyPr wrap="square" lIns="45718" tIns="45718" rIns="45718" bIns="45718" numCol="1" anchor="ctr">
              <a:noAutofit/>
            </a:bodyPr>
            <a:lstStyle/>
            <a:p>
              <a:pPr>
                <a:defRPr>
                  <a:solidFill>
                    <a:srgbClr val="FFFFFF"/>
                  </a:solidFill>
                </a:defRPr>
              </a:pPr>
            </a:p>
          </p:txBody>
        </p:sp>
        <p:sp>
          <p:nvSpPr>
            <p:cNvPr id="8822" name="Librarian…"/>
            <p:cNvSpPr txBox="1"/>
            <p:nvPr/>
          </p:nvSpPr>
          <p:spPr>
            <a:xfrm>
              <a:off x="121227" y="94488"/>
              <a:ext cx="3415145" cy="6797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defRPr b="1" sz="2000">
                  <a:solidFill>
                    <a:srgbClr val="FFFFFF"/>
                  </a:solidFill>
                </a:defRPr>
              </a:pPr>
              <a:r>
                <a:t>Librarian</a:t>
              </a:r>
            </a:p>
            <a:p>
              <a:pPr>
                <a:defRPr sz="1500">
                  <a:solidFill>
                    <a:srgbClr val="B0BAC2"/>
                  </a:solidFill>
                </a:defRPr>
              </a:pPr>
              <a:r>
                <a:t>Model</a:t>
              </a:r>
            </a:p>
          </p:txBody>
        </p:sp>
      </p:grpSp>
      <p:grpSp>
        <p:nvGrpSpPr>
          <p:cNvPr id="8826" name="Rounded Rectangle 75"/>
          <p:cNvGrpSpPr/>
          <p:nvPr/>
        </p:nvGrpSpPr>
        <p:grpSpPr>
          <a:xfrm>
            <a:off x="4251959" y="4526279"/>
            <a:ext cx="3657603" cy="868683"/>
            <a:chOff x="0" y="0"/>
            <a:chExt cx="3657601" cy="868682"/>
          </a:xfrm>
        </p:grpSpPr>
        <p:sp>
          <p:nvSpPr>
            <p:cNvPr id="8824" name="Rounded Rectangle"/>
            <p:cNvSpPr/>
            <p:nvPr/>
          </p:nvSpPr>
          <p:spPr>
            <a:xfrm>
              <a:off x="0" y="-1"/>
              <a:ext cx="3657602" cy="868684"/>
            </a:xfrm>
            <a:prstGeom prst="roundRect">
              <a:avLst>
                <a:gd name="adj" fmla="val 10526"/>
              </a:avLst>
            </a:prstGeom>
            <a:solidFill>
              <a:srgbClr val="171D19"/>
            </a:solidFill>
            <a:ln w="12700" cap="flat">
              <a:solidFill>
                <a:srgbClr val="34423A"/>
              </a:solidFill>
              <a:prstDash val="solid"/>
              <a:round/>
            </a:ln>
            <a:effectLst/>
          </p:spPr>
          <p:txBody>
            <a:bodyPr wrap="square" lIns="45718" tIns="45718" rIns="45718" bIns="45718" numCol="1" anchor="ctr">
              <a:noAutofit/>
            </a:bodyPr>
            <a:lstStyle/>
            <a:p>
              <a:pPr>
                <a:defRPr>
                  <a:solidFill>
                    <a:srgbClr val="FFFFFF"/>
                  </a:solidFill>
                </a:defRPr>
              </a:pPr>
            </a:p>
          </p:txBody>
        </p:sp>
        <p:sp>
          <p:nvSpPr>
            <p:cNvPr id="8825" name="Shelves…"/>
            <p:cNvSpPr txBox="1"/>
            <p:nvPr/>
          </p:nvSpPr>
          <p:spPr>
            <a:xfrm>
              <a:off x="96146" y="94488"/>
              <a:ext cx="3465308" cy="6797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defRPr b="1" sz="2000">
                  <a:solidFill>
                    <a:srgbClr val="FFFFFF"/>
                  </a:solidFill>
                </a:defRPr>
              </a:pPr>
              <a:r>
                <a:t>Shelves</a:t>
              </a:r>
            </a:p>
            <a:p>
              <a:pPr>
                <a:defRPr sz="1500">
                  <a:solidFill>
                    <a:srgbClr val="B0BAC2"/>
                  </a:solidFill>
                </a:defRPr>
              </a:pPr>
              <a:r>
                <a:t>Repos</a:t>
              </a:r>
            </a:p>
          </p:txBody>
        </p:sp>
      </p:grpSp>
      <p:grpSp>
        <p:nvGrpSpPr>
          <p:cNvPr id="8829" name="Rounded Rectangle 76"/>
          <p:cNvGrpSpPr/>
          <p:nvPr/>
        </p:nvGrpSpPr>
        <p:grpSpPr>
          <a:xfrm>
            <a:off x="8138159" y="4526279"/>
            <a:ext cx="3657602" cy="868683"/>
            <a:chOff x="0" y="0"/>
            <a:chExt cx="3657601" cy="868682"/>
          </a:xfrm>
        </p:grpSpPr>
        <p:sp>
          <p:nvSpPr>
            <p:cNvPr id="8827" name="Rounded Rectangle"/>
            <p:cNvSpPr/>
            <p:nvPr/>
          </p:nvSpPr>
          <p:spPr>
            <a:xfrm>
              <a:off x="-1" y="-1"/>
              <a:ext cx="3657602" cy="868684"/>
            </a:xfrm>
            <a:prstGeom prst="roundRect">
              <a:avLst>
                <a:gd name="adj" fmla="val 10526"/>
              </a:avLst>
            </a:prstGeom>
            <a:solidFill>
              <a:srgbClr val="0F2336"/>
            </a:solidFill>
            <a:ln w="19050" cap="flat">
              <a:solidFill>
                <a:schemeClr val="accent4"/>
              </a:solidFill>
              <a:prstDash val="solid"/>
              <a:round/>
            </a:ln>
            <a:effectLst/>
          </p:spPr>
          <p:txBody>
            <a:bodyPr wrap="square" lIns="45718" tIns="45718" rIns="45718" bIns="45718" numCol="1" anchor="ctr">
              <a:noAutofit/>
            </a:bodyPr>
            <a:lstStyle/>
            <a:p>
              <a:pPr>
                <a:defRPr>
                  <a:solidFill>
                    <a:srgbClr val="FFFFFF"/>
                  </a:solidFill>
                </a:defRPr>
              </a:pPr>
            </a:p>
          </p:txBody>
        </p:sp>
        <p:sp>
          <p:nvSpPr>
            <p:cNvPr id="8828" name="Catalog…"/>
            <p:cNvSpPr txBox="1"/>
            <p:nvPr/>
          </p:nvSpPr>
          <p:spPr>
            <a:xfrm>
              <a:off x="67794" y="94488"/>
              <a:ext cx="3522010" cy="6797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defRPr b="1" sz="2000">
                  <a:solidFill>
                    <a:srgbClr val="5CB2FF"/>
                  </a:solidFill>
                </a:defRPr>
              </a:pPr>
              <a:r>
                <a:t>Catalog</a:t>
              </a:r>
              <a:endParaRPr>
                <a:solidFill>
                  <a:srgbClr val="FFFFFF"/>
                </a:solidFill>
              </a:endParaRPr>
            </a:p>
            <a:p>
              <a:pPr>
                <a:defRPr sz="1500">
                  <a:solidFill>
                    <a:srgbClr val="B0BAC2"/>
                  </a:solidFill>
                </a:defRPr>
              </a:pPr>
              <a:r>
                <a:t>Context Graph</a:t>
              </a:r>
            </a:p>
          </p:txBody>
        </p:sp>
      </p:grpSp>
      <p:grpSp>
        <p:nvGrpSpPr>
          <p:cNvPr id="8832" name="Rounded Rectangle 78"/>
          <p:cNvGrpSpPr/>
          <p:nvPr/>
        </p:nvGrpSpPr>
        <p:grpSpPr>
          <a:xfrm>
            <a:off x="365759" y="5715000"/>
            <a:ext cx="3566161" cy="347478"/>
            <a:chOff x="0" y="0"/>
            <a:chExt cx="3566160" cy="347477"/>
          </a:xfrm>
        </p:grpSpPr>
        <p:sp>
          <p:nvSpPr>
            <p:cNvPr id="8830" name="Rounded Rectangle"/>
            <p:cNvSpPr/>
            <p:nvPr/>
          </p:nvSpPr>
          <p:spPr>
            <a:xfrm>
              <a:off x="-1" y="0"/>
              <a:ext cx="3566161" cy="347478"/>
            </a:xfrm>
            <a:prstGeom prst="roundRect">
              <a:avLst>
                <a:gd name="adj" fmla="val 50000"/>
              </a:avLst>
            </a:prstGeom>
            <a:solidFill>
              <a:srgbClr val="0F2336"/>
            </a:solidFill>
            <a:ln w="12700" cap="flat">
              <a:solidFill>
                <a:schemeClr val="accent4"/>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831" name="Context Graph query"/>
            <p:cNvSpPr txBox="1"/>
            <p:nvPr/>
          </p:nvSpPr>
          <p:spPr>
            <a:xfrm>
              <a:off x="112098" y="66547"/>
              <a:ext cx="3341960" cy="2143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8" tIns="18288" rIns="18288" bIns="18288" numCol="1" anchor="ctr">
              <a:spAutoFit/>
            </a:bodyPr>
            <a:lstStyle>
              <a:lvl1pPr algn="ctr">
                <a:defRPr b="1" sz="1200">
                  <a:solidFill>
                    <a:srgbClr val="5CB2FF"/>
                  </a:solidFill>
                </a:defRPr>
              </a:lvl1pPr>
            </a:lstStyle>
            <a:p>
              <a:pPr/>
              <a:r>
                <a:t>Query</a:t>
              </a:r>
            </a:p>
          </p:txBody>
        </p:sp>
      </p:grpSp>
      <p:sp>
        <p:nvSpPr>
          <p:cNvPr id="8833" name="Connector 79"/>
          <p:cNvSpPr/>
          <p:nvPr/>
        </p:nvSpPr>
        <p:spPr>
          <a:xfrm>
            <a:off x="3959352" y="5888735"/>
            <a:ext cx="310900" cy="4"/>
          </a:xfrm>
          <a:prstGeom prst="line">
            <a:avLst/>
          </a:prstGeom>
          <a:ln w="22225">
            <a:solidFill>
              <a:srgbClr val="B0BAC2"/>
            </a:solidFill>
            <a:tailEnd type="triangle"/>
          </a:ln>
        </p:spPr>
        <p:txBody>
          <a:bodyPr lIns="45718" tIns="45718" rIns="45718" bIns="45718"/>
          <a:lstStyle/>
          <a:p>
            <a:pPr/>
          </a:p>
        </p:txBody>
      </p:sp>
      <p:grpSp>
        <p:nvGrpSpPr>
          <p:cNvPr id="8836" name="Rounded Rectangle 80"/>
          <p:cNvGrpSpPr/>
          <p:nvPr/>
        </p:nvGrpSpPr>
        <p:grpSpPr>
          <a:xfrm>
            <a:off x="4297679" y="5715000"/>
            <a:ext cx="3566161" cy="347478"/>
            <a:chOff x="0" y="0"/>
            <a:chExt cx="3566160" cy="347477"/>
          </a:xfrm>
        </p:grpSpPr>
        <p:sp>
          <p:nvSpPr>
            <p:cNvPr id="8834" name="Rounded Rectangle"/>
            <p:cNvSpPr/>
            <p:nvPr/>
          </p:nvSpPr>
          <p:spPr>
            <a:xfrm>
              <a:off x="-1" y="0"/>
              <a:ext cx="3566161" cy="347478"/>
            </a:xfrm>
            <a:prstGeom prst="roundRect">
              <a:avLst>
                <a:gd name="adj" fmla="val 50000"/>
              </a:avLst>
            </a:prstGeom>
            <a:solidFill>
              <a:srgbClr val="1F2822"/>
            </a:solidFill>
            <a:ln w="12700" cap="flat">
              <a:solidFill>
                <a:srgbClr val="34423A"/>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835" name="Candidates to verify in code"/>
            <p:cNvSpPr txBox="1"/>
            <p:nvPr/>
          </p:nvSpPr>
          <p:spPr>
            <a:xfrm>
              <a:off x="112099" y="66547"/>
              <a:ext cx="3341959" cy="2143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8" tIns="18288" rIns="18288" bIns="18288" numCol="1" anchor="ctr">
              <a:spAutoFit/>
            </a:bodyPr>
            <a:lstStyle>
              <a:lvl1pPr algn="ctr">
                <a:defRPr b="1" sz="1200">
                  <a:solidFill>
                    <a:srgbClr val="FFFFFF"/>
                  </a:solidFill>
                </a:defRPr>
              </a:lvl1pPr>
            </a:lstStyle>
            <a:p>
              <a:pPr/>
              <a:r>
                <a:t>Verify</a:t>
              </a:r>
            </a:p>
          </p:txBody>
        </p:sp>
      </p:grpSp>
      <p:sp>
        <p:nvSpPr>
          <p:cNvPr id="8837" name="Connector 81"/>
          <p:cNvSpPr/>
          <p:nvPr/>
        </p:nvSpPr>
        <p:spPr>
          <a:xfrm>
            <a:off x="7891271" y="5888735"/>
            <a:ext cx="310900" cy="4"/>
          </a:xfrm>
          <a:prstGeom prst="line">
            <a:avLst/>
          </a:prstGeom>
          <a:ln w="22225">
            <a:solidFill>
              <a:srgbClr val="B0BAC2"/>
            </a:solidFill>
            <a:tailEnd type="triangle"/>
          </a:ln>
        </p:spPr>
        <p:txBody>
          <a:bodyPr lIns="45718" tIns="45718" rIns="45718" bIns="45718"/>
          <a:lstStyle/>
          <a:p>
            <a:pPr/>
          </a:p>
        </p:txBody>
      </p:sp>
      <p:grpSp>
        <p:nvGrpSpPr>
          <p:cNvPr id="8840" name="Rounded Rectangle 82"/>
          <p:cNvGrpSpPr/>
          <p:nvPr/>
        </p:nvGrpSpPr>
        <p:grpSpPr>
          <a:xfrm>
            <a:off x="8229599" y="5715000"/>
            <a:ext cx="3566162" cy="347478"/>
            <a:chOff x="0" y="0"/>
            <a:chExt cx="3566161" cy="347477"/>
          </a:xfrm>
        </p:grpSpPr>
        <p:sp>
          <p:nvSpPr>
            <p:cNvPr id="8838" name="Rounded Rectangle"/>
            <p:cNvSpPr/>
            <p:nvPr/>
          </p:nvSpPr>
          <p:spPr>
            <a:xfrm>
              <a:off x="-1" y="0"/>
              <a:ext cx="3566162" cy="347478"/>
            </a:xfrm>
            <a:prstGeom prst="roundRect">
              <a:avLst>
                <a:gd name="adj" fmla="val 50000"/>
              </a:avLst>
            </a:prstGeom>
            <a:solidFill>
              <a:srgbClr val="12301A"/>
            </a:solidFill>
            <a:ln w="12700" cap="flat">
              <a:solidFill>
                <a:srgbClr val="5FED83"/>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839" name="api-simulation makes them runnable"/>
            <p:cNvSpPr txBox="1"/>
            <p:nvPr/>
          </p:nvSpPr>
          <p:spPr>
            <a:xfrm>
              <a:off x="112100" y="66547"/>
              <a:ext cx="3341959" cy="2143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8" tIns="18288" rIns="18288" bIns="18288" numCol="1" anchor="ctr">
              <a:spAutoFit/>
            </a:bodyPr>
            <a:lstStyle>
              <a:lvl1pPr algn="ctr">
                <a:defRPr b="1" sz="1200">
                  <a:solidFill>
                    <a:srgbClr val="5FED83"/>
                  </a:solidFill>
                </a:defRPr>
              </a:lvl1pPr>
            </a:lstStyle>
            <a:p>
              <a:pPr/>
              <a:r>
                <a:t>Simulate</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8775"/>
                                        </p:tgtEl>
                                        <p:attrNameLst>
                                          <p:attrName>style.visibility</p:attrName>
                                        </p:attrNameLst>
                                      </p:cBhvr>
                                      <p:to>
                                        <p:strVal val="visible"/>
                                      </p:to>
                                    </p:set>
                                    <p:animEffect filter="fade" transition="in">
                                      <p:cBhvr>
                                        <p:cTn id="7" dur="500"/>
                                        <p:tgtEl>
                                          <p:spTgt spid="8775"/>
                                        </p:tgtEl>
                                      </p:cBhvr>
                                    </p:animEffect>
                                  </p:childTnLst>
                                </p:cTn>
                              </p:par>
                            </p:childTnLst>
                          </p:cTn>
                        </p:par>
                        <p:par>
                          <p:cTn id="8" fill="hold">
                            <p:stCondLst>
                              <p:cond delay="500"/>
                            </p:stCondLst>
                            <p:childTnLst>
                              <p:par>
                                <p:cTn id="9" presetClass="entr" nodeType="afterEffect" presetID="10" grpId="2" fill="hold">
                                  <p:stCondLst>
                                    <p:cond delay="0"/>
                                  </p:stCondLst>
                                  <p:iterate type="el" backwards="0">
                                    <p:tmAbs val="0"/>
                                  </p:iterate>
                                  <p:childTnLst>
                                    <p:set>
                                      <p:cBhvr>
                                        <p:cTn id="10" fill="hold"/>
                                        <p:tgtEl>
                                          <p:spTgt spid="8776"/>
                                        </p:tgtEl>
                                        <p:attrNameLst>
                                          <p:attrName>style.visibility</p:attrName>
                                        </p:attrNameLst>
                                      </p:cBhvr>
                                      <p:to>
                                        <p:strVal val="visible"/>
                                      </p:to>
                                    </p:set>
                                    <p:animEffect filter="fade" transition="in">
                                      <p:cBhvr>
                                        <p:cTn id="11" dur="500"/>
                                        <p:tgtEl>
                                          <p:spTgt spid="8776"/>
                                        </p:tgtEl>
                                      </p:cBhvr>
                                    </p:animEffect>
                                  </p:childTnLst>
                                </p:cTn>
                              </p:par>
                            </p:childTnLst>
                          </p:cTn>
                        </p:par>
                        <p:par>
                          <p:cTn id="12" fill="hold">
                            <p:stCondLst>
                              <p:cond delay="1000"/>
                            </p:stCondLst>
                            <p:childTnLst>
                              <p:par>
                                <p:cTn id="13" presetClass="entr" nodeType="afterEffect" presetID="10" grpId="3" fill="hold">
                                  <p:stCondLst>
                                    <p:cond delay="0"/>
                                  </p:stCondLst>
                                  <p:iterate type="el" backwards="0">
                                    <p:tmAbs val="0"/>
                                  </p:iterate>
                                  <p:childTnLst>
                                    <p:set>
                                      <p:cBhvr>
                                        <p:cTn id="14" fill="hold"/>
                                        <p:tgtEl>
                                          <p:spTgt spid="8777"/>
                                        </p:tgtEl>
                                        <p:attrNameLst>
                                          <p:attrName>style.visibility</p:attrName>
                                        </p:attrNameLst>
                                      </p:cBhvr>
                                      <p:to>
                                        <p:strVal val="visible"/>
                                      </p:to>
                                    </p:set>
                                    <p:animEffect filter="fade" transition="in">
                                      <p:cBhvr>
                                        <p:cTn id="15" dur="500"/>
                                        <p:tgtEl>
                                          <p:spTgt spid="8777"/>
                                        </p:tgtEl>
                                      </p:cBhvr>
                                    </p:animEffect>
                                  </p:childTnLst>
                                </p:cTn>
                              </p:par>
                            </p:childTnLst>
                          </p:cTn>
                        </p:par>
                        <p:par>
                          <p:cTn id="16" fill="hold">
                            <p:stCondLst>
                              <p:cond delay="1500"/>
                            </p:stCondLst>
                            <p:childTnLst>
                              <p:par>
                                <p:cTn id="17" presetClass="entr" nodeType="afterEffect" presetID="10" grpId="4" fill="hold">
                                  <p:stCondLst>
                                    <p:cond delay="0"/>
                                  </p:stCondLst>
                                  <p:iterate type="el" backwards="0">
                                    <p:tmAbs val="0"/>
                                  </p:iterate>
                                  <p:childTnLst>
                                    <p:set>
                                      <p:cBhvr>
                                        <p:cTn id="18" fill="hold"/>
                                        <p:tgtEl>
                                          <p:spTgt spid="8778"/>
                                        </p:tgtEl>
                                        <p:attrNameLst>
                                          <p:attrName>style.visibility</p:attrName>
                                        </p:attrNameLst>
                                      </p:cBhvr>
                                      <p:to>
                                        <p:strVal val="visible"/>
                                      </p:to>
                                    </p:set>
                                    <p:animEffect filter="fade" transition="in">
                                      <p:cBhvr>
                                        <p:cTn id="19" dur="500"/>
                                        <p:tgtEl>
                                          <p:spTgt spid="8778"/>
                                        </p:tgtEl>
                                      </p:cBhvr>
                                    </p:animEffect>
                                  </p:childTnLst>
                                </p:cTn>
                              </p:par>
                            </p:childTnLst>
                          </p:cTn>
                        </p:par>
                        <p:par>
                          <p:cTn id="20" fill="hold">
                            <p:stCondLst>
                              <p:cond delay="2000"/>
                            </p:stCondLst>
                            <p:childTnLst>
                              <p:par>
                                <p:cTn id="21" presetClass="entr" nodeType="afterEffect" presetID="10" grpId="5" fill="hold">
                                  <p:stCondLst>
                                    <p:cond delay="0"/>
                                  </p:stCondLst>
                                  <p:iterate type="el" backwards="0">
                                    <p:tmAbs val="0"/>
                                  </p:iterate>
                                  <p:childTnLst>
                                    <p:set>
                                      <p:cBhvr>
                                        <p:cTn id="22" fill="hold"/>
                                        <p:tgtEl>
                                          <p:spTgt spid="8779"/>
                                        </p:tgtEl>
                                        <p:attrNameLst>
                                          <p:attrName>style.visibility</p:attrName>
                                        </p:attrNameLst>
                                      </p:cBhvr>
                                      <p:to>
                                        <p:strVal val="visible"/>
                                      </p:to>
                                    </p:set>
                                    <p:animEffect filter="fade" transition="in">
                                      <p:cBhvr>
                                        <p:cTn id="23" dur="500"/>
                                        <p:tgtEl>
                                          <p:spTgt spid="8779"/>
                                        </p:tgtEl>
                                      </p:cBhvr>
                                    </p:animEffect>
                                  </p:childTnLst>
                                </p:cTn>
                              </p:par>
                            </p:childTnLst>
                          </p:cTn>
                        </p:par>
                        <p:par>
                          <p:cTn id="24" fill="hold">
                            <p:stCondLst>
                              <p:cond delay="2500"/>
                            </p:stCondLst>
                            <p:childTnLst>
                              <p:par>
                                <p:cTn id="25" presetClass="entr" nodeType="afterEffect" presetID="10" grpId="6" fill="hold">
                                  <p:stCondLst>
                                    <p:cond delay="0"/>
                                  </p:stCondLst>
                                  <p:iterate type="el" backwards="0">
                                    <p:tmAbs val="0"/>
                                  </p:iterate>
                                  <p:childTnLst>
                                    <p:set>
                                      <p:cBhvr>
                                        <p:cTn id="26" fill="hold"/>
                                        <p:tgtEl>
                                          <p:spTgt spid="8780"/>
                                        </p:tgtEl>
                                        <p:attrNameLst>
                                          <p:attrName>style.visibility</p:attrName>
                                        </p:attrNameLst>
                                      </p:cBhvr>
                                      <p:to>
                                        <p:strVal val="visible"/>
                                      </p:to>
                                    </p:set>
                                    <p:animEffect filter="fade" transition="in">
                                      <p:cBhvr>
                                        <p:cTn id="27" dur="500"/>
                                        <p:tgtEl>
                                          <p:spTgt spid="8780"/>
                                        </p:tgtEl>
                                      </p:cBhvr>
                                    </p:animEffect>
                                  </p:childTnLst>
                                </p:cTn>
                              </p:par>
                            </p:childTnLst>
                          </p:cTn>
                        </p:par>
                        <p:par>
                          <p:cTn id="28" fill="hold">
                            <p:stCondLst>
                              <p:cond delay="3000"/>
                            </p:stCondLst>
                            <p:childTnLst>
                              <p:par>
                                <p:cTn id="29" presetClass="entr" nodeType="afterEffect" presetID="10" grpId="7" fill="hold">
                                  <p:stCondLst>
                                    <p:cond delay="0"/>
                                  </p:stCondLst>
                                  <p:iterate type="el" backwards="0">
                                    <p:tmAbs val="0"/>
                                  </p:iterate>
                                  <p:childTnLst>
                                    <p:set>
                                      <p:cBhvr>
                                        <p:cTn id="30" fill="hold"/>
                                        <p:tgtEl>
                                          <p:spTgt spid="8781"/>
                                        </p:tgtEl>
                                        <p:attrNameLst>
                                          <p:attrName>style.visibility</p:attrName>
                                        </p:attrNameLst>
                                      </p:cBhvr>
                                      <p:to>
                                        <p:strVal val="visible"/>
                                      </p:to>
                                    </p:set>
                                    <p:animEffect filter="fade" transition="in">
                                      <p:cBhvr>
                                        <p:cTn id="31" dur="500"/>
                                        <p:tgtEl>
                                          <p:spTgt spid="8781"/>
                                        </p:tgtEl>
                                      </p:cBhvr>
                                    </p:animEffect>
                                  </p:childTnLst>
                                </p:cTn>
                              </p:par>
                            </p:childTnLst>
                          </p:cTn>
                        </p:par>
                        <p:par>
                          <p:cTn id="32" fill="hold">
                            <p:stCondLst>
                              <p:cond delay="3500"/>
                            </p:stCondLst>
                            <p:childTnLst>
                              <p:par>
                                <p:cTn id="33" presetClass="entr" nodeType="afterEffect" presetID="10" grpId="8" fill="hold">
                                  <p:stCondLst>
                                    <p:cond delay="0"/>
                                  </p:stCondLst>
                                  <p:iterate type="el" backwards="0">
                                    <p:tmAbs val="0"/>
                                  </p:iterate>
                                  <p:childTnLst>
                                    <p:set>
                                      <p:cBhvr>
                                        <p:cTn id="34" fill="hold"/>
                                        <p:tgtEl>
                                          <p:spTgt spid="8782"/>
                                        </p:tgtEl>
                                        <p:attrNameLst>
                                          <p:attrName>style.visibility</p:attrName>
                                        </p:attrNameLst>
                                      </p:cBhvr>
                                      <p:to>
                                        <p:strVal val="visible"/>
                                      </p:to>
                                    </p:set>
                                    <p:animEffect filter="fade" transition="in">
                                      <p:cBhvr>
                                        <p:cTn id="35" dur="500"/>
                                        <p:tgtEl>
                                          <p:spTgt spid="8782"/>
                                        </p:tgtEl>
                                      </p:cBhvr>
                                    </p:animEffect>
                                  </p:childTnLst>
                                </p:cTn>
                              </p:par>
                            </p:childTnLst>
                          </p:cTn>
                        </p:par>
                        <p:par>
                          <p:cTn id="36" fill="hold">
                            <p:stCondLst>
                              <p:cond delay="4000"/>
                            </p:stCondLst>
                            <p:childTnLst>
                              <p:par>
                                <p:cTn id="37" presetClass="entr" nodeType="afterEffect" presetID="10" grpId="9" fill="hold">
                                  <p:stCondLst>
                                    <p:cond delay="0"/>
                                  </p:stCondLst>
                                  <p:iterate type="el" backwards="0">
                                    <p:tmAbs val="0"/>
                                  </p:iterate>
                                  <p:childTnLst>
                                    <p:set>
                                      <p:cBhvr>
                                        <p:cTn id="38" fill="hold"/>
                                        <p:tgtEl>
                                          <p:spTgt spid="8783"/>
                                        </p:tgtEl>
                                        <p:attrNameLst>
                                          <p:attrName>style.visibility</p:attrName>
                                        </p:attrNameLst>
                                      </p:cBhvr>
                                      <p:to>
                                        <p:strVal val="visible"/>
                                      </p:to>
                                    </p:set>
                                    <p:animEffect filter="fade" transition="in">
                                      <p:cBhvr>
                                        <p:cTn id="39" dur="500"/>
                                        <p:tgtEl>
                                          <p:spTgt spid="8783"/>
                                        </p:tgtEl>
                                      </p:cBhvr>
                                    </p:animEffect>
                                  </p:childTnLst>
                                </p:cTn>
                              </p:par>
                            </p:childTnLst>
                          </p:cTn>
                        </p:par>
                        <p:par>
                          <p:cTn id="40" fill="hold">
                            <p:stCondLst>
                              <p:cond delay="4500"/>
                            </p:stCondLst>
                            <p:childTnLst>
                              <p:par>
                                <p:cTn id="41" presetClass="entr" nodeType="afterEffect" presetID="10" grpId="10" fill="hold">
                                  <p:stCondLst>
                                    <p:cond delay="0"/>
                                  </p:stCondLst>
                                  <p:iterate type="el" backwards="0">
                                    <p:tmAbs val="0"/>
                                  </p:iterate>
                                  <p:childTnLst>
                                    <p:set>
                                      <p:cBhvr>
                                        <p:cTn id="42" fill="hold"/>
                                        <p:tgtEl>
                                          <p:spTgt spid="8784"/>
                                        </p:tgtEl>
                                        <p:attrNameLst>
                                          <p:attrName>style.visibility</p:attrName>
                                        </p:attrNameLst>
                                      </p:cBhvr>
                                      <p:to>
                                        <p:strVal val="visible"/>
                                      </p:to>
                                    </p:set>
                                    <p:animEffect filter="fade" transition="in">
                                      <p:cBhvr>
                                        <p:cTn id="43" dur="500"/>
                                        <p:tgtEl>
                                          <p:spTgt spid="8784"/>
                                        </p:tgtEl>
                                      </p:cBhvr>
                                    </p:animEffect>
                                  </p:childTnLst>
                                </p:cTn>
                              </p:par>
                            </p:childTnLst>
                          </p:cTn>
                        </p:par>
                        <p:par>
                          <p:cTn id="44" fill="hold">
                            <p:stCondLst>
                              <p:cond delay="5000"/>
                            </p:stCondLst>
                            <p:childTnLst>
                              <p:par>
                                <p:cTn id="45" presetClass="entr" nodeType="afterEffect" presetID="10" grpId="11" fill="hold">
                                  <p:stCondLst>
                                    <p:cond delay="0"/>
                                  </p:stCondLst>
                                  <p:iterate type="el" backwards="0">
                                    <p:tmAbs val="0"/>
                                  </p:iterate>
                                  <p:childTnLst>
                                    <p:set>
                                      <p:cBhvr>
                                        <p:cTn id="46" fill="hold"/>
                                        <p:tgtEl>
                                          <p:spTgt spid="8785"/>
                                        </p:tgtEl>
                                        <p:attrNameLst>
                                          <p:attrName>style.visibility</p:attrName>
                                        </p:attrNameLst>
                                      </p:cBhvr>
                                      <p:to>
                                        <p:strVal val="visible"/>
                                      </p:to>
                                    </p:set>
                                    <p:animEffect filter="fade" transition="in">
                                      <p:cBhvr>
                                        <p:cTn id="47" dur="500"/>
                                        <p:tgtEl>
                                          <p:spTgt spid="8785"/>
                                        </p:tgtEl>
                                      </p:cBhvr>
                                    </p:animEffect>
                                  </p:childTnLst>
                                </p:cTn>
                              </p:par>
                            </p:childTnLst>
                          </p:cTn>
                        </p:par>
                        <p:par>
                          <p:cTn id="48" fill="hold">
                            <p:stCondLst>
                              <p:cond delay="5500"/>
                            </p:stCondLst>
                            <p:childTnLst>
                              <p:par>
                                <p:cTn id="49" presetClass="entr" nodeType="afterEffect" presetID="10" grpId="12" fill="hold">
                                  <p:stCondLst>
                                    <p:cond delay="0"/>
                                  </p:stCondLst>
                                  <p:iterate type="el" backwards="0">
                                    <p:tmAbs val="0"/>
                                  </p:iterate>
                                  <p:childTnLst>
                                    <p:set>
                                      <p:cBhvr>
                                        <p:cTn id="50" fill="hold"/>
                                        <p:tgtEl>
                                          <p:spTgt spid="8786"/>
                                        </p:tgtEl>
                                        <p:attrNameLst>
                                          <p:attrName>style.visibility</p:attrName>
                                        </p:attrNameLst>
                                      </p:cBhvr>
                                      <p:to>
                                        <p:strVal val="visible"/>
                                      </p:to>
                                    </p:set>
                                    <p:animEffect filter="fade" transition="in">
                                      <p:cBhvr>
                                        <p:cTn id="51" dur="500"/>
                                        <p:tgtEl>
                                          <p:spTgt spid="8786"/>
                                        </p:tgtEl>
                                      </p:cBhvr>
                                    </p:animEffect>
                                  </p:childTnLst>
                                </p:cTn>
                              </p:par>
                            </p:childTnLst>
                          </p:cTn>
                        </p:par>
                        <p:par>
                          <p:cTn id="52" fill="hold">
                            <p:stCondLst>
                              <p:cond delay="6000"/>
                            </p:stCondLst>
                            <p:childTnLst>
                              <p:par>
                                <p:cTn id="53" presetClass="entr" nodeType="afterEffect" presetID="10" grpId="13" fill="hold">
                                  <p:stCondLst>
                                    <p:cond delay="0"/>
                                  </p:stCondLst>
                                  <p:iterate type="el" backwards="0">
                                    <p:tmAbs val="0"/>
                                  </p:iterate>
                                  <p:childTnLst>
                                    <p:set>
                                      <p:cBhvr>
                                        <p:cTn id="54" fill="hold"/>
                                        <p:tgtEl>
                                          <p:spTgt spid="8787"/>
                                        </p:tgtEl>
                                        <p:attrNameLst>
                                          <p:attrName>style.visibility</p:attrName>
                                        </p:attrNameLst>
                                      </p:cBhvr>
                                      <p:to>
                                        <p:strVal val="visible"/>
                                      </p:to>
                                    </p:set>
                                    <p:animEffect filter="fade" transition="in">
                                      <p:cBhvr>
                                        <p:cTn id="55" dur="500"/>
                                        <p:tgtEl>
                                          <p:spTgt spid="8787"/>
                                        </p:tgtEl>
                                      </p:cBhvr>
                                    </p:animEffect>
                                  </p:childTnLst>
                                </p:cTn>
                              </p:par>
                            </p:childTnLst>
                          </p:cTn>
                        </p:par>
                        <p:par>
                          <p:cTn id="56" fill="hold">
                            <p:stCondLst>
                              <p:cond delay="6500"/>
                            </p:stCondLst>
                            <p:childTnLst>
                              <p:par>
                                <p:cTn id="57" presetClass="entr" nodeType="afterEffect" presetID="10" grpId="14" fill="hold">
                                  <p:stCondLst>
                                    <p:cond delay="0"/>
                                  </p:stCondLst>
                                  <p:iterate type="el" backwards="0">
                                    <p:tmAbs val="0"/>
                                  </p:iterate>
                                  <p:childTnLst>
                                    <p:set>
                                      <p:cBhvr>
                                        <p:cTn id="58" fill="hold"/>
                                        <p:tgtEl>
                                          <p:spTgt spid="8788"/>
                                        </p:tgtEl>
                                        <p:attrNameLst>
                                          <p:attrName>style.visibility</p:attrName>
                                        </p:attrNameLst>
                                      </p:cBhvr>
                                      <p:to>
                                        <p:strVal val="visible"/>
                                      </p:to>
                                    </p:set>
                                    <p:animEffect filter="fade" transition="in">
                                      <p:cBhvr>
                                        <p:cTn id="59" dur="500"/>
                                        <p:tgtEl>
                                          <p:spTgt spid="8788"/>
                                        </p:tgtEl>
                                      </p:cBhvr>
                                    </p:animEffect>
                                  </p:childTnLst>
                                </p:cTn>
                              </p:par>
                            </p:childTnLst>
                          </p:cTn>
                        </p:par>
                      </p:childTnLst>
                    </p:cTn>
                  </p:par>
                  <p:par>
                    <p:cTn id="60" fill="hold">
                      <p:stCondLst>
                        <p:cond delay="indefinite"/>
                      </p:stCondLst>
                      <p:childTnLst>
                        <p:par>
                          <p:cTn id="61" fill="hold">
                            <p:stCondLst>
                              <p:cond delay="0"/>
                            </p:stCondLst>
                            <p:childTnLst>
                              <p:par>
                                <p:cTn id="62" presetClass="entr" nodeType="clickEffect" presetID="10" grpId="15" fill="hold">
                                  <p:stCondLst>
                                    <p:cond delay="0"/>
                                  </p:stCondLst>
                                  <p:iterate type="el" backwards="0">
                                    <p:tmAbs val="0"/>
                                  </p:iterate>
                                  <p:childTnLst>
                                    <p:set>
                                      <p:cBhvr>
                                        <p:cTn id="63" fill="hold"/>
                                        <p:tgtEl>
                                          <p:spTgt spid="8789"/>
                                        </p:tgtEl>
                                        <p:attrNameLst>
                                          <p:attrName>style.visibility</p:attrName>
                                        </p:attrNameLst>
                                      </p:cBhvr>
                                      <p:to>
                                        <p:strVal val="visible"/>
                                      </p:to>
                                    </p:set>
                                    <p:animEffect filter="fade" transition="in">
                                      <p:cBhvr>
                                        <p:cTn id="64" dur="500"/>
                                        <p:tgtEl>
                                          <p:spTgt spid="8789"/>
                                        </p:tgtEl>
                                      </p:cBhvr>
                                    </p:animEffect>
                                  </p:childTnLst>
                                </p:cTn>
                              </p:par>
                            </p:childTnLst>
                          </p:cTn>
                        </p:par>
                        <p:par>
                          <p:cTn id="65" fill="hold">
                            <p:stCondLst>
                              <p:cond delay="500"/>
                            </p:stCondLst>
                            <p:childTnLst>
                              <p:par>
                                <p:cTn id="66" presetClass="entr" nodeType="afterEffect" presetID="10" grpId="16" fill="hold">
                                  <p:stCondLst>
                                    <p:cond delay="0"/>
                                  </p:stCondLst>
                                  <p:iterate type="el" backwards="0">
                                    <p:tmAbs val="0"/>
                                  </p:iterate>
                                  <p:childTnLst>
                                    <p:set>
                                      <p:cBhvr>
                                        <p:cTn id="67" fill="hold"/>
                                        <p:tgtEl>
                                          <p:spTgt spid="8790"/>
                                        </p:tgtEl>
                                        <p:attrNameLst>
                                          <p:attrName>style.visibility</p:attrName>
                                        </p:attrNameLst>
                                      </p:cBhvr>
                                      <p:to>
                                        <p:strVal val="visible"/>
                                      </p:to>
                                    </p:set>
                                    <p:animEffect filter="fade" transition="in">
                                      <p:cBhvr>
                                        <p:cTn id="68" dur="500"/>
                                        <p:tgtEl>
                                          <p:spTgt spid="8790"/>
                                        </p:tgtEl>
                                      </p:cBhvr>
                                    </p:animEffect>
                                  </p:childTnLst>
                                </p:cTn>
                              </p:par>
                            </p:childTnLst>
                          </p:cTn>
                        </p:par>
                        <p:par>
                          <p:cTn id="69" fill="hold">
                            <p:stCondLst>
                              <p:cond delay="1000"/>
                            </p:stCondLst>
                            <p:childTnLst>
                              <p:par>
                                <p:cTn id="70" presetClass="entr" nodeType="afterEffect" presetID="10" grpId="17" fill="hold">
                                  <p:stCondLst>
                                    <p:cond delay="0"/>
                                  </p:stCondLst>
                                  <p:iterate type="el" backwards="0">
                                    <p:tmAbs val="0"/>
                                  </p:iterate>
                                  <p:childTnLst>
                                    <p:set>
                                      <p:cBhvr>
                                        <p:cTn id="71" fill="hold"/>
                                        <p:tgtEl>
                                          <p:spTgt spid="8791"/>
                                        </p:tgtEl>
                                        <p:attrNameLst>
                                          <p:attrName>style.visibility</p:attrName>
                                        </p:attrNameLst>
                                      </p:cBhvr>
                                      <p:to>
                                        <p:strVal val="visible"/>
                                      </p:to>
                                    </p:set>
                                    <p:animEffect filter="fade" transition="in">
                                      <p:cBhvr>
                                        <p:cTn id="72" dur="500"/>
                                        <p:tgtEl>
                                          <p:spTgt spid="8791"/>
                                        </p:tgtEl>
                                      </p:cBhvr>
                                    </p:animEffect>
                                  </p:childTnLst>
                                </p:cTn>
                              </p:par>
                            </p:childTnLst>
                          </p:cTn>
                        </p:par>
                        <p:par>
                          <p:cTn id="73" fill="hold">
                            <p:stCondLst>
                              <p:cond delay="1500"/>
                            </p:stCondLst>
                            <p:childTnLst>
                              <p:par>
                                <p:cTn id="74" presetClass="entr" nodeType="afterEffect" presetID="10" grpId="18" fill="hold">
                                  <p:stCondLst>
                                    <p:cond delay="0"/>
                                  </p:stCondLst>
                                  <p:iterate type="el" backwards="0">
                                    <p:tmAbs val="0"/>
                                  </p:iterate>
                                  <p:childTnLst>
                                    <p:set>
                                      <p:cBhvr>
                                        <p:cTn id="75" fill="hold"/>
                                        <p:tgtEl>
                                          <p:spTgt spid="8792"/>
                                        </p:tgtEl>
                                        <p:attrNameLst>
                                          <p:attrName>style.visibility</p:attrName>
                                        </p:attrNameLst>
                                      </p:cBhvr>
                                      <p:to>
                                        <p:strVal val="visible"/>
                                      </p:to>
                                    </p:set>
                                    <p:animEffect filter="fade" transition="in">
                                      <p:cBhvr>
                                        <p:cTn id="76" dur="500"/>
                                        <p:tgtEl>
                                          <p:spTgt spid="8792"/>
                                        </p:tgtEl>
                                      </p:cBhvr>
                                    </p:animEffect>
                                  </p:childTnLst>
                                </p:cTn>
                              </p:par>
                            </p:childTnLst>
                          </p:cTn>
                        </p:par>
                        <p:par>
                          <p:cTn id="77" fill="hold">
                            <p:stCondLst>
                              <p:cond delay="2000"/>
                            </p:stCondLst>
                            <p:childTnLst>
                              <p:par>
                                <p:cTn id="78" presetClass="entr" nodeType="afterEffect" presetID="10" grpId="19" fill="hold">
                                  <p:stCondLst>
                                    <p:cond delay="0"/>
                                  </p:stCondLst>
                                  <p:iterate type="el" backwards="0">
                                    <p:tmAbs val="0"/>
                                  </p:iterate>
                                  <p:childTnLst>
                                    <p:set>
                                      <p:cBhvr>
                                        <p:cTn id="79" fill="hold"/>
                                        <p:tgtEl>
                                          <p:spTgt spid="8793"/>
                                        </p:tgtEl>
                                        <p:attrNameLst>
                                          <p:attrName>style.visibility</p:attrName>
                                        </p:attrNameLst>
                                      </p:cBhvr>
                                      <p:to>
                                        <p:strVal val="visible"/>
                                      </p:to>
                                    </p:set>
                                    <p:animEffect filter="fade" transition="in">
                                      <p:cBhvr>
                                        <p:cTn id="80" dur="500"/>
                                        <p:tgtEl>
                                          <p:spTgt spid="8793"/>
                                        </p:tgtEl>
                                      </p:cBhvr>
                                    </p:animEffect>
                                  </p:childTnLst>
                                </p:cTn>
                              </p:par>
                            </p:childTnLst>
                          </p:cTn>
                        </p:par>
                        <p:par>
                          <p:cTn id="81" fill="hold">
                            <p:stCondLst>
                              <p:cond delay="2500"/>
                            </p:stCondLst>
                            <p:childTnLst>
                              <p:par>
                                <p:cTn id="82" presetClass="entr" nodeType="afterEffect" presetID="10" grpId="20" fill="hold">
                                  <p:stCondLst>
                                    <p:cond delay="0"/>
                                  </p:stCondLst>
                                  <p:iterate type="el" backwards="0">
                                    <p:tmAbs val="0"/>
                                  </p:iterate>
                                  <p:childTnLst>
                                    <p:set>
                                      <p:cBhvr>
                                        <p:cTn id="83" fill="hold"/>
                                        <p:tgtEl>
                                          <p:spTgt spid="8794"/>
                                        </p:tgtEl>
                                        <p:attrNameLst>
                                          <p:attrName>style.visibility</p:attrName>
                                        </p:attrNameLst>
                                      </p:cBhvr>
                                      <p:to>
                                        <p:strVal val="visible"/>
                                      </p:to>
                                    </p:set>
                                    <p:animEffect filter="fade" transition="in">
                                      <p:cBhvr>
                                        <p:cTn id="84" dur="500"/>
                                        <p:tgtEl>
                                          <p:spTgt spid="8794"/>
                                        </p:tgtEl>
                                      </p:cBhvr>
                                    </p:animEffect>
                                  </p:childTnLst>
                                </p:cTn>
                              </p:par>
                            </p:childTnLst>
                          </p:cTn>
                        </p:par>
                        <p:par>
                          <p:cTn id="85" fill="hold">
                            <p:stCondLst>
                              <p:cond delay="3000"/>
                            </p:stCondLst>
                            <p:childTnLst>
                              <p:par>
                                <p:cTn id="86" presetClass="entr" nodeType="afterEffect" presetID="10" grpId="21" fill="hold">
                                  <p:stCondLst>
                                    <p:cond delay="0"/>
                                  </p:stCondLst>
                                  <p:iterate type="el" backwards="0">
                                    <p:tmAbs val="0"/>
                                  </p:iterate>
                                  <p:childTnLst>
                                    <p:set>
                                      <p:cBhvr>
                                        <p:cTn id="87" fill="hold"/>
                                        <p:tgtEl>
                                          <p:spTgt spid="8795"/>
                                        </p:tgtEl>
                                        <p:attrNameLst>
                                          <p:attrName>style.visibility</p:attrName>
                                        </p:attrNameLst>
                                      </p:cBhvr>
                                      <p:to>
                                        <p:strVal val="visible"/>
                                      </p:to>
                                    </p:set>
                                    <p:animEffect filter="fade" transition="in">
                                      <p:cBhvr>
                                        <p:cTn id="88" dur="500"/>
                                        <p:tgtEl>
                                          <p:spTgt spid="8795"/>
                                        </p:tgtEl>
                                      </p:cBhvr>
                                    </p:animEffect>
                                  </p:childTnLst>
                                </p:cTn>
                              </p:par>
                            </p:childTnLst>
                          </p:cTn>
                        </p:par>
                        <p:par>
                          <p:cTn id="89" fill="hold">
                            <p:stCondLst>
                              <p:cond delay="3500"/>
                            </p:stCondLst>
                            <p:childTnLst>
                              <p:par>
                                <p:cTn id="90" presetClass="entr" nodeType="afterEffect" presetID="10" grpId="22" fill="hold">
                                  <p:stCondLst>
                                    <p:cond delay="0"/>
                                  </p:stCondLst>
                                  <p:iterate type="el" backwards="0">
                                    <p:tmAbs val="0"/>
                                  </p:iterate>
                                  <p:childTnLst>
                                    <p:set>
                                      <p:cBhvr>
                                        <p:cTn id="91" fill="hold"/>
                                        <p:tgtEl>
                                          <p:spTgt spid="8796"/>
                                        </p:tgtEl>
                                        <p:attrNameLst>
                                          <p:attrName>style.visibility</p:attrName>
                                        </p:attrNameLst>
                                      </p:cBhvr>
                                      <p:to>
                                        <p:strVal val="visible"/>
                                      </p:to>
                                    </p:set>
                                    <p:animEffect filter="fade" transition="in">
                                      <p:cBhvr>
                                        <p:cTn id="92" dur="500"/>
                                        <p:tgtEl>
                                          <p:spTgt spid="8796"/>
                                        </p:tgtEl>
                                      </p:cBhvr>
                                    </p:animEffect>
                                  </p:childTnLst>
                                </p:cTn>
                              </p:par>
                            </p:childTnLst>
                          </p:cTn>
                        </p:par>
                        <p:par>
                          <p:cTn id="93" fill="hold">
                            <p:stCondLst>
                              <p:cond delay="4000"/>
                            </p:stCondLst>
                            <p:childTnLst>
                              <p:par>
                                <p:cTn id="94" presetClass="entr" nodeType="afterEffect" presetID="10" grpId="23" fill="hold">
                                  <p:stCondLst>
                                    <p:cond delay="0"/>
                                  </p:stCondLst>
                                  <p:iterate type="el" backwards="0">
                                    <p:tmAbs val="0"/>
                                  </p:iterate>
                                  <p:childTnLst>
                                    <p:set>
                                      <p:cBhvr>
                                        <p:cTn id="95" fill="hold"/>
                                        <p:tgtEl>
                                          <p:spTgt spid="8797"/>
                                        </p:tgtEl>
                                        <p:attrNameLst>
                                          <p:attrName>style.visibility</p:attrName>
                                        </p:attrNameLst>
                                      </p:cBhvr>
                                      <p:to>
                                        <p:strVal val="visible"/>
                                      </p:to>
                                    </p:set>
                                    <p:animEffect filter="fade" transition="in">
                                      <p:cBhvr>
                                        <p:cTn id="96" dur="500"/>
                                        <p:tgtEl>
                                          <p:spTgt spid="8797"/>
                                        </p:tgtEl>
                                      </p:cBhvr>
                                    </p:animEffect>
                                  </p:childTnLst>
                                </p:cTn>
                              </p:par>
                            </p:childTnLst>
                          </p:cTn>
                        </p:par>
                        <p:par>
                          <p:cTn id="97" fill="hold">
                            <p:stCondLst>
                              <p:cond delay="4500"/>
                            </p:stCondLst>
                            <p:childTnLst>
                              <p:par>
                                <p:cTn id="98" presetClass="entr" nodeType="afterEffect" presetID="10" grpId="24" fill="hold">
                                  <p:stCondLst>
                                    <p:cond delay="0"/>
                                  </p:stCondLst>
                                  <p:iterate type="el" backwards="0">
                                    <p:tmAbs val="0"/>
                                  </p:iterate>
                                  <p:childTnLst>
                                    <p:set>
                                      <p:cBhvr>
                                        <p:cTn id="99" fill="hold"/>
                                        <p:tgtEl>
                                          <p:spTgt spid="8798"/>
                                        </p:tgtEl>
                                        <p:attrNameLst>
                                          <p:attrName>style.visibility</p:attrName>
                                        </p:attrNameLst>
                                      </p:cBhvr>
                                      <p:to>
                                        <p:strVal val="visible"/>
                                      </p:to>
                                    </p:set>
                                    <p:animEffect filter="fade" transition="in">
                                      <p:cBhvr>
                                        <p:cTn id="100" dur="500"/>
                                        <p:tgtEl>
                                          <p:spTgt spid="8798"/>
                                        </p:tgtEl>
                                      </p:cBhvr>
                                    </p:animEffect>
                                  </p:childTnLst>
                                </p:cTn>
                              </p:par>
                            </p:childTnLst>
                          </p:cTn>
                        </p:par>
                        <p:par>
                          <p:cTn id="101" fill="hold">
                            <p:stCondLst>
                              <p:cond delay="5000"/>
                            </p:stCondLst>
                            <p:childTnLst>
                              <p:par>
                                <p:cTn id="102" presetClass="entr" nodeType="afterEffect" presetID="10" grpId="25" fill="hold">
                                  <p:stCondLst>
                                    <p:cond delay="0"/>
                                  </p:stCondLst>
                                  <p:iterate type="el" backwards="0">
                                    <p:tmAbs val="0"/>
                                  </p:iterate>
                                  <p:childTnLst>
                                    <p:set>
                                      <p:cBhvr>
                                        <p:cTn id="103" fill="hold"/>
                                        <p:tgtEl>
                                          <p:spTgt spid="8799"/>
                                        </p:tgtEl>
                                        <p:attrNameLst>
                                          <p:attrName>style.visibility</p:attrName>
                                        </p:attrNameLst>
                                      </p:cBhvr>
                                      <p:to>
                                        <p:strVal val="visible"/>
                                      </p:to>
                                    </p:set>
                                    <p:animEffect filter="fade" transition="in">
                                      <p:cBhvr>
                                        <p:cTn id="104" dur="500"/>
                                        <p:tgtEl>
                                          <p:spTgt spid="8799"/>
                                        </p:tgtEl>
                                      </p:cBhvr>
                                    </p:animEffect>
                                  </p:childTnLst>
                                </p:cTn>
                              </p:par>
                            </p:childTnLst>
                          </p:cTn>
                        </p:par>
                        <p:par>
                          <p:cTn id="105" fill="hold">
                            <p:stCondLst>
                              <p:cond delay="5500"/>
                            </p:stCondLst>
                            <p:childTnLst>
                              <p:par>
                                <p:cTn id="106" presetClass="entr" nodeType="afterEffect" presetID="10" grpId="26" fill="hold">
                                  <p:stCondLst>
                                    <p:cond delay="0"/>
                                  </p:stCondLst>
                                  <p:iterate type="el" backwards="0">
                                    <p:tmAbs val="0"/>
                                  </p:iterate>
                                  <p:childTnLst>
                                    <p:set>
                                      <p:cBhvr>
                                        <p:cTn id="107" fill="hold"/>
                                        <p:tgtEl>
                                          <p:spTgt spid="8800"/>
                                        </p:tgtEl>
                                        <p:attrNameLst>
                                          <p:attrName>style.visibility</p:attrName>
                                        </p:attrNameLst>
                                      </p:cBhvr>
                                      <p:to>
                                        <p:strVal val="visible"/>
                                      </p:to>
                                    </p:set>
                                    <p:animEffect filter="fade" transition="in">
                                      <p:cBhvr>
                                        <p:cTn id="108" dur="500"/>
                                        <p:tgtEl>
                                          <p:spTgt spid="8800"/>
                                        </p:tgtEl>
                                      </p:cBhvr>
                                    </p:animEffect>
                                  </p:childTnLst>
                                </p:cTn>
                              </p:par>
                            </p:childTnLst>
                          </p:cTn>
                        </p:par>
                      </p:childTnLst>
                    </p:cTn>
                  </p:par>
                  <p:par>
                    <p:cTn id="109" fill="hold">
                      <p:stCondLst>
                        <p:cond delay="indefinite"/>
                      </p:stCondLst>
                      <p:childTnLst>
                        <p:par>
                          <p:cTn id="110" fill="hold">
                            <p:stCondLst>
                              <p:cond delay="0"/>
                            </p:stCondLst>
                            <p:childTnLst>
                              <p:par>
                                <p:cTn id="111" presetClass="entr" nodeType="clickEffect" presetID="10" grpId="27" fill="hold">
                                  <p:stCondLst>
                                    <p:cond delay="0"/>
                                  </p:stCondLst>
                                  <p:iterate type="el" backwards="0">
                                    <p:tmAbs val="0"/>
                                  </p:iterate>
                                  <p:childTnLst>
                                    <p:set>
                                      <p:cBhvr>
                                        <p:cTn id="112" fill="hold"/>
                                        <p:tgtEl>
                                          <p:spTgt spid="8801"/>
                                        </p:tgtEl>
                                        <p:attrNameLst>
                                          <p:attrName>style.visibility</p:attrName>
                                        </p:attrNameLst>
                                      </p:cBhvr>
                                      <p:to>
                                        <p:strVal val="visible"/>
                                      </p:to>
                                    </p:set>
                                    <p:animEffect filter="fade" transition="in">
                                      <p:cBhvr>
                                        <p:cTn id="113" dur="500"/>
                                        <p:tgtEl>
                                          <p:spTgt spid="8801"/>
                                        </p:tgtEl>
                                      </p:cBhvr>
                                    </p:animEffect>
                                  </p:childTnLst>
                                </p:cTn>
                              </p:par>
                            </p:childTnLst>
                          </p:cTn>
                        </p:par>
                        <p:par>
                          <p:cTn id="114" fill="hold">
                            <p:stCondLst>
                              <p:cond delay="500"/>
                            </p:stCondLst>
                            <p:childTnLst>
                              <p:par>
                                <p:cTn id="115" presetClass="entr" nodeType="afterEffect" presetID="10" grpId="28" fill="hold">
                                  <p:stCondLst>
                                    <p:cond delay="0"/>
                                  </p:stCondLst>
                                  <p:iterate type="el" backwards="0">
                                    <p:tmAbs val="0"/>
                                  </p:iterate>
                                  <p:childTnLst>
                                    <p:set>
                                      <p:cBhvr>
                                        <p:cTn id="116" fill="hold"/>
                                        <p:tgtEl>
                                          <p:spTgt spid="8802"/>
                                        </p:tgtEl>
                                        <p:attrNameLst>
                                          <p:attrName>style.visibility</p:attrName>
                                        </p:attrNameLst>
                                      </p:cBhvr>
                                      <p:to>
                                        <p:strVal val="visible"/>
                                      </p:to>
                                    </p:set>
                                    <p:animEffect filter="fade" transition="in">
                                      <p:cBhvr>
                                        <p:cTn id="117" dur="500"/>
                                        <p:tgtEl>
                                          <p:spTgt spid="8802"/>
                                        </p:tgtEl>
                                      </p:cBhvr>
                                    </p:animEffect>
                                  </p:childTnLst>
                                </p:cTn>
                              </p:par>
                            </p:childTnLst>
                          </p:cTn>
                        </p:par>
                        <p:par>
                          <p:cTn id="118" fill="hold">
                            <p:stCondLst>
                              <p:cond delay="1000"/>
                            </p:stCondLst>
                            <p:childTnLst>
                              <p:par>
                                <p:cTn id="119" presetClass="entr" nodeType="afterEffect" presetID="10" grpId="29" fill="hold">
                                  <p:stCondLst>
                                    <p:cond delay="0"/>
                                  </p:stCondLst>
                                  <p:iterate type="el" backwards="0">
                                    <p:tmAbs val="0"/>
                                  </p:iterate>
                                  <p:childTnLst>
                                    <p:set>
                                      <p:cBhvr>
                                        <p:cTn id="120" fill="hold"/>
                                        <p:tgtEl>
                                          <p:spTgt spid="8805"/>
                                        </p:tgtEl>
                                        <p:attrNameLst>
                                          <p:attrName>style.visibility</p:attrName>
                                        </p:attrNameLst>
                                      </p:cBhvr>
                                      <p:to>
                                        <p:strVal val="visible"/>
                                      </p:to>
                                    </p:set>
                                    <p:animEffect filter="fade" transition="in">
                                      <p:cBhvr>
                                        <p:cTn id="121" dur="500"/>
                                        <p:tgtEl>
                                          <p:spTgt spid="8805"/>
                                        </p:tgtEl>
                                      </p:cBhvr>
                                    </p:animEffect>
                                  </p:childTnLst>
                                </p:cTn>
                              </p:par>
                            </p:childTnLst>
                          </p:cTn>
                        </p:par>
                        <p:par>
                          <p:cTn id="122" fill="hold">
                            <p:stCondLst>
                              <p:cond delay="1500"/>
                            </p:stCondLst>
                            <p:childTnLst>
                              <p:par>
                                <p:cTn id="123" presetClass="entr" nodeType="afterEffect" presetID="10" grpId="30" fill="hold">
                                  <p:stCondLst>
                                    <p:cond delay="0"/>
                                  </p:stCondLst>
                                  <p:iterate type="el" backwards="0">
                                    <p:tmAbs val="0"/>
                                  </p:iterate>
                                  <p:childTnLst>
                                    <p:set>
                                      <p:cBhvr>
                                        <p:cTn id="124" fill="hold"/>
                                        <p:tgtEl>
                                          <p:spTgt spid="8806"/>
                                        </p:tgtEl>
                                        <p:attrNameLst>
                                          <p:attrName>style.visibility</p:attrName>
                                        </p:attrNameLst>
                                      </p:cBhvr>
                                      <p:to>
                                        <p:strVal val="visible"/>
                                      </p:to>
                                    </p:set>
                                    <p:animEffect filter="fade" transition="in">
                                      <p:cBhvr>
                                        <p:cTn id="125" dur="500"/>
                                        <p:tgtEl>
                                          <p:spTgt spid="8806"/>
                                        </p:tgtEl>
                                      </p:cBhvr>
                                    </p:animEffect>
                                  </p:childTnLst>
                                </p:cTn>
                              </p:par>
                            </p:childTnLst>
                          </p:cTn>
                        </p:par>
                        <p:par>
                          <p:cTn id="126" fill="hold">
                            <p:stCondLst>
                              <p:cond delay="2000"/>
                            </p:stCondLst>
                            <p:childTnLst>
                              <p:par>
                                <p:cTn id="127" presetClass="entr" nodeType="afterEffect" presetID="10" grpId="31" fill="hold">
                                  <p:stCondLst>
                                    <p:cond delay="0"/>
                                  </p:stCondLst>
                                  <p:iterate type="el" backwards="0">
                                    <p:tmAbs val="0"/>
                                  </p:iterate>
                                  <p:childTnLst>
                                    <p:set>
                                      <p:cBhvr>
                                        <p:cTn id="128" fill="hold"/>
                                        <p:tgtEl>
                                          <p:spTgt spid="8807"/>
                                        </p:tgtEl>
                                        <p:attrNameLst>
                                          <p:attrName>style.visibility</p:attrName>
                                        </p:attrNameLst>
                                      </p:cBhvr>
                                      <p:to>
                                        <p:strVal val="visible"/>
                                      </p:to>
                                    </p:set>
                                    <p:animEffect filter="fade" transition="in">
                                      <p:cBhvr>
                                        <p:cTn id="129" dur="500"/>
                                        <p:tgtEl>
                                          <p:spTgt spid="8807"/>
                                        </p:tgtEl>
                                      </p:cBhvr>
                                    </p:animEffect>
                                  </p:childTnLst>
                                </p:cTn>
                              </p:par>
                            </p:childTnLst>
                          </p:cTn>
                        </p:par>
                        <p:par>
                          <p:cTn id="130" fill="hold">
                            <p:stCondLst>
                              <p:cond delay="2500"/>
                            </p:stCondLst>
                            <p:childTnLst>
                              <p:par>
                                <p:cTn id="131" presetClass="entr" nodeType="afterEffect" presetID="10" grpId="32" fill="hold">
                                  <p:stCondLst>
                                    <p:cond delay="0"/>
                                  </p:stCondLst>
                                  <p:iterate type="el" backwards="0">
                                    <p:tmAbs val="0"/>
                                  </p:iterate>
                                  <p:childTnLst>
                                    <p:set>
                                      <p:cBhvr>
                                        <p:cTn id="132" fill="hold"/>
                                        <p:tgtEl>
                                          <p:spTgt spid="8808"/>
                                        </p:tgtEl>
                                        <p:attrNameLst>
                                          <p:attrName>style.visibility</p:attrName>
                                        </p:attrNameLst>
                                      </p:cBhvr>
                                      <p:to>
                                        <p:strVal val="visible"/>
                                      </p:to>
                                    </p:set>
                                    <p:animEffect filter="fade" transition="in">
                                      <p:cBhvr>
                                        <p:cTn id="133" dur="500"/>
                                        <p:tgtEl>
                                          <p:spTgt spid="8808"/>
                                        </p:tgtEl>
                                      </p:cBhvr>
                                    </p:animEffect>
                                  </p:childTnLst>
                                </p:cTn>
                              </p:par>
                            </p:childTnLst>
                          </p:cTn>
                        </p:par>
                        <p:par>
                          <p:cTn id="134" fill="hold">
                            <p:stCondLst>
                              <p:cond delay="3000"/>
                            </p:stCondLst>
                            <p:childTnLst>
                              <p:par>
                                <p:cTn id="135" presetClass="entr" nodeType="afterEffect" presetID="10" grpId="33" fill="hold">
                                  <p:stCondLst>
                                    <p:cond delay="0"/>
                                  </p:stCondLst>
                                  <p:iterate type="el" backwards="0">
                                    <p:tmAbs val="0"/>
                                  </p:iterate>
                                  <p:childTnLst>
                                    <p:set>
                                      <p:cBhvr>
                                        <p:cTn id="136" fill="hold"/>
                                        <p:tgtEl>
                                          <p:spTgt spid="8809"/>
                                        </p:tgtEl>
                                        <p:attrNameLst>
                                          <p:attrName>style.visibility</p:attrName>
                                        </p:attrNameLst>
                                      </p:cBhvr>
                                      <p:to>
                                        <p:strVal val="visible"/>
                                      </p:to>
                                    </p:set>
                                    <p:animEffect filter="fade" transition="in">
                                      <p:cBhvr>
                                        <p:cTn id="137" dur="500"/>
                                        <p:tgtEl>
                                          <p:spTgt spid="8809"/>
                                        </p:tgtEl>
                                      </p:cBhvr>
                                    </p:animEffect>
                                  </p:childTnLst>
                                </p:cTn>
                              </p:par>
                            </p:childTnLst>
                          </p:cTn>
                        </p:par>
                        <p:par>
                          <p:cTn id="138" fill="hold">
                            <p:stCondLst>
                              <p:cond delay="3500"/>
                            </p:stCondLst>
                            <p:childTnLst>
                              <p:par>
                                <p:cTn id="139" presetClass="entr" nodeType="afterEffect" presetID="10" grpId="34" fill="hold">
                                  <p:stCondLst>
                                    <p:cond delay="0"/>
                                  </p:stCondLst>
                                  <p:iterate type="el" backwards="0">
                                    <p:tmAbs val="0"/>
                                  </p:iterate>
                                  <p:childTnLst>
                                    <p:set>
                                      <p:cBhvr>
                                        <p:cTn id="140" fill="hold"/>
                                        <p:tgtEl>
                                          <p:spTgt spid="8810"/>
                                        </p:tgtEl>
                                        <p:attrNameLst>
                                          <p:attrName>style.visibility</p:attrName>
                                        </p:attrNameLst>
                                      </p:cBhvr>
                                      <p:to>
                                        <p:strVal val="visible"/>
                                      </p:to>
                                    </p:set>
                                    <p:animEffect filter="fade" transition="in">
                                      <p:cBhvr>
                                        <p:cTn id="141" dur="500"/>
                                        <p:tgtEl>
                                          <p:spTgt spid="8810"/>
                                        </p:tgtEl>
                                      </p:cBhvr>
                                    </p:animEffect>
                                  </p:childTnLst>
                                </p:cTn>
                              </p:par>
                            </p:childTnLst>
                          </p:cTn>
                        </p:par>
                        <p:par>
                          <p:cTn id="142" fill="hold">
                            <p:stCondLst>
                              <p:cond delay="4000"/>
                            </p:stCondLst>
                            <p:childTnLst>
                              <p:par>
                                <p:cTn id="143" presetClass="entr" nodeType="afterEffect" presetID="10" grpId="35" fill="hold">
                                  <p:stCondLst>
                                    <p:cond delay="0"/>
                                  </p:stCondLst>
                                  <p:iterate type="el" backwards="0">
                                    <p:tmAbs val="0"/>
                                  </p:iterate>
                                  <p:childTnLst>
                                    <p:set>
                                      <p:cBhvr>
                                        <p:cTn id="144" fill="hold"/>
                                        <p:tgtEl>
                                          <p:spTgt spid="8811"/>
                                        </p:tgtEl>
                                        <p:attrNameLst>
                                          <p:attrName>style.visibility</p:attrName>
                                        </p:attrNameLst>
                                      </p:cBhvr>
                                      <p:to>
                                        <p:strVal val="visible"/>
                                      </p:to>
                                    </p:set>
                                    <p:animEffect filter="fade" transition="in">
                                      <p:cBhvr>
                                        <p:cTn id="145" dur="500"/>
                                        <p:tgtEl>
                                          <p:spTgt spid="8811"/>
                                        </p:tgtEl>
                                      </p:cBhvr>
                                    </p:animEffect>
                                  </p:childTnLst>
                                </p:cTn>
                              </p:par>
                            </p:childTnLst>
                          </p:cTn>
                        </p:par>
                        <p:par>
                          <p:cTn id="146" fill="hold">
                            <p:stCondLst>
                              <p:cond delay="4500"/>
                            </p:stCondLst>
                            <p:childTnLst>
                              <p:par>
                                <p:cTn id="147" presetClass="entr" nodeType="afterEffect" presetID="10" grpId="36" fill="hold">
                                  <p:stCondLst>
                                    <p:cond delay="0"/>
                                  </p:stCondLst>
                                  <p:iterate type="el" backwards="0">
                                    <p:tmAbs val="0"/>
                                  </p:iterate>
                                  <p:childTnLst>
                                    <p:set>
                                      <p:cBhvr>
                                        <p:cTn id="148" fill="hold"/>
                                        <p:tgtEl>
                                          <p:spTgt spid="8812"/>
                                        </p:tgtEl>
                                        <p:attrNameLst>
                                          <p:attrName>style.visibility</p:attrName>
                                        </p:attrNameLst>
                                      </p:cBhvr>
                                      <p:to>
                                        <p:strVal val="visible"/>
                                      </p:to>
                                    </p:set>
                                    <p:animEffect filter="fade" transition="in">
                                      <p:cBhvr>
                                        <p:cTn id="149" dur="500"/>
                                        <p:tgtEl>
                                          <p:spTgt spid="8812"/>
                                        </p:tgtEl>
                                      </p:cBhvr>
                                    </p:animEffect>
                                  </p:childTnLst>
                                </p:cTn>
                              </p:par>
                            </p:childTnLst>
                          </p:cTn>
                        </p:par>
                        <p:par>
                          <p:cTn id="150" fill="hold">
                            <p:stCondLst>
                              <p:cond delay="5000"/>
                            </p:stCondLst>
                            <p:childTnLst>
                              <p:par>
                                <p:cTn id="151" presetClass="entr" nodeType="afterEffect" presetID="10" grpId="37" fill="hold">
                                  <p:stCondLst>
                                    <p:cond delay="0"/>
                                  </p:stCondLst>
                                  <p:iterate type="el" backwards="0">
                                    <p:tmAbs val="0"/>
                                  </p:iterate>
                                  <p:childTnLst>
                                    <p:set>
                                      <p:cBhvr>
                                        <p:cTn id="152" fill="hold"/>
                                        <p:tgtEl>
                                          <p:spTgt spid="8813"/>
                                        </p:tgtEl>
                                        <p:attrNameLst>
                                          <p:attrName>style.visibility</p:attrName>
                                        </p:attrNameLst>
                                      </p:cBhvr>
                                      <p:to>
                                        <p:strVal val="visible"/>
                                      </p:to>
                                    </p:set>
                                    <p:animEffect filter="fade" transition="in">
                                      <p:cBhvr>
                                        <p:cTn id="153" dur="500"/>
                                        <p:tgtEl>
                                          <p:spTgt spid="8813"/>
                                        </p:tgtEl>
                                      </p:cBhvr>
                                    </p:animEffect>
                                  </p:childTnLst>
                                </p:cTn>
                              </p:par>
                            </p:childTnLst>
                          </p:cTn>
                        </p:par>
                        <p:par>
                          <p:cTn id="154" fill="hold">
                            <p:stCondLst>
                              <p:cond delay="5500"/>
                            </p:stCondLst>
                            <p:childTnLst>
                              <p:par>
                                <p:cTn id="155" presetClass="entr" nodeType="afterEffect" presetID="10" grpId="38" fill="hold">
                                  <p:stCondLst>
                                    <p:cond delay="0"/>
                                  </p:stCondLst>
                                  <p:iterate type="el" backwards="0">
                                    <p:tmAbs val="0"/>
                                  </p:iterate>
                                  <p:childTnLst>
                                    <p:set>
                                      <p:cBhvr>
                                        <p:cTn id="156" fill="hold"/>
                                        <p:tgtEl>
                                          <p:spTgt spid="8814"/>
                                        </p:tgtEl>
                                        <p:attrNameLst>
                                          <p:attrName>style.visibility</p:attrName>
                                        </p:attrNameLst>
                                      </p:cBhvr>
                                      <p:to>
                                        <p:strVal val="visible"/>
                                      </p:to>
                                    </p:set>
                                    <p:animEffect filter="fade" transition="in">
                                      <p:cBhvr>
                                        <p:cTn id="157" dur="500"/>
                                        <p:tgtEl>
                                          <p:spTgt spid="8814"/>
                                        </p:tgtEl>
                                      </p:cBhvr>
                                    </p:animEffect>
                                  </p:childTnLst>
                                </p:cTn>
                              </p:par>
                            </p:childTnLst>
                          </p:cTn>
                        </p:par>
                      </p:childTnLst>
                    </p:cTn>
                  </p:par>
                  <p:par>
                    <p:cTn id="158" fill="hold">
                      <p:stCondLst>
                        <p:cond delay="indefinite"/>
                      </p:stCondLst>
                      <p:childTnLst>
                        <p:par>
                          <p:cTn id="159" fill="hold">
                            <p:stCondLst>
                              <p:cond delay="0"/>
                            </p:stCondLst>
                            <p:childTnLst>
                              <p:par>
                                <p:cTn id="160" presetClass="entr" nodeType="clickEffect" presetID="10" grpId="39" fill="hold">
                                  <p:stCondLst>
                                    <p:cond delay="0"/>
                                  </p:stCondLst>
                                  <p:iterate type="el" backwards="0">
                                    <p:tmAbs val="0"/>
                                  </p:iterate>
                                  <p:childTnLst>
                                    <p:set>
                                      <p:cBhvr>
                                        <p:cTn id="161" fill="hold"/>
                                        <p:tgtEl>
                                          <p:spTgt spid="8817"/>
                                        </p:tgtEl>
                                        <p:attrNameLst>
                                          <p:attrName>style.visibility</p:attrName>
                                        </p:attrNameLst>
                                      </p:cBhvr>
                                      <p:to>
                                        <p:strVal val="visible"/>
                                      </p:to>
                                    </p:set>
                                    <p:animEffect filter="fade" transition="in">
                                      <p:cBhvr>
                                        <p:cTn id="162" dur="500"/>
                                        <p:tgtEl>
                                          <p:spTgt spid="8817"/>
                                        </p:tgtEl>
                                      </p:cBhvr>
                                    </p:animEffect>
                                  </p:childTnLst>
                                </p:cTn>
                              </p:par>
                            </p:childTnLst>
                          </p:cTn>
                        </p:par>
                        <p:par>
                          <p:cTn id="163" fill="hold">
                            <p:stCondLst>
                              <p:cond delay="500"/>
                            </p:stCondLst>
                            <p:childTnLst>
                              <p:par>
                                <p:cTn id="164" presetClass="entr" nodeType="afterEffect" presetID="10" grpId="40" fill="hold">
                                  <p:stCondLst>
                                    <p:cond delay="0"/>
                                  </p:stCondLst>
                                  <p:iterate type="el" backwards="0">
                                    <p:tmAbs val="0"/>
                                  </p:iterate>
                                  <p:childTnLst>
                                    <p:set>
                                      <p:cBhvr>
                                        <p:cTn id="165" fill="hold"/>
                                        <p:tgtEl>
                                          <p:spTgt spid="8820"/>
                                        </p:tgtEl>
                                        <p:attrNameLst>
                                          <p:attrName>style.visibility</p:attrName>
                                        </p:attrNameLst>
                                      </p:cBhvr>
                                      <p:to>
                                        <p:strVal val="visible"/>
                                      </p:to>
                                    </p:set>
                                    <p:animEffect filter="fade" transition="in">
                                      <p:cBhvr>
                                        <p:cTn id="166" dur="500"/>
                                        <p:tgtEl>
                                          <p:spTgt spid="8820"/>
                                        </p:tgtEl>
                                      </p:cBhvr>
                                    </p:animEffect>
                                  </p:childTnLst>
                                </p:cTn>
                              </p:par>
                            </p:childTnLst>
                          </p:cTn>
                        </p:par>
                      </p:childTnLst>
                    </p:cTn>
                  </p:par>
                  <p:par>
                    <p:cTn id="167" fill="hold">
                      <p:stCondLst>
                        <p:cond delay="indefinite"/>
                      </p:stCondLst>
                      <p:childTnLst>
                        <p:par>
                          <p:cTn id="168" fill="hold">
                            <p:stCondLst>
                              <p:cond delay="0"/>
                            </p:stCondLst>
                            <p:childTnLst>
                              <p:par>
                                <p:cTn id="169" presetClass="entr" nodeType="clickEffect" presetID="10" grpId="41" fill="hold">
                                  <p:stCondLst>
                                    <p:cond delay="0"/>
                                  </p:stCondLst>
                                  <p:iterate type="el" backwards="0">
                                    <p:tmAbs val="0"/>
                                  </p:iterate>
                                  <p:childTnLst>
                                    <p:set>
                                      <p:cBhvr>
                                        <p:cTn id="170" fill="hold"/>
                                        <p:tgtEl>
                                          <p:spTgt spid="8823"/>
                                        </p:tgtEl>
                                        <p:attrNameLst>
                                          <p:attrName>style.visibility</p:attrName>
                                        </p:attrNameLst>
                                      </p:cBhvr>
                                      <p:to>
                                        <p:strVal val="visible"/>
                                      </p:to>
                                    </p:set>
                                    <p:animEffect filter="fade" transition="in">
                                      <p:cBhvr>
                                        <p:cTn id="171" dur="500"/>
                                        <p:tgtEl>
                                          <p:spTgt spid="8823"/>
                                        </p:tgtEl>
                                      </p:cBhvr>
                                    </p:animEffect>
                                  </p:childTnLst>
                                </p:cTn>
                              </p:par>
                            </p:childTnLst>
                          </p:cTn>
                        </p:par>
                        <p:par>
                          <p:cTn id="172" fill="hold">
                            <p:stCondLst>
                              <p:cond delay="500"/>
                            </p:stCondLst>
                            <p:childTnLst>
                              <p:par>
                                <p:cTn id="173" presetClass="entr" nodeType="afterEffect" presetID="10" grpId="42" fill="hold">
                                  <p:stCondLst>
                                    <p:cond delay="0"/>
                                  </p:stCondLst>
                                  <p:iterate type="el" backwards="0">
                                    <p:tmAbs val="0"/>
                                  </p:iterate>
                                  <p:childTnLst>
                                    <p:set>
                                      <p:cBhvr>
                                        <p:cTn id="174" fill="hold"/>
                                        <p:tgtEl>
                                          <p:spTgt spid="8826"/>
                                        </p:tgtEl>
                                        <p:attrNameLst>
                                          <p:attrName>style.visibility</p:attrName>
                                        </p:attrNameLst>
                                      </p:cBhvr>
                                      <p:to>
                                        <p:strVal val="visible"/>
                                      </p:to>
                                    </p:set>
                                    <p:animEffect filter="fade" transition="in">
                                      <p:cBhvr>
                                        <p:cTn id="175" dur="500"/>
                                        <p:tgtEl>
                                          <p:spTgt spid="8826"/>
                                        </p:tgtEl>
                                      </p:cBhvr>
                                    </p:animEffect>
                                  </p:childTnLst>
                                </p:cTn>
                              </p:par>
                            </p:childTnLst>
                          </p:cTn>
                        </p:par>
                        <p:par>
                          <p:cTn id="176" fill="hold">
                            <p:stCondLst>
                              <p:cond delay="1000"/>
                            </p:stCondLst>
                            <p:childTnLst>
                              <p:par>
                                <p:cTn id="177" presetClass="entr" nodeType="afterEffect" presetID="10" grpId="43" fill="hold">
                                  <p:stCondLst>
                                    <p:cond delay="0"/>
                                  </p:stCondLst>
                                  <p:iterate type="el" backwards="0">
                                    <p:tmAbs val="0"/>
                                  </p:iterate>
                                  <p:childTnLst>
                                    <p:set>
                                      <p:cBhvr>
                                        <p:cTn id="178" fill="hold"/>
                                        <p:tgtEl>
                                          <p:spTgt spid="8829"/>
                                        </p:tgtEl>
                                        <p:attrNameLst>
                                          <p:attrName>style.visibility</p:attrName>
                                        </p:attrNameLst>
                                      </p:cBhvr>
                                      <p:to>
                                        <p:strVal val="visible"/>
                                      </p:to>
                                    </p:set>
                                    <p:animEffect filter="fade" transition="in">
                                      <p:cBhvr>
                                        <p:cTn id="179" dur="500"/>
                                        <p:tgtEl>
                                          <p:spTgt spid="8829"/>
                                        </p:tgtEl>
                                      </p:cBhvr>
                                    </p:animEffect>
                                  </p:childTnLst>
                                </p:cTn>
                              </p:par>
                            </p:childTnLst>
                          </p:cTn>
                        </p:par>
                      </p:childTnLst>
                    </p:cTn>
                  </p:par>
                  <p:par>
                    <p:cTn id="180" fill="hold">
                      <p:stCondLst>
                        <p:cond delay="indefinite"/>
                      </p:stCondLst>
                      <p:childTnLst>
                        <p:par>
                          <p:cTn id="181" fill="hold">
                            <p:stCondLst>
                              <p:cond delay="0"/>
                            </p:stCondLst>
                            <p:childTnLst>
                              <p:par>
                                <p:cTn id="182" presetClass="entr" nodeType="clickEffect" presetID="10" grpId="44" fill="hold">
                                  <p:stCondLst>
                                    <p:cond delay="0"/>
                                  </p:stCondLst>
                                  <p:iterate type="el" backwards="0">
                                    <p:tmAbs val="0"/>
                                  </p:iterate>
                                  <p:childTnLst>
                                    <p:set>
                                      <p:cBhvr>
                                        <p:cTn id="183" fill="hold"/>
                                        <p:tgtEl>
                                          <p:spTgt spid="8832"/>
                                        </p:tgtEl>
                                        <p:attrNameLst>
                                          <p:attrName>style.visibility</p:attrName>
                                        </p:attrNameLst>
                                      </p:cBhvr>
                                      <p:to>
                                        <p:strVal val="visible"/>
                                      </p:to>
                                    </p:set>
                                    <p:animEffect filter="fade" transition="in">
                                      <p:cBhvr>
                                        <p:cTn id="184" dur="500"/>
                                        <p:tgtEl>
                                          <p:spTgt spid="8832"/>
                                        </p:tgtEl>
                                      </p:cBhvr>
                                    </p:animEffect>
                                  </p:childTnLst>
                                </p:cTn>
                              </p:par>
                            </p:childTnLst>
                          </p:cTn>
                        </p:par>
                        <p:par>
                          <p:cTn id="185" fill="hold">
                            <p:stCondLst>
                              <p:cond delay="500"/>
                            </p:stCondLst>
                            <p:childTnLst>
                              <p:par>
                                <p:cTn id="186" presetClass="entr" nodeType="afterEffect" presetID="10" grpId="45" fill="hold">
                                  <p:stCondLst>
                                    <p:cond delay="0"/>
                                  </p:stCondLst>
                                  <p:iterate type="el" backwards="0">
                                    <p:tmAbs val="0"/>
                                  </p:iterate>
                                  <p:childTnLst>
                                    <p:set>
                                      <p:cBhvr>
                                        <p:cTn id="187" fill="hold"/>
                                        <p:tgtEl>
                                          <p:spTgt spid="8833"/>
                                        </p:tgtEl>
                                        <p:attrNameLst>
                                          <p:attrName>style.visibility</p:attrName>
                                        </p:attrNameLst>
                                      </p:cBhvr>
                                      <p:to>
                                        <p:strVal val="visible"/>
                                      </p:to>
                                    </p:set>
                                    <p:animEffect filter="fade" transition="in">
                                      <p:cBhvr>
                                        <p:cTn id="188" dur="500"/>
                                        <p:tgtEl>
                                          <p:spTgt spid="8833"/>
                                        </p:tgtEl>
                                      </p:cBhvr>
                                    </p:animEffect>
                                  </p:childTnLst>
                                </p:cTn>
                              </p:par>
                            </p:childTnLst>
                          </p:cTn>
                        </p:par>
                        <p:par>
                          <p:cTn id="189" fill="hold">
                            <p:stCondLst>
                              <p:cond delay="1000"/>
                            </p:stCondLst>
                            <p:childTnLst>
                              <p:par>
                                <p:cTn id="190" presetClass="entr" nodeType="afterEffect" presetID="10" grpId="46" fill="hold">
                                  <p:stCondLst>
                                    <p:cond delay="0"/>
                                  </p:stCondLst>
                                  <p:iterate type="el" backwards="0">
                                    <p:tmAbs val="0"/>
                                  </p:iterate>
                                  <p:childTnLst>
                                    <p:set>
                                      <p:cBhvr>
                                        <p:cTn id="191" fill="hold"/>
                                        <p:tgtEl>
                                          <p:spTgt spid="8836"/>
                                        </p:tgtEl>
                                        <p:attrNameLst>
                                          <p:attrName>style.visibility</p:attrName>
                                        </p:attrNameLst>
                                      </p:cBhvr>
                                      <p:to>
                                        <p:strVal val="visible"/>
                                      </p:to>
                                    </p:set>
                                    <p:animEffect filter="fade" transition="in">
                                      <p:cBhvr>
                                        <p:cTn id="192" dur="500"/>
                                        <p:tgtEl>
                                          <p:spTgt spid="8836"/>
                                        </p:tgtEl>
                                      </p:cBhvr>
                                    </p:animEffect>
                                  </p:childTnLst>
                                </p:cTn>
                              </p:par>
                            </p:childTnLst>
                          </p:cTn>
                        </p:par>
                        <p:par>
                          <p:cTn id="193" fill="hold">
                            <p:stCondLst>
                              <p:cond delay="1500"/>
                            </p:stCondLst>
                            <p:childTnLst>
                              <p:par>
                                <p:cTn id="194" presetClass="entr" nodeType="afterEffect" presetID="10" grpId="47" fill="hold">
                                  <p:stCondLst>
                                    <p:cond delay="0"/>
                                  </p:stCondLst>
                                  <p:iterate type="el" backwards="0">
                                    <p:tmAbs val="0"/>
                                  </p:iterate>
                                  <p:childTnLst>
                                    <p:set>
                                      <p:cBhvr>
                                        <p:cTn id="195" fill="hold"/>
                                        <p:tgtEl>
                                          <p:spTgt spid="8837"/>
                                        </p:tgtEl>
                                        <p:attrNameLst>
                                          <p:attrName>style.visibility</p:attrName>
                                        </p:attrNameLst>
                                      </p:cBhvr>
                                      <p:to>
                                        <p:strVal val="visible"/>
                                      </p:to>
                                    </p:set>
                                    <p:animEffect filter="fade" transition="in">
                                      <p:cBhvr>
                                        <p:cTn id="196" dur="500"/>
                                        <p:tgtEl>
                                          <p:spTgt spid="8837"/>
                                        </p:tgtEl>
                                      </p:cBhvr>
                                    </p:animEffect>
                                  </p:childTnLst>
                                </p:cTn>
                              </p:par>
                            </p:childTnLst>
                          </p:cTn>
                        </p:par>
                        <p:par>
                          <p:cTn id="197" fill="hold">
                            <p:stCondLst>
                              <p:cond delay="2000"/>
                            </p:stCondLst>
                            <p:childTnLst>
                              <p:par>
                                <p:cTn id="198" presetClass="entr" nodeType="afterEffect" presetID="10" grpId="48" fill="hold">
                                  <p:stCondLst>
                                    <p:cond delay="0"/>
                                  </p:stCondLst>
                                  <p:iterate type="el" backwards="0">
                                    <p:tmAbs val="0"/>
                                  </p:iterate>
                                  <p:childTnLst>
                                    <p:set>
                                      <p:cBhvr>
                                        <p:cTn id="199" fill="hold"/>
                                        <p:tgtEl>
                                          <p:spTgt spid="8840"/>
                                        </p:tgtEl>
                                        <p:attrNameLst>
                                          <p:attrName>style.visibility</p:attrName>
                                        </p:attrNameLst>
                                      </p:cBhvr>
                                      <p:to>
                                        <p:strVal val="visible"/>
                                      </p:to>
                                    </p:set>
                                    <p:animEffect filter="fade" transition="in">
                                      <p:cBhvr>
                                        <p:cTn id="200" dur="500"/>
                                        <p:tgtEl>
                                          <p:spTgt spid="88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787" grpId="13"/>
      <p:bldP build="whole" bldLvl="1" animBg="1" rev="0" advAuto="0" spid="8775" grpId="1"/>
      <p:bldP build="whole" bldLvl="1" animBg="1" rev="0" advAuto="0" spid="8812" grpId="36"/>
      <p:bldP build="whole" bldLvl="1" animBg="1" rev="0" advAuto="0" spid="8797" grpId="23"/>
      <p:bldP build="whole" bldLvl="1" animBg="1" rev="0" advAuto="0" spid="8790" grpId="16"/>
      <p:bldP build="whole" bldLvl="1" animBg="1" rev="0" advAuto="0" spid="8833" grpId="45"/>
      <p:bldP build="whole" bldLvl="1" animBg="1" rev="0" advAuto="0" spid="8826" grpId="42"/>
      <p:bldP build="whole" bldLvl="1" animBg="1" rev="0" advAuto="0" spid="8836" grpId="46"/>
      <p:bldP build="whole" bldLvl="1" animBg="1" rev="0" advAuto="0" spid="8788" grpId="14"/>
      <p:bldP build="whole" bldLvl="1" animBg="1" rev="0" advAuto="0" spid="8806" grpId="30"/>
      <p:bldP build="whole" bldLvl="1" animBg="1" rev="0" advAuto="0" spid="8781" grpId="7"/>
      <p:bldP build="whole" bldLvl="1" animBg="1" rev="0" advAuto="0" spid="8798" grpId="24"/>
      <p:bldP build="whole" bldLvl="1" animBg="1" rev="0" advAuto="0" spid="8791" grpId="17"/>
      <p:bldP build="whole" bldLvl="1" animBg="1" rev="0" advAuto="0" spid="8813" grpId="37"/>
      <p:bldP build="whole" bldLvl="1" animBg="1" rev="0" advAuto="0" spid="8777" grpId="3"/>
      <p:bldP build="whole" bldLvl="1" animBg="1" rev="0" advAuto="0" spid="8823" grpId="41"/>
      <p:bldP build="whole" bldLvl="1" animBg="1" rev="0" advAuto="0" spid="8814" grpId="38"/>
      <p:bldP build="whole" bldLvl="1" animBg="1" rev="0" advAuto="0" spid="8807" grpId="31"/>
      <p:bldP build="whole" bldLvl="1" animBg="1" rev="0" advAuto="0" spid="8782" grpId="8"/>
      <p:bldP build="whole" bldLvl="1" animBg="1" rev="0" advAuto="0" spid="8799" grpId="25"/>
      <p:bldP build="whole" bldLvl="1" animBg="1" rev="0" advAuto="0" spid="8792" grpId="18"/>
      <p:bldP build="whole" bldLvl="1" animBg="1" rev="0" advAuto="0" spid="8780" grpId="6"/>
      <p:bldP build="whole" bldLvl="1" animBg="1" rev="0" advAuto="0" spid="8808" grpId="32"/>
      <p:bldP build="whole" bldLvl="1" animBg="1" rev="0" advAuto="0" spid="8837" grpId="47"/>
      <p:bldP build="whole" bldLvl="1" animBg="1" rev="0" advAuto="0" spid="8805" grpId="29"/>
      <p:bldP build="whole" bldLvl="1" animBg="1" rev="0" advAuto="0" spid="8793" grpId="19"/>
      <p:bldP build="whole" bldLvl="1" animBg="1" rev="0" advAuto="0" spid="8800" grpId="26"/>
      <p:bldP build="whole" bldLvl="1" animBg="1" rev="0" advAuto="0" spid="8820" grpId="40"/>
      <p:bldP build="whole" bldLvl="1" animBg="1" rev="0" advAuto="0" spid="8783" grpId="9"/>
      <p:bldP build="whole" bldLvl="1" animBg="1" rev="0" advAuto="0" spid="8809" grpId="33"/>
      <p:bldP build="whole" bldLvl="1" animBg="1" rev="0" advAuto="0" spid="8785" grpId="11"/>
      <p:bldP build="whole" bldLvl="1" animBg="1" rev="0" advAuto="0" spid="8794" grpId="20"/>
      <p:bldP build="whole" bldLvl="1" animBg="1" rev="0" advAuto="0" spid="8778" grpId="4"/>
      <p:bldP build="whole" bldLvl="1" animBg="1" rev="0" advAuto="0" spid="8801" grpId="27"/>
      <p:bldP build="whole" bldLvl="1" animBg="1" rev="0" advAuto="0" spid="8832" grpId="44"/>
      <p:bldP build="whole" bldLvl="1" animBg="1" rev="0" advAuto="0" spid="8840" grpId="48"/>
      <p:bldP build="whole" bldLvl="1" animBg="1" rev="0" advAuto="0" spid="8784" grpId="10"/>
      <p:bldP build="whole" bldLvl="1" animBg="1" rev="0" advAuto="0" spid="8810" grpId="34"/>
      <p:bldP build="whole" bldLvl="1" animBg="1" rev="0" advAuto="0" spid="8817" grpId="39"/>
      <p:bldP build="whole" bldLvl="1" animBg="1" rev="0" advAuto="0" spid="8786" grpId="12"/>
      <p:bldP build="whole" bldLvl="1" animBg="1" rev="0" advAuto="0" spid="8779" grpId="5"/>
      <p:bldP build="whole" bldLvl="1" animBg="1" rev="0" advAuto="0" spid="8802" grpId="28"/>
      <p:bldP build="whole" bldLvl="1" animBg="1" rev="0" advAuto="0" spid="8795" grpId="21"/>
      <p:bldP build="whole" bldLvl="1" animBg="1" rev="0" advAuto="0" spid="8776" grpId="2"/>
      <p:bldP build="whole" bldLvl="1" animBg="1" rev="0" advAuto="0" spid="8811" grpId="35"/>
      <p:bldP build="whole" bldLvl="1" animBg="1" rev="0" advAuto="0" spid="8829" grpId="43"/>
      <p:bldP build="whole" bldLvl="1" animBg="1" rev="0" advAuto="0" spid="8796" grpId="22"/>
      <p:bldP build="whole" bldLvl="1" animBg="1" rev="0" advAuto="0" spid="8789" grpId="15"/>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44" name="Subtitle information"/>
          <p:cNvSpPr txBox="1"/>
          <p:nvPr>
            <p:ph type="body" idx="1"/>
          </p:nvPr>
        </p:nvSpPr>
        <p:spPr>
          <a:xfrm>
            <a:off x="402332" y="1710900"/>
            <a:ext cx="11379588" cy="4327581"/>
          </a:xfrm>
          <a:prstGeom prst="rect">
            <a:avLst/>
          </a:prstGeom>
        </p:spPr>
        <p:txBody>
          <a:bodyPr/>
          <a:lstStyle/>
          <a:p>
            <a:pPr/>
          </a:p>
        </p:txBody>
      </p:sp>
      <p:sp>
        <p:nvSpPr>
          <p:cNvPr id="8845" name="Text Placeholder 23"/>
          <p:cNvSpPr/>
          <p:nvPr>
            <p:ph type="body" idx="21"/>
          </p:nvPr>
        </p:nvSpPr>
        <p:spPr>
          <a:prstGeom prst="rect">
            <a:avLst/>
          </a:prstGeom>
        </p:spPr>
        <p:txBody>
          <a:bodyPr/>
          <a:lstStyle/>
          <a:p>
            <a:pPr/>
          </a:p>
        </p:txBody>
      </p:sp>
      <p:sp>
        <p:nvSpPr>
          <p:cNvPr id="8846" name="Text Placeholder 16"/>
          <p:cNvSpPr/>
          <p:nvPr>
            <p:ph type="body" idx="22"/>
          </p:nvPr>
        </p:nvSpPr>
        <p:spPr>
          <a:xfrm>
            <a:off x="402333" y="796385"/>
            <a:ext cx="11388732" cy="914289"/>
          </a:xfrm>
          <a:prstGeom prst="rect">
            <a:avLst/>
          </a:prstGeom>
        </p:spPr>
        <p:txBody>
          <a:bodyPr/>
          <a:lstStyle/>
          <a:p>
            <a:pPr/>
          </a:p>
        </p:txBody>
      </p:sp>
      <p:sp>
        <p:nvSpPr>
          <p:cNvPr id="8847" name="Text Placeholder 13"/>
          <p:cNvSpPr/>
          <p:nvPr>
            <p:ph type="body" idx="23"/>
          </p:nvPr>
        </p:nvSpPr>
        <p:spPr>
          <a:xfrm>
            <a:off x="419591" y="6595277"/>
            <a:ext cx="10901458" cy="123115"/>
          </a:xfrm>
          <a:prstGeom prst="rect">
            <a:avLst/>
          </a:prstGeom>
        </p:spPr>
        <p:txBody>
          <a:bodyPr/>
          <a:lstStyle/>
          <a:p>
            <a:pPr/>
          </a:p>
        </p:txBody>
      </p:sp>
      <p:pic>
        <p:nvPicPr>
          <p:cNvPr id="8848" name="Planning sketch" descr="Planning sketch"/>
          <p:cNvPicPr>
            <a:picLocks noChangeAspect="1"/>
          </p:cNvPicPr>
          <p:nvPr/>
        </p:nvPicPr>
        <p:blipFill>
          <a:blip r:embed="rId3">
            <a:extLst/>
          </a:blip>
          <a:stretch>
            <a:fillRect/>
          </a:stretch>
        </p:blipFill>
        <p:spPr>
          <a:xfrm>
            <a:off x="58995" y="0"/>
            <a:ext cx="12061312" cy="6858001"/>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52" name="Text Placeholder 2"/>
          <p:cNvSpPr txBox="1"/>
          <p:nvPr>
            <p:ph type="body" sz="quarter" idx="1"/>
          </p:nvPr>
        </p:nvSpPr>
        <p:spPr>
          <a:xfrm>
            <a:off x="402333" y="398215"/>
            <a:ext cx="11388732" cy="365765"/>
          </a:xfrm>
          <a:prstGeom prst="rect">
            <a:avLst/>
          </a:prstGeom>
        </p:spPr>
        <p:txBody>
          <a:bodyPr anchor="ctr"/>
          <a:lstStyle>
            <a:lvl1pPr>
              <a:defRPr cap="all" sz="1400">
                <a:latin typeface="Mona Sans Mono"/>
                <a:ea typeface="Mona Sans Mono"/>
                <a:cs typeface="Mona Sans Mono"/>
                <a:sym typeface="Mona Sans Mono"/>
              </a:defRPr>
            </a:lvl1pPr>
          </a:lstStyle>
          <a:p>
            <a:pPr/>
            <a:r>
              <a:t>Skill 2 · api-simulation</a:t>
            </a:r>
          </a:p>
        </p:txBody>
      </p:sp>
      <p:sp>
        <p:nvSpPr>
          <p:cNvPr id="8853" name="Text Placeholder 3"/>
          <p:cNvSpPr/>
          <p:nvPr>
            <p:ph type="body" idx="22"/>
          </p:nvPr>
        </p:nvSpPr>
        <p:spPr>
          <a:xfrm>
            <a:off x="402333" y="796386"/>
            <a:ext cx="11388732" cy="914289"/>
          </a:xfrm>
          <a:prstGeom prst="rect">
            <a:avLst/>
          </a:prstGeom>
          <a:extLst>
            <a:ext uri="{C572A759-6A51-4108-AA02-DFA0A04FC94B}">
              <ma14:wrappingTextBoxFlag xmlns:ma14="http://schemas.microsoft.com/office/mac/drawingml/2011/main" val="1"/>
            </a:ext>
          </a:extLst>
        </p:spPr>
        <p:txBody>
          <a:bodyPr/>
          <a:lstStyle>
            <a:lvl1pPr defTabSz="804349">
              <a:spcBef>
                <a:spcPts val="800"/>
              </a:spcBef>
              <a:defRPr sz="3100"/>
            </a:lvl1pPr>
          </a:lstStyle>
          <a:p>
            <a:pPr/>
            <a:r>
              <a:t>A shared dev environment</a:t>
            </a:r>
          </a:p>
        </p:txBody>
      </p:sp>
      <p:sp>
        <p:nvSpPr>
          <p:cNvPr id="8854" name="Text Placeholder 4"/>
          <p:cNvSpPr/>
          <p:nvPr>
            <p:ph type="body" idx="23"/>
          </p:nvPr>
        </p:nvSpPr>
        <p:spPr>
          <a:xfrm>
            <a:off x="419591" y="6595277"/>
            <a:ext cx="10901459" cy="123115"/>
          </a:xfrm>
          <a:prstGeom prst="rect">
            <a:avLst/>
          </a:prstGeom>
          <a:extLst>
            <a:ext uri="{C572A759-6A51-4108-AA02-DFA0A04FC94B}">
              <ma14:wrappingTextBoxFlag xmlns:ma14="http://schemas.microsoft.com/office/mac/drawingml/2011/main" val="1"/>
            </a:ext>
          </a:extLst>
        </p:spPr>
        <p:txBody>
          <a:bodyPr/>
          <a:lstStyle/>
          <a:p>
            <a:pPr/>
            <a:r>
              <a:t>Agentic SDLC with Context Graph and API Simulations</a:t>
            </a:r>
          </a:p>
        </p:txBody>
      </p:sp>
      <p:sp>
        <p:nvSpPr>
          <p:cNvPr id="8855" name="Title 1"/>
          <p:cNvSpPr txBox="1"/>
          <p:nvPr>
            <p:ph type="title" idx="4294967295"/>
          </p:nvPr>
        </p:nvSpPr>
        <p:spPr>
          <a:xfrm>
            <a:off x="0" y="-233365"/>
            <a:ext cx="12188825" cy="233365"/>
          </a:xfrm>
          <a:prstGeom prst="rect">
            <a:avLst/>
          </a:prstGeom>
        </p:spPr>
        <p:txBody>
          <a:bodyPr lIns="0" tIns="0" rIns="0" bIns="0" anchor="b">
            <a:normAutofit fontScale="100000" lnSpcReduction="0"/>
          </a:bodyPr>
          <a:lstStyle>
            <a:lvl1pPr defTabSz="868331">
              <a:lnSpc>
                <a:spcPct val="80000"/>
              </a:lnSpc>
              <a:defRPr b="0" sz="1500">
                <a:solidFill>
                  <a:srgbClr val="7C8C9A"/>
                </a:solidFill>
                <a:latin typeface="Mona Sans Display"/>
                <a:ea typeface="Mona Sans Display"/>
                <a:cs typeface="Mona Sans Display"/>
                <a:sym typeface="Mona Sans Display"/>
              </a:defRPr>
            </a:lvl1pPr>
          </a:lstStyle>
          <a:p>
            <a:pPr/>
            <a:r>
              <a:t>A shared dev environment</a:t>
            </a:r>
          </a:p>
        </p:txBody>
      </p:sp>
      <p:grpSp>
        <p:nvGrpSpPr>
          <p:cNvPr id="8858" name="Service"/>
          <p:cNvGrpSpPr/>
          <p:nvPr/>
        </p:nvGrpSpPr>
        <p:grpSpPr>
          <a:xfrm>
            <a:off x="365758" y="2148836"/>
            <a:ext cx="2743204" cy="1554490"/>
            <a:chOff x="0" y="-1"/>
            <a:chExt cx="2743203" cy="1554489"/>
          </a:xfrm>
        </p:grpSpPr>
        <p:sp>
          <p:nvSpPr>
            <p:cNvPr id="8856" name="Rounded Rectangle"/>
            <p:cNvSpPr/>
            <p:nvPr/>
          </p:nvSpPr>
          <p:spPr>
            <a:xfrm>
              <a:off x="0" y="-2"/>
              <a:ext cx="2743204" cy="1554491"/>
            </a:xfrm>
            <a:prstGeom prst="roundRect">
              <a:avLst>
                <a:gd name="adj" fmla="val 5882"/>
              </a:avLst>
            </a:prstGeom>
            <a:solidFill>
              <a:srgbClr val="171D19"/>
            </a:solidFill>
            <a:ln w="19050" cap="flat">
              <a:solidFill>
                <a:srgbClr val="FFFF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857" name="My service…"/>
            <p:cNvSpPr txBox="1"/>
            <p:nvPr/>
          </p:nvSpPr>
          <p:spPr>
            <a:xfrm>
              <a:off x="72879" y="551692"/>
              <a:ext cx="2597445" cy="4511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2000">
                  <a:solidFill>
                    <a:srgbClr val="FFFFFF"/>
                  </a:solidFill>
                </a:defRPr>
              </a:lvl1pPr>
            </a:lstStyle>
            <a:p>
              <a:pPr/>
              <a:r>
                <a:t>My service</a:t>
              </a:r>
            </a:p>
          </p:txBody>
        </p:sp>
      </p:grpSp>
      <p:sp>
        <p:nvSpPr>
          <p:cNvPr id="8859" name="Connector 32"/>
          <p:cNvSpPr/>
          <p:nvPr/>
        </p:nvSpPr>
        <p:spPr>
          <a:xfrm>
            <a:off x="3154677" y="2926077"/>
            <a:ext cx="914404" cy="4"/>
          </a:xfrm>
          <a:prstGeom prst="line">
            <a:avLst/>
          </a:prstGeom>
          <a:ln w="31750">
            <a:solidFill>
              <a:srgbClr val="5FED83"/>
            </a:solidFill>
            <a:tailEnd type="triangle"/>
          </a:ln>
        </p:spPr>
        <p:txBody>
          <a:bodyPr lIns="45718" tIns="45718" rIns="45718" bIns="45718"/>
          <a:lstStyle/>
          <a:p>
            <a:pPr/>
          </a:p>
        </p:txBody>
      </p:sp>
      <p:sp>
        <p:nvSpPr>
          <p:cNvPr id="8860" name="Simulation container"/>
          <p:cNvSpPr/>
          <p:nvPr/>
        </p:nvSpPr>
        <p:spPr>
          <a:xfrm>
            <a:off x="4114800" y="1874516"/>
            <a:ext cx="7680960" cy="2514603"/>
          </a:xfrm>
          <a:prstGeom prst="roundRect">
            <a:avLst>
              <a:gd name="adj" fmla="val 3636"/>
            </a:avLst>
          </a:prstGeom>
          <a:ln w="25400">
            <a:solidFill>
              <a:srgbClr val="5FED83"/>
            </a:solidFill>
            <a:prstDash val="dash"/>
          </a:ln>
        </p:spPr>
        <p:txBody>
          <a:bodyPr lIns="45718" tIns="45718" rIns="45718" bIns="45718" anchor="ctr"/>
          <a:lstStyle/>
          <a:p>
            <a:pPr algn="ctr">
              <a:defRPr>
                <a:solidFill>
                  <a:srgbClr val="FFFFFF"/>
                </a:solidFill>
              </a:defRPr>
            </a:pPr>
          </a:p>
        </p:txBody>
      </p:sp>
      <p:sp>
        <p:nvSpPr>
          <p:cNvPr id="8861" name="TextBox 35"/>
          <p:cNvSpPr txBox="1"/>
          <p:nvPr/>
        </p:nvSpPr>
        <p:spPr>
          <a:xfrm>
            <a:off x="4297677" y="1968499"/>
            <a:ext cx="7315205"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5FED83"/>
                </a:solidFill>
                <a:latin typeface="Mona Sans Mono"/>
                <a:ea typeface="Mona Sans Mono"/>
                <a:cs typeface="Mona Sans Mono"/>
                <a:sym typeface="Mona Sans Mono"/>
              </a:defRPr>
            </a:lvl1pPr>
          </a:lstStyle>
          <a:p>
            <a:pPr/>
            <a:r>
              <a:t>SIMULATION</a:t>
            </a:r>
          </a:p>
        </p:txBody>
      </p:sp>
      <p:grpSp>
        <p:nvGrpSpPr>
          <p:cNvPr id="8864" name="Mock 1"/>
          <p:cNvGrpSpPr/>
          <p:nvPr/>
        </p:nvGrpSpPr>
        <p:grpSpPr>
          <a:xfrm>
            <a:off x="4297679" y="2331717"/>
            <a:ext cx="1719079" cy="1005848"/>
            <a:chOff x="0" y="0"/>
            <a:chExt cx="1719078" cy="1005846"/>
          </a:xfrm>
        </p:grpSpPr>
        <p:sp>
          <p:nvSpPr>
            <p:cNvPr id="8862" name="Rounded Rectangle"/>
            <p:cNvSpPr/>
            <p:nvPr/>
          </p:nvSpPr>
          <p:spPr>
            <a:xfrm>
              <a:off x="0" y="-1"/>
              <a:ext cx="1719079" cy="1005847"/>
            </a:xfrm>
            <a:prstGeom prst="roundRect">
              <a:avLst>
                <a:gd name="adj" fmla="val 7272"/>
              </a:avLst>
            </a:prstGeom>
            <a:solidFill>
              <a:srgbClr val="12301A"/>
            </a:solidFill>
            <a:ln w="12700" cap="flat">
              <a:solidFill>
                <a:srgbClr val="5FED83"/>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863" name="API 1…"/>
            <p:cNvSpPr txBox="1"/>
            <p:nvPr/>
          </p:nvSpPr>
          <p:spPr>
            <a:xfrm>
              <a:off x="64349" y="290070"/>
              <a:ext cx="1590379" cy="4257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800">
                  <a:solidFill>
                    <a:srgbClr val="5FED83"/>
                  </a:solidFill>
                </a:defRPr>
              </a:lvl1pPr>
            </a:lstStyle>
            <a:p>
              <a:pPr/>
              <a:r>
                <a:t>API 1</a:t>
              </a:r>
            </a:p>
          </p:txBody>
        </p:sp>
      </p:grpSp>
      <p:grpSp>
        <p:nvGrpSpPr>
          <p:cNvPr id="8867" name="Mock 2"/>
          <p:cNvGrpSpPr/>
          <p:nvPr/>
        </p:nvGrpSpPr>
        <p:grpSpPr>
          <a:xfrm>
            <a:off x="6144767" y="2331717"/>
            <a:ext cx="1719079" cy="1005848"/>
            <a:chOff x="0" y="0"/>
            <a:chExt cx="1719078" cy="1005846"/>
          </a:xfrm>
        </p:grpSpPr>
        <p:sp>
          <p:nvSpPr>
            <p:cNvPr id="8865" name="Rounded Rectangle"/>
            <p:cNvSpPr/>
            <p:nvPr/>
          </p:nvSpPr>
          <p:spPr>
            <a:xfrm>
              <a:off x="0" y="-1"/>
              <a:ext cx="1719079" cy="1005847"/>
            </a:xfrm>
            <a:prstGeom prst="roundRect">
              <a:avLst>
                <a:gd name="adj" fmla="val 7272"/>
              </a:avLst>
            </a:prstGeom>
            <a:solidFill>
              <a:srgbClr val="12301A"/>
            </a:solidFill>
            <a:ln w="12700" cap="flat">
              <a:solidFill>
                <a:srgbClr val="5FED83"/>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866" name="API 2…"/>
            <p:cNvSpPr txBox="1"/>
            <p:nvPr/>
          </p:nvSpPr>
          <p:spPr>
            <a:xfrm>
              <a:off x="64349" y="290070"/>
              <a:ext cx="1590379" cy="4257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800">
                  <a:solidFill>
                    <a:srgbClr val="5FED83"/>
                  </a:solidFill>
                </a:defRPr>
              </a:lvl1pPr>
            </a:lstStyle>
            <a:p>
              <a:pPr/>
              <a:r>
                <a:t>API 2</a:t>
              </a:r>
            </a:p>
          </p:txBody>
        </p:sp>
      </p:grpSp>
      <p:grpSp>
        <p:nvGrpSpPr>
          <p:cNvPr id="8870" name="Mock 3"/>
          <p:cNvGrpSpPr/>
          <p:nvPr/>
        </p:nvGrpSpPr>
        <p:grpSpPr>
          <a:xfrm>
            <a:off x="7991856" y="2331717"/>
            <a:ext cx="1719079" cy="1005848"/>
            <a:chOff x="0" y="0"/>
            <a:chExt cx="1719078" cy="1005846"/>
          </a:xfrm>
        </p:grpSpPr>
        <p:sp>
          <p:nvSpPr>
            <p:cNvPr id="8868" name="Rounded Rectangle"/>
            <p:cNvSpPr/>
            <p:nvPr/>
          </p:nvSpPr>
          <p:spPr>
            <a:xfrm>
              <a:off x="0" y="-1"/>
              <a:ext cx="1719079" cy="1005847"/>
            </a:xfrm>
            <a:prstGeom prst="roundRect">
              <a:avLst>
                <a:gd name="adj" fmla="val 7272"/>
              </a:avLst>
            </a:prstGeom>
            <a:solidFill>
              <a:srgbClr val="12301A"/>
            </a:solidFill>
            <a:ln w="12700" cap="flat">
              <a:solidFill>
                <a:srgbClr val="5FED83"/>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869" name="API 3…"/>
            <p:cNvSpPr txBox="1"/>
            <p:nvPr/>
          </p:nvSpPr>
          <p:spPr>
            <a:xfrm>
              <a:off x="64349" y="290070"/>
              <a:ext cx="1590379" cy="4257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800">
                  <a:solidFill>
                    <a:srgbClr val="5FED83"/>
                  </a:solidFill>
                </a:defRPr>
              </a:lvl1pPr>
            </a:lstStyle>
            <a:p>
              <a:pPr/>
              <a:r>
                <a:t>API 3</a:t>
              </a:r>
            </a:p>
          </p:txBody>
        </p:sp>
      </p:grpSp>
      <p:grpSp>
        <p:nvGrpSpPr>
          <p:cNvPr id="8873" name="Mock 4"/>
          <p:cNvGrpSpPr/>
          <p:nvPr/>
        </p:nvGrpSpPr>
        <p:grpSpPr>
          <a:xfrm>
            <a:off x="9838942" y="2331717"/>
            <a:ext cx="1719078" cy="1005848"/>
            <a:chOff x="0" y="0"/>
            <a:chExt cx="1719077" cy="1005846"/>
          </a:xfrm>
        </p:grpSpPr>
        <p:sp>
          <p:nvSpPr>
            <p:cNvPr id="8871" name="Rounded Rectangle"/>
            <p:cNvSpPr/>
            <p:nvPr/>
          </p:nvSpPr>
          <p:spPr>
            <a:xfrm>
              <a:off x="0" y="-1"/>
              <a:ext cx="1719078" cy="1005847"/>
            </a:xfrm>
            <a:prstGeom prst="roundRect">
              <a:avLst>
                <a:gd name="adj" fmla="val 7272"/>
              </a:avLst>
            </a:prstGeom>
            <a:solidFill>
              <a:srgbClr val="12301A"/>
            </a:solidFill>
            <a:ln w="12700" cap="flat">
              <a:solidFill>
                <a:srgbClr val="5FED83"/>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872" name="API 4…"/>
            <p:cNvSpPr txBox="1"/>
            <p:nvPr/>
          </p:nvSpPr>
          <p:spPr>
            <a:xfrm>
              <a:off x="64349" y="290070"/>
              <a:ext cx="1590379" cy="4257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800">
                  <a:solidFill>
                    <a:srgbClr val="5FED83"/>
                  </a:solidFill>
                </a:defRPr>
              </a:lvl1pPr>
            </a:lstStyle>
            <a:p>
              <a:pPr/>
              <a:r>
                <a:t>API 4</a:t>
              </a:r>
            </a:p>
          </p:txBody>
        </p:sp>
      </p:grpSp>
      <p:grpSp>
        <p:nvGrpSpPr>
          <p:cNvPr id="8876" name="Rounded Rectangle 41"/>
          <p:cNvGrpSpPr/>
          <p:nvPr/>
        </p:nvGrpSpPr>
        <p:grpSpPr>
          <a:xfrm>
            <a:off x="4297679" y="3749037"/>
            <a:ext cx="1325888" cy="365767"/>
            <a:chOff x="0" y="0"/>
            <a:chExt cx="1325886" cy="365765"/>
          </a:xfrm>
        </p:grpSpPr>
        <p:sp>
          <p:nvSpPr>
            <p:cNvPr id="8874" name="Rounded Rectangle"/>
            <p:cNvSpPr/>
            <p:nvPr/>
          </p:nvSpPr>
          <p:spPr>
            <a:xfrm>
              <a:off x="-1" y="0"/>
              <a:ext cx="1325888" cy="365767"/>
            </a:xfrm>
            <a:prstGeom prst="roundRect">
              <a:avLst>
                <a:gd name="adj" fmla="val 50000"/>
              </a:avLst>
            </a:prstGeom>
            <a:solidFill>
              <a:srgbClr val="35121E"/>
            </a:solidFill>
            <a:ln w="12700" cap="flat">
              <a:solidFill>
                <a:srgbClr val="FF6B9D"/>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875" name="delays"/>
            <p:cNvSpPr txBox="1"/>
            <p:nvPr/>
          </p:nvSpPr>
          <p:spPr>
            <a:xfrm>
              <a:off x="114777" y="75692"/>
              <a:ext cx="1096331" cy="2143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8" tIns="18288" rIns="18288" bIns="18288" numCol="1" anchor="ctr">
              <a:spAutoFit/>
            </a:bodyPr>
            <a:lstStyle>
              <a:lvl1pPr algn="ctr">
                <a:defRPr sz="1200">
                  <a:solidFill>
                    <a:srgbClr val="FF6B9D"/>
                  </a:solidFill>
                  <a:latin typeface="Mona Sans Mono"/>
                  <a:ea typeface="Mona Sans Mono"/>
                  <a:cs typeface="Mona Sans Mono"/>
                  <a:sym typeface="Mona Sans Mono"/>
                </a:defRPr>
              </a:lvl1pPr>
            </a:lstStyle>
            <a:p>
              <a:pPr/>
              <a:r>
                <a:t>delays</a:t>
              </a:r>
            </a:p>
          </p:txBody>
        </p:sp>
      </p:grpSp>
      <p:grpSp>
        <p:nvGrpSpPr>
          <p:cNvPr id="8879" name="Rounded Rectangle 42"/>
          <p:cNvGrpSpPr/>
          <p:nvPr/>
        </p:nvGrpSpPr>
        <p:grpSpPr>
          <a:xfrm>
            <a:off x="5714997" y="3749037"/>
            <a:ext cx="1325886" cy="365767"/>
            <a:chOff x="0" y="0"/>
            <a:chExt cx="1325884" cy="365765"/>
          </a:xfrm>
        </p:grpSpPr>
        <p:sp>
          <p:nvSpPr>
            <p:cNvPr id="8877" name="Rounded Rectangle"/>
            <p:cNvSpPr/>
            <p:nvPr/>
          </p:nvSpPr>
          <p:spPr>
            <a:xfrm>
              <a:off x="-1" y="0"/>
              <a:ext cx="1325885" cy="365767"/>
            </a:xfrm>
            <a:prstGeom prst="roundRect">
              <a:avLst>
                <a:gd name="adj" fmla="val 50000"/>
              </a:avLst>
            </a:prstGeom>
            <a:solidFill>
              <a:srgbClr val="35121E"/>
            </a:solidFill>
            <a:ln w="12700" cap="flat">
              <a:solidFill>
                <a:srgbClr val="FF6B9D"/>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878" name="errors"/>
            <p:cNvSpPr txBox="1"/>
            <p:nvPr/>
          </p:nvSpPr>
          <p:spPr>
            <a:xfrm>
              <a:off x="114777" y="75692"/>
              <a:ext cx="1096329" cy="2143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8" tIns="18288" rIns="18288" bIns="18288" numCol="1" anchor="ctr">
              <a:spAutoFit/>
            </a:bodyPr>
            <a:lstStyle>
              <a:lvl1pPr algn="ctr">
                <a:defRPr sz="1200">
                  <a:solidFill>
                    <a:srgbClr val="FF6B9D"/>
                  </a:solidFill>
                  <a:latin typeface="Mona Sans Mono"/>
                  <a:ea typeface="Mona Sans Mono"/>
                  <a:cs typeface="Mona Sans Mono"/>
                  <a:sym typeface="Mona Sans Mono"/>
                </a:defRPr>
              </a:lvl1pPr>
            </a:lstStyle>
            <a:p>
              <a:pPr/>
              <a:r>
                <a:t>errors</a:t>
              </a:r>
            </a:p>
          </p:txBody>
        </p:sp>
      </p:grpSp>
      <p:grpSp>
        <p:nvGrpSpPr>
          <p:cNvPr id="8882" name="Rounded Rectangle 43"/>
          <p:cNvGrpSpPr/>
          <p:nvPr/>
        </p:nvGrpSpPr>
        <p:grpSpPr>
          <a:xfrm>
            <a:off x="7132318" y="3749037"/>
            <a:ext cx="1325888" cy="365767"/>
            <a:chOff x="0" y="0"/>
            <a:chExt cx="1325886" cy="365765"/>
          </a:xfrm>
        </p:grpSpPr>
        <p:sp>
          <p:nvSpPr>
            <p:cNvPr id="8880" name="Rounded Rectangle"/>
            <p:cNvSpPr/>
            <p:nvPr/>
          </p:nvSpPr>
          <p:spPr>
            <a:xfrm>
              <a:off x="-1" y="0"/>
              <a:ext cx="1325888" cy="365767"/>
            </a:xfrm>
            <a:prstGeom prst="roundRect">
              <a:avLst>
                <a:gd name="adj" fmla="val 50000"/>
              </a:avLst>
            </a:prstGeom>
            <a:solidFill>
              <a:srgbClr val="35121E"/>
            </a:solidFill>
            <a:ln w="12700" cap="flat">
              <a:solidFill>
                <a:srgbClr val="FF6B9D"/>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881" name="rate limits"/>
            <p:cNvSpPr txBox="1"/>
            <p:nvPr/>
          </p:nvSpPr>
          <p:spPr>
            <a:xfrm>
              <a:off x="114777" y="75692"/>
              <a:ext cx="1096331" cy="2143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8288" tIns="18288" rIns="18288" bIns="18288" numCol="1" anchor="ctr">
              <a:spAutoFit/>
            </a:bodyPr>
            <a:lstStyle>
              <a:lvl1pPr algn="ctr">
                <a:defRPr sz="1200">
                  <a:solidFill>
                    <a:srgbClr val="FF6B9D"/>
                  </a:solidFill>
                  <a:latin typeface="Mona Sans Mono"/>
                  <a:ea typeface="Mona Sans Mono"/>
                  <a:cs typeface="Mona Sans Mono"/>
                  <a:sym typeface="Mona Sans Mono"/>
                </a:defRPr>
              </a:lvl1pPr>
            </a:lstStyle>
            <a:p>
              <a:pPr/>
              <a:r>
                <a:t>rate limits</a:t>
              </a:r>
            </a:p>
          </p:txBody>
        </p:sp>
      </p:grpSp>
      <p:grpSp>
        <p:nvGrpSpPr>
          <p:cNvPr id="8885" name="Rounded Rectangle 46"/>
          <p:cNvGrpSpPr/>
          <p:nvPr/>
        </p:nvGrpSpPr>
        <p:grpSpPr>
          <a:xfrm>
            <a:off x="365758" y="4846320"/>
            <a:ext cx="2743204" cy="685806"/>
            <a:chOff x="0" y="0"/>
            <a:chExt cx="2743203" cy="685805"/>
          </a:xfrm>
        </p:grpSpPr>
        <p:sp>
          <p:nvSpPr>
            <p:cNvPr id="8883" name="Rounded Rectangle"/>
            <p:cNvSpPr/>
            <p:nvPr/>
          </p:nvSpPr>
          <p:spPr>
            <a:xfrm>
              <a:off x="0" y="-1"/>
              <a:ext cx="2743204" cy="685807"/>
            </a:xfrm>
            <a:prstGeom prst="roundRect">
              <a:avLst>
                <a:gd name="adj" fmla="val 13333"/>
              </a:avLst>
            </a:prstGeom>
            <a:solidFill>
              <a:srgbClr val="171D19"/>
            </a:solidFill>
            <a:ln w="12700" cap="flat">
              <a:solidFill>
                <a:srgbClr val="34423A"/>
              </a:solidFill>
              <a:prstDash val="solid"/>
              <a:round/>
            </a:ln>
            <a:effectLst/>
          </p:spPr>
          <p:txBody>
            <a:bodyPr wrap="square" lIns="45718" tIns="45718" rIns="45718" bIns="45718" numCol="1" anchor="ctr">
              <a:noAutofit/>
            </a:bodyPr>
            <a:lstStyle/>
            <a:p>
              <a:pPr>
                <a:defRPr>
                  <a:solidFill>
                    <a:srgbClr val="FFFFFF"/>
                  </a:solidFill>
                </a:defRPr>
              </a:pPr>
            </a:p>
          </p:txBody>
        </p:sp>
        <p:sp>
          <p:nvSpPr>
            <p:cNvPr id="8884" name="Collection…"/>
            <p:cNvSpPr txBox="1"/>
            <p:nvPr/>
          </p:nvSpPr>
          <p:spPr>
            <a:xfrm>
              <a:off x="69706" y="149100"/>
              <a:ext cx="2603791" cy="3876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defRPr b="1" sz="1600">
                  <a:solidFill>
                    <a:srgbClr val="FFFFFF"/>
                  </a:solidFill>
                </a:defRPr>
              </a:lvl1pPr>
            </a:lstStyle>
            <a:p>
              <a:pPr/>
              <a:r>
                <a:t>Collection</a:t>
              </a:r>
            </a:p>
          </p:txBody>
        </p:sp>
      </p:grpSp>
      <p:grpSp>
        <p:nvGrpSpPr>
          <p:cNvPr id="8888" name="Rounded Rectangle 47"/>
          <p:cNvGrpSpPr/>
          <p:nvPr/>
        </p:nvGrpSpPr>
        <p:grpSpPr>
          <a:xfrm>
            <a:off x="365758" y="5623559"/>
            <a:ext cx="2743204" cy="685806"/>
            <a:chOff x="0" y="0"/>
            <a:chExt cx="2743203" cy="685805"/>
          </a:xfrm>
        </p:grpSpPr>
        <p:sp>
          <p:nvSpPr>
            <p:cNvPr id="8886" name="Rounded Rectangle"/>
            <p:cNvSpPr/>
            <p:nvPr/>
          </p:nvSpPr>
          <p:spPr>
            <a:xfrm>
              <a:off x="0" y="-1"/>
              <a:ext cx="2743204" cy="685807"/>
            </a:xfrm>
            <a:prstGeom prst="roundRect">
              <a:avLst>
                <a:gd name="adj" fmla="val 13333"/>
              </a:avLst>
            </a:prstGeom>
            <a:solidFill>
              <a:srgbClr val="12301A"/>
            </a:solidFill>
            <a:ln w="12700" cap="flat">
              <a:solidFill>
                <a:srgbClr val="5FED83"/>
              </a:solidFill>
              <a:prstDash val="solid"/>
              <a:round/>
            </a:ln>
            <a:effectLst/>
          </p:spPr>
          <p:txBody>
            <a:bodyPr wrap="square" lIns="45718" tIns="45718" rIns="45718" bIns="45718" numCol="1" anchor="ctr">
              <a:noAutofit/>
            </a:bodyPr>
            <a:lstStyle/>
            <a:p>
              <a:pPr>
                <a:defRPr>
                  <a:solidFill>
                    <a:srgbClr val="FFFFFF"/>
                  </a:solidFill>
                </a:defRPr>
              </a:pPr>
            </a:p>
          </p:txBody>
        </p:sp>
        <p:sp>
          <p:nvSpPr>
            <p:cNvPr id="8887" name="Simulation…"/>
            <p:cNvSpPr txBox="1"/>
            <p:nvPr/>
          </p:nvSpPr>
          <p:spPr>
            <a:xfrm>
              <a:off x="69706" y="149100"/>
              <a:ext cx="2603791" cy="3876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defRPr b="1" sz="1600">
                  <a:solidFill>
                    <a:srgbClr val="5FED83"/>
                  </a:solidFill>
                </a:defRPr>
              </a:lvl1pPr>
            </a:lstStyle>
            <a:p>
              <a:pPr/>
              <a:r>
                <a:t>Simulation</a:t>
              </a:r>
            </a:p>
          </p:txBody>
        </p:sp>
      </p:grpSp>
      <p:sp>
        <p:nvSpPr>
          <p:cNvPr id="8889" name="Connector 48"/>
          <p:cNvSpPr/>
          <p:nvPr/>
        </p:nvSpPr>
        <p:spPr>
          <a:xfrm>
            <a:off x="3154676" y="5184647"/>
            <a:ext cx="685805" cy="347476"/>
          </a:xfrm>
          <a:prstGeom prst="line">
            <a:avLst/>
          </a:prstGeom>
          <a:ln w="25400">
            <a:solidFill>
              <a:srgbClr val="FFFFFF"/>
            </a:solidFill>
            <a:tailEnd type="triangle"/>
          </a:ln>
        </p:spPr>
        <p:txBody>
          <a:bodyPr lIns="45718" tIns="45718" rIns="45718" bIns="45718"/>
          <a:lstStyle/>
          <a:p>
            <a:pPr/>
          </a:p>
        </p:txBody>
      </p:sp>
      <p:sp>
        <p:nvSpPr>
          <p:cNvPr id="8890" name="Connector 49"/>
          <p:cNvSpPr/>
          <p:nvPr/>
        </p:nvSpPr>
        <p:spPr>
          <a:xfrm flipV="1">
            <a:off x="3154676" y="5623559"/>
            <a:ext cx="685806" cy="338332"/>
          </a:xfrm>
          <a:prstGeom prst="line">
            <a:avLst/>
          </a:prstGeom>
          <a:ln w="25400">
            <a:solidFill>
              <a:srgbClr val="FFFFFF"/>
            </a:solidFill>
            <a:tailEnd type="triangle"/>
          </a:ln>
        </p:spPr>
        <p:txBody>
          <a:bodyPr lIns="45718" tIns="45718" rIns="45718" bIns="45718"/>
          <a:lstStyle/>
          <a:p>
            <a:pPr/>
          </a:p>
        </p:txBody>
      </p:sp>
      <p:grpSp>
        <p:nvGrpSpPr>
          <p:cNvPr id="8893" name="Workspace"/>
          <p:cNvGrpSpPr/>
          <p:nvPr/>
        </p:nvGrpSpPr>
        <p:grpSpPr>
          <a:xfrm>
            <a:off x="3886195" y="4846317"/>
            <a:ext cx="2834649" cy="1463049"/>
            <a:chOff x="-1" y="0"/>
            <a:chExt cx="2834648" cy="1463047"/>
          </a:xfrm>
        </p:grpSpPr>
        <p:sp>
          <p:nvSpPr>
            <p:cNvPr id="8891" name="Rounded Rectangle"/>
            <p:cNvSpPr/>
            <p:nvPr/>
          </p:nvSpPr>
          <p:spPr>
            <a:xfrm>
              <a:off x="-2" y="-1"/>
              <a:ext cx="2834650" cy="1463048"/>
            </a:xfrm>
            <a:prstGeom prst="roundRect">
              <a:avLst>
                <a:gd name="adj" fmla="val 6250"/>
              </a:avLst>
            </a:prstGeom>
            <a:solidFill>
              <a:srgbClr val="1F2822"/>
            </a:solidFill>
            <a:ln w="19050" cap="flat">
              <a:solidFill>
                <a:srgbClr val="FFFF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8892" name="Workspace…"/>
            <p:cNvSpPr txBox="1"/>
            <p:nvPr/>
          </p:nvSpPr>
          <p:spPr>
            <a:xfrm>
              <a:off x="72881" y="505971"/>
              <a:ext cx="2688882" cy="4511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2000">
                  <a:solidFill>
                    <a:srgbClr val="FFFFFF"/>
                  </a:solidFill>
                </a:defRPr>
              </a:lvl1pPr>
            </a:lstStyle>
            <a:p>
              <a:pPr/>
              <a:r>
                <a:t>Workspace</a:t>
              </a:r>
            </a:p>
          </p:txBody>
        </p:sp>
      </p:grpSp>
      <p:sp>
        <p:nvSpPr>
          <p:cNvPr id="8894" name="Connector 51"/>
          <p:cNvSpPr/>
          <p:nvPr/>
        </p:nvSpPr>
        <p:spPr>
          <a:xfrm>
            <a:off x="6766559" y="5577840"/>
            <a:ext cx="731523" cy="4"/>
          </a:xfrm>
          <a:prstGeom prst="line">
            <a:avLst/>
          </a:prstGeom>
          <a:ln w="31750">
            <a:solidFill>
              <a:srgbClr val="AE85FF"/>
            </a:solidFill>
            <a:tailEnd type="triangle"/>
          </a:ln>
        </p:spPr>
        <p:txBody>
          <a:bodyPr lIns="45718" tIns="45718" rIns="45718" bIns="45718"/>
          <a:lstStyle/>
          <a:p>
            <a:pPr/>
          </a:p>
        </p:txBody>
      </p:sp>
      <p:grpSp>
        <p:nvGrpSpPr>
          <p:cNvPr id="8897" name="Another agent"/>
          <p:cNvGrpSpPr/>
          <p:nvPr/>
        </p:nvGrpSpPr>
        <p:grpSpPr>
          <a:xfrm>
            <a:off x="7543796" y="4846317"/>
            <a:ext cx="4251967" cy="1463049"/>
            <a:chOff x="-1" y="0"/>
            <a:chExt cx="4251966" cy="1463047"/>
          </a:xfrm>
        </p:grpSpPr>
        <p:sp>
          <p:nvSpPr>
            <p:cNvPr id="8895" name="Rounded Rectangle"/>
            <p:cNvSpPr/>
            <p:nvPr/>
          </p:nvSpPr>
          <p:spPr>
            <a:xfrm>
              <a:off x="-2" y="-1"/>
              <a:ext cx="4251968" cy="1463048"/>
            </a:xfrm>
            <a:prstGeom prst="roundRect">
              <a:avLst>
                <a:gd name="adj" fmla="val 6250"/>
              </a:avLst>
            </a:prstGeom>
            <a:solidFill>
              <a:srgbClr val="171D19"/>
            </a:solidFill>
            <a:ln w="19050" cap="flat">
              <a:solidFill>
                <a:srgbClr val="AE85FF"/>
              </a:solidFill>
              <a:prstDash val="solid"/>
              <a:round/>
            </a:ln>
            <a:effectLst/>
          </p:spPr>
          <p:txBody>
            <a:bodyPr wrap="square" lIns="45718" tIns="45718" rIns="45718" bIns="45718" numCol="1" anchor="ctr">
              <a:noAutofit/>
            </a:bodyPr>
            <a:lstStyle/>
            <a:p>
              <a:pPr>
                <a:defRPr>
                  <a:solidFill>
                    <a:srgbClr val="FFFFFF"/>
                  </a:solidFill>
                </a:defRPr>
              </a:pPr>
            </a:p>
          </p:txBody>
        </p:sp>
        <p:sp>
          <p:nvSpPr>
            <p:cNvPr id="8896" name="Another agent…"/>
            <p:cNvSpPr txBox="1"/>
            <p:nvPr/>
          </p:nvSpPr>
          <p:spPr>
            <a:xfrm>
              <a:off x="146034" y="518671"/>
              <a:ext cx="4051336" cy="4257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spcBef>
                  <a:spcPts val="400"/>
                </a:spcBef>
                <a:defRPr b="1" sz="1800">
                  <a:solidFill>
                    <a:srgbClr val="AE85FF"/>
                  </a:solidFill>
                </a:defRPr>
              </a:lvl1pPr>
            </a:lstStyle>
            <a:p>
              <a:pPr/>
              <a:r>
                <a:t>Another agent</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8858"/>
                                        </p:tgtEl>
                                        <p:attrNameLst>
                                          <p:attrName>style.visibility</p:attrName>
                                        </p:attrNameLst>
                                      </p:cBhvr>
                                      <p:to>
                                        <p:strVal val="visible"/>
                                      </p:to>
                                    </p:set>
                                    <p:animEffect filter="fade" transition="in">
                                      <p:cBhvr>
                                        <p:cTn id="7" dur="500"/>
                                        <p:tgtEl>
                                          <p:spTgt spid="8858"/>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8859"/>
                                        </p:tgtEl>
                                        <p:attrNameLst>
                                          <p:attrName>style.visibility</p:attrName>
                                        </p:attrNameLst>
                                      </p:cBhvr>
                                      <p:to>
                                        <p:strVal val="visible"/>
                                      </p:to>
                                    </p:set>
                                    <p:animEffect filter="fade" transition="in">
                                      <p:cBhvr>
                                        <p:cTn id="12" dur="500"/>
                                        <p:tgtEl>
                                          <p:spTgt spid="8859"/>
                                        </p:tgtEl>
                                      </p:cBhvr>
                                    </p:animEffect>
                                  </p:childTnLst>
                                </p:cTn>
                              </p:par>
                            </p:childTnLst>
                          </p:cTn>
                        </p:par>
                        <p:par>
                          <p:cTn id="13" fill="hold">
                            <p:stCondLst>
                              <p:cond delay="500"/>
                            </p:stCondLst>
                            <p:childTnLst>
                              <p:par>
                                <p:cTn id="14" presetClass="entr" nodeType="afterEffect" presetID="10" grpId="3" fill="hold">
                                  <p:stCondLst>
                                    <p:cond delay="0"/>
                                  </p:stCondLst>
                                  <p:iterate type="el" backwards="0">
                                    <p:tmAbs val="0"/>
                                  </p:iterate>
                                  <p:childTnLst>
                                    <p:set>
                                      <p:cBhvr>
                                        <p:cTn id="15" fill="hold"/>
                                        <p:tgtEl>
                                          <p:spTgt spid="8860"/>
                                        </p:tgtEl>
                                        <p:attrNameLst>
                                          <p:attrName>style.visibility</p:attrName>
                                        </p:attrNameLst>
                                      </p:cBhvr>
                                      <p:to>
                                        <p:strVal val="visible"/>
                                      </p:to>
                                    </p:set>
                                    <p:animEffect filter="fade" transition="in">
                                      <p:cBhvr>
                                        <p:cTn id="16" dur="500"/>
                                        <p:tgtEl>
                                          <p:spTgt spid="8860"/>
                                        </p:tgtEl>
                                      </p:cBhvr>
                                    </p:animEffect>
                                  </p:childTnLst>
                                </p:cTn>
                              </p:par>
                            </p:childTnLst>
                          </p:cTn>
                        </p:par>
                        <p:par>
                          <p:cTn id="17" fill="hold">
                            <p:stCondLst>
                              <p:cond delay="1000"/>
                            </p:stCondLst>
                            <p:childTnLst>
                              <p:par>
                                <p:cTn id="18" presetClass="entr" nodeType="afterEffect" presetID="10" grpId="4" fill="hold">
                                  <p:stCondLst>
                                    <p:cond delay="0"/>
                                  </p:stCondLst>
                                  <p:iterate type="el" backwards="0">
                                    <p:tmAbs val="0"/>
                                  </p:iterate>
                                  <p:childTnLst>
                                    <p:set>
                                      <p:cBhvr>
                                        <p:cTn id="19" fill="hold"/>
                                        <p:tgtEl>
                                          <p:spTgt spid="8861"/>
                                        </p:tgtEl>
                                        <p:attrNameLst>
                                          <p:attrName>style.visibility</p:attrName>
                                        </p:attrNameLst>
                                      </p:cBhvr>
                                      <p:to>
                                        <p:strVal val="visible"/>
                                      </p:to>
                                    </p:set>
                                    <p:animEffect filter="fade" transition="in">
                                      <p:cBhvr>
                                        <p:cTn id="20" dur="500"/>
                                        <p:tgtEl>
                                          <p:spTgt spid="8861"/>
                                        </p:tgtEl>
                                      </p:cBhvr>
                                    </p:animEffect>
                                  </p:childTnLst>
                                </p:cTn>
                              </p:par>
                            </p:childTnLst>
                          </p:cTn>
                        </p:par>
                        <p:par>
                          <p:cTn id="21" fill="hold">
                            <p:stCondLst>
                              <p:cond delay="1500"/>
                            </p:stCondLst>
                            <p:childTnLst>
                              <p:par>
                                <p:cTn id="22" presetClass="entr" nodeType="afterEffect" presetID="10" grpId="5" fill="hold">
                                  <p:stCondLst>
                                    <p:cond delay="0"/>
                                  </p:stCondLst>
                                  <p:iterate type="el" backwards="0">
                                    <p:tmAbs val="0"/>
                                  </p:iterate>
                                  <p:childTnLst>
                                    <p:set>
                                      <p:cBhvr>
                                        <p:cTn id="23" fill="hold"/>
                                        <p:tgtEl>
                                          <p:spTgt spid="8864"/>
                                        </p:tgtEl>
                                        <p:attrNameLst>
                                          <p:attrName>style.visibility</p:attrName>
                                        </p:attrNameLst>
                                      </p:cBhvr>
                                      <p:to>
                                        <p:strVal val="visible"/>
                                      </p:to>
                                    </p:set>
                                    <p:animEffect filter="fade" transition="in">
                                      <p:cBhvr>
                                        <p:cTn id="24" dur="500"/>
                                        <p:tgtEl>
                                          <p:spTgt spid="8864"/>
                                        </p:tgtEl>
                                      </p:cBhvr>
                                    </p:animEffect>
                                  </p:childTnLst>
                                </p:cTn>
                              </p:par>
                            </p:childTnLst>
                          </p:cTn>
                        </p:par>
                        <p:par>
                          <p:cTn id="25" fill="hold">
                            <p:stCondLst>
                              <p:cond delay="2000"/>
                            </p:stCondLst>
                            <p:childTnLst>
                              <p:par>
                                <p:cTn id="26" presetClass="entr" nodeType="afterEffect" presetID="10" grpId="6" fill="hold">
                                  <p:stCondLst>
                                    <p:cond delay="0"/>
                                  </p:stCondLst>
                                  <p:iterate type="el" backwards="0">
                                    <p:tmAbs val="0"/>
                                  </p:iterate>
                                  <p:childTnLst>
                                    <p:set>
                                      <p:cBhvr>
                                        <p:cTn id="27" fill="hold"/>
                                        <p:tgtEl>
                                          <p:spTgt spid="8867"/>
                                        </p:tgtEl>
                                        <p:attrNameLst>
                                          <p:attrName>style.visibility</p:attrName>
                                        </p:attrNameLst>
                                      </p:cBhvr>
                                      <p:to>
                                        <p:strVal val="visible"/>
                                      </p:to>
                                    </p:set>
                                    <p:animEffect filter="fade" transition="in">
                                      <p:cBhvr>
                                        <p:cTn id="28" dur="500"/>
                                        <p:tgtEl>
                                          <p:spTgt spid="8867"/>
                                        </p:tgtEl>
                                      </p:cBhvr>
                                    </p:animEffect>
                                  </p:childTnLst>
                                </p:cTn>
                              </p:par>
                            </p:childTnLst>
                          </p:cTn>
                        </p:par>
                        <p:par>
                          <p:cTn id="29" fill="hold">
                            <p:stCondLst>
                              <p:cond delay="2500"/>
                            </p:stCondLst>
                            <p:childTnLst>
                              <p:par>
                                <p:cTn id="30" presetClass="entr" nodeType="afterEffect" presetID="10" grpId="7" fill="hold">
                                  <p:stCondLst>
                                    <p:cond delay="0"/>
                                  </p:stCondLst>
                                  <p:iterate type="el" backwards="0">
                                    <p:tmAbs val="0"/>
                                  </p:iterate>
                                  <p:childTnLst>
                                    <p:set>
                                      <p:cBhvr>
                                        <p:cTn id="31" fill="hold"/>
                                        <p:tgtEl>
                                          <p:spTgt spid="8870"/>
                                        </p:tgtEl>
                                        <p:attrNameLst>
                                          <p:attrName>style.visibility</p:attrName>
                                        </p:attrNameLst>
                                      </p:cBhvr>
                                      <p:to>
                                        <p:strVal val="visible"/>
                                      </p:to>
                                    </p:set>
                                    <p:animEffect filter="fade" transition="in">
                                      <p:cBhvr>
                                        <p:cTn id="32" dur="500"/>
                                        <p:tgtEl>
                                          <p:spTgt spid="8870"/>
                                        </p:tgtEl>
                                      </p:cBhvr>
                                    </p:animEffect>
                                  </p:childTnLst>
                                </p:cTn>
                              </p:par>
                            </p:childTnLst>
                          </p:cTn>
                        </p:par>
                        <p:par>
                          <p:cTn id="33" fill="hold">
                            <p:stCondLst>
                              <p:cond delay="3000"/>
                            </p:stCondLst>
                            <p:childTnLst>
                              <p:par>
                                <p:cTn id="34" presetClass="entr" nodeType="afterEffect" presetID="10" grpId="8" fill="hold">
                                  <p:stCondLst>
                                    <p:cond delay="0"/>
                                  </p:stCondLst>
                                  <p:iterate type="el" backwards="0">
                                    <p:tmAbs val="0"/>
                                  </p:iterate>
                                  <p:childTnLst>
                                    <p:set>
                                      <p:cBhvr>
                                        <p:cTn id="35" fill="hold"/>
                                        <p:tgtEl>
                                          <p:spTgt spid="8873"/>
                                        </p:tgtEl>
                                        <p:attrNameLst>
                                          <p:attrName>style.visibility</p:attrName>
                                        </p:attrNameLst>
                                      </p:cBhvr>
                                      <p:to>
                                        <p:strVal val="visible"/>
                                      </p:to>
                                    </p:set>
                                    <p:animEffect filter="fade" transition="in">
                                      <p:cBhvr>
                                        <p:cTn id="36" dur="500"/>
                                        <p:tgtEl>
                                          <p:spTgt spid="8873"/>
                                        </p:tgtEl>
                                      </p:cBhvr>
                                    </p:animEffect>
                                  </p:childTnLst>
                                </p:cTn>
                              </p:par>
                            </p:childTnLst>
                          </p:cTn>
                        </p:par>
                      </p:childTnLst>
                    </p:cTn>
                  </p:par>
                  <p:par>
                    <p:cTn id="37" fill="hold">
                      <p:stCondLst>
                        <p:cond delay="indefinite"/>
                      </p:stCondLst>
                      <p:childTnLst>
                        <p:par>
                          <p:cTn id="38" fill="hold">
                            <p:stCondLst>
                              <p:cond delay="0"/>
                            </p:stCondLst>
                            <p:childTnLst>
                              <p:par>
                                <p:cTn id="39" presetClass="entr" nodeType="clickEffect" presetID="10" grpId="9" fill="hold">
                                  <p:stCondLst>
                                    <p:cond delay="0"/>
                                  </p:stCondLst>
                                  <p:iterate type="el" backwards="0">
                                    <p:tmAbs val="0"/>
                                  </p:iterate>
                                  <p:childTnLst>
                                    <p:set>
                                      <p:cBhvr>
                                        <p:cTn id="40" fill="hold"/>
                                        <p:tgtEl>
                                          <p:spTgt spid="8876"/>
                                        </p:tgtEl>
                                        <p:attrNameLst>
                                          <p:attrName>style.visibility</p:attrName>
                                        </p:attrNameLst>
                                      </p:cBhvr>
                                      <p:to>
                                        <p:strVal val="visible"/>
                                      </p:to>
                                    </p:set>
                                    <p:animEffect filter="fade" transition="in">
                                      <p:cBhvr>
                                        <p:cTn id="41" dur="500"/>
                                        <p:tgtEl>
                                          <p:spTgt spid="8876"/>
                                        </p:tgtEl>
                                      </p:cBhvr>
                                    </p:animEffect>
                                  </p:childTnLst>
                                </p:cTn>
                              </p:par>
                            </p:childTnLst>
                          </p:cTn>
                        </p:par>
                        <p:par>
                          <p:cTn id="42" fill="hold">
                            <p:stCondLst>
                              <p:cond delay="500"/>
                            </p:stCondLst>
                            <p:childTnLst>
                              <p:par>
                                <p:cTn id="43" presetClass="entr" nodeType="afterEffect" presetID="10" grpId="10" fill="hold">
                                  <p:stCondLst>
                                    <p:cond delay="0"/>
                                  </p:stCondLst>
                                  <p:iterate type="el" backwards="0">
                                    <p:tmAbs val="0"/>
                                  </p:iterate>
                                  <p:childTnLst>
                                    <p:set>
                                      <p:cBhvr>
                                        <p:cTn id="44" fill="hold"/>
                                        <p:tgtEl>
                                          <p:spTgt spid="8879"/>
                                        </p:tgtEl>
                                        <p:attrNameLst>
                                          <p:attrName>style.visibility</p:attrName>
                                        </p:attrNameLst>
                                      </p:cBhvr>
                                      <p:to>
                                        <p:strVal val="visible"/>
                                      </p:to>
                                    </p:set>
                                    <p:animEffect filter="fade" transition="in">
                                      <p:cBhvr>
                                        <p:cTn id="45" dur="500"/>
                                        <p:tgtEl>
                                          <p:spTgt spid="8879"/>
                                        </p:tgtEl>
                                      </p:cBhvr>
                                    </p:animEffect>
                                  </p:childTnLst>
                                </p:cTn>
                              </p:par>
                            </p:childTnLst>
                          </p:cTn>
                        </p:par>
                        <p:par>
                          <p:cTn id="46" fill="hold">
                            <p:stCondLst>
                              <p:cond delay="1000"/>
                            </p:stCondLst>
                            <p:childTnLst>
                              <p:par>
                                <p:cTn id="47" presetClass="entr" nodeType="afterEffect" presetID="10" grpId="11" fill="hold">
                                  <p:stCondLst>
                                    <p:cond delay="0"/>
                                  </p:stCondLst>
                                  <p:iterate type="el" backwards="0">
                                    <p:tmAbs val="0"/>
                                  </p:iterate>
                                  <p:childTnLst>
                                    <p:set>
                                      <p:cBhvr>
                                        <p:cTn id="48" fill="hold"/>
                                        <p:tgtEl>
                                          <p:spTgt spid="8882"/>
                                        </p:tgtEl>
                                        <p:attrNameLst>
                                          <p:attrName>style.visibility</p:attrName>
                                        </p:attrNameLst>
                                      </p:cBhvr>
                                      <p:to>
                                        <p:strVal val="visible"/>
                                      </p:to>
                                    </p:set>
                                    <p:animEffect filter="fade" transition="in">
                                      <p:cBhvr>
                                        <p:cTn id="49" dur="500"/>
                                        <p:tgtEl>
                                          <p:spTgt spid="8882"/>
                                        </p:tgtEl>
                                      </p:cBhvr>
                                    </p:animEffect>
                                  </p:childTnLst>
                                </p:cTn>
                              </p:par>
                            </p:childTnLst>
                          </p:cTn>
                        </p:par>
                      </p:childTnLst>
                    </p:cTn>
                  </p:par>
                  <p:par>
                    <p:cTn id="50" fill="hold">
                      <p:stCondLst>
                        <p:cond delay="indefinite"/>
                      </p:stCondLst>
                      <p:childTnLst>
                        <p:par>
                          <p:cTn id="51" fill="hold">
                            <p:stCondLst>
                              <p:cond delay="0"/>
                            </p:stCondLst>
                            <p:childTnLst>
                              <p:par>
                                <p:cTn id="52" presetClass="entr" nodeType="clickEffect" presetID="10" grpId="12" fill="hold">
                                  <p:stCondLst>
                                    <p:cond delay="0"/>
                                  </p:stCondLst>
                                  <p:iterate type="el" backwards="0">
                                    <p:tmAbs val="0"/>
                                  </p:iterate>
                                  <p:childTnLst>
                                    <p:set>
                                      <p:cBhvr>
                                        <p:cTn id="53" fill="hold"/>
                                        <p:tgtEl>
                                          <p:spTgt spid="8885"/>
                                        </p:tgtEl>
                                        <p:attrNameLst>
                                          <p:attrName>style.visibility</p:attrName>
                                        </p:attrNameLst>
                                      </p:cBhvr>
                                      <p:to>
                                        <p:strVal val="visible"/>
                                      </p:to>
                                    </p:set>
                                    <p:animEffect filter="fade" transition="in">
                                      <p:cBhvr>
                                        <p:cTn id="54" dur="500"/>
                                        <p:tgtEl>
                                          <p:spTgt spid="8885"/>
                                        </p:tgtEl>
                                      </p:cBhvr>
                                    </p:animEffect>
                                  </p:childTnLst>
                                </p:cTn>
                              </p:par>
                            </p:childTnLst>
                          </p:cTn>
                        </p:par>
                        <p:par>
                          <p:cTn id="55" fill="hold">
                            <p:stCondLst>
                              <p:cond delay="500"/>
                            </p:stCondLst>
                            <p:childTnLst>
                              <p:par>
                                <p:cTn id="56" presetClass="entr" nodeType="afterEffect" presetID="10" grpId="13" fill="hold">
                                  <p:stCondLst>
                                    <p:cond delay="0"/>
                                  </p:stCondLst>
                                  <p:iterate type="el" backwards="0">
                                    <p:tmAbs val="0"/>
                                  </p:iterate>
                                  <p:childTnLst>
                                    <p:set>
                                      <p:cBhvr>
                                        <p:cTn id="57" fill="hold"/>
                                        <p:tgtEl>
                                          <p:spTgt spid="8888"/>
                                        </p:tgtEl>
                                        <p:attrNameLst>
                                          <p:attrName>style.visibility</p:attrName>
                                        </p:attrNameLst>
                                      </p:cBhvr>
                                      <p:to>
                                        <p:strVal val="visible"/>
                                      </p:to>
                                    </p:set>
                                    <p:animEffect filter="fade" transition="in">
                                      <p:cBhvr>
                                        <p:cTn id="58" dur="500"/>
                                        <p:tgtEl>
                                          <p:spTgt spid="8888"/>
                                        </p:tgtEl>
                                      </p:cBhvr>
                                    </p:animEffect>
                                  </p:childTnLst>
                                </p:cTn>
                              </p:par>
                            </p:childTnLst>
                          </p:cTn>
                        </p:par>
                      </p:childTnLst>
                    </p:cTn>
                  </p:par>
                  <p:par>
                    <p:cTn id="59" fill="hold">
                      <p:stCondLst>
                        <p:cond delay="indefinite"/>
                      </p:stCondLst>
                      <p:childTnLst>
                        <p:par>
                          <p:cTn id="60" fill="hold">
                            <p:stCondLst>
                              <p:cond delay="0"/>
                            </p:stCondLst>
                            <p:childTnLst>
                              <p:par>
                                <p:cTn id="61" presetClass="entr" nodeType="clickEffect" presetID="10" grpId="14" fill="hold">
                                  <p:stCondLst>
                                    <p:cond delay="0"/>
                                  </p:stCondLst>
                                  <p:iterate type="el" backwards="0">
                                    <p:tmAbs val="0"/>
                                  </p:iterate>
                                  <p:childTnLst>
                                    <p:set>
                                      <p:cBhvr>
                                        <p:cTn id="62" fill="hold"/>
                                        <p:tgtEl>
                                          <p:spTgt spid="8889"/>
                                        </p:tgtEl>
                                        <p:attrNameLst>
                                          <p:attrName>style.visibility</p:attrName>
                                        </p:attrNameLst>
                                      </p:cBhvr>
                                      <p:to>
                                        <p:strVal val="visible"/>
                                      </p:to>
                                    </p:set>
                                    <p:animEffect filter="fade" transition="in">
                                      <p:cBhvr>
                                        <p:cTn id="63" dur="500"/>
                                        <p:tgtEl>
                                          <p:spTgt spid="8889"/>
                                        </p:tgtEl>
                                      </p:cBhvr>
                                    </p:animEffect>
                                  </p:childTnLst>
                                </p:cTn>
                              </p:par>
                            </p:childTnLst>
                          </p:cTn>
                        </p:par>
                        <p:par>
                          <p:cTn id="64" fill="hold">
                            <p:stCondLst>
                              <p:cond delay="500"/>
                            </p:stCondLst>
                            <p:childTnLst>
                              <p:par>
                                <p:cTn id="65" presetClass="entr" nodeType="afterEffect" presetID="10" grpId="15" fill="hold">
                                  <p:stCondLst>
                                    <p:cond delay="0"/>
                                  </p:stCondLst>
                                  <p:iterate type="el" backwards="0">
                                    <p:tmAbs val="0"/>
                                  </p:iterate>
                                  <p:childTnLst>
                                    <p:set>
                                      <p:cBhvr>
                                        <p:cTn id="66" fill="hold"/>
                                        <p:tgtEl>
                                          <p:spTgt spid="8890"/>
                                        </p:tgtEl>
                                        <p:attrNameLst>
                                          <p:attrName>style.visibility</p:attrName>
                                        </p:attrNameLst>
                                      </p:cBhvr>
                                      <p:to>
                                        <p:strVal val="visible"/>
                                      </p:to>
                                    </p:set>
                                    <p:animEffect filter="fade" transition="in">
                                      <p:cBhvr>
                                        <p:cTn id="67" dur="500"/>
                                        <p:tgtEl>
                                          <p:spTgt spid="8890"/>
                                        </p:tgtEl>
                                      </p:cBhvr>
                                    </p:animEffect>
                                  </p:childTnLst>
                                </p:cTn>
                              </p:par>
                            </p:childTnLst>
                          </p:cTn>
                        </p:par>
                        <p:par>
                          <p:cTn id="68" fill="hold">
                            <p:stCondLst>
                              <p:cond delay="1000"/>
                            </p:stCondLst>
                            <p:childTnLst>
                              <p:par>
                                <p:cTn id="69" presetClass="entr" nodeType="afterEffect" presetID="10" grpId="16" fill="hold">
                                  <p:stCondLst>
                                    <p:cond delay="0"/>
                                  </p:stCondLst>
                                  <p:iterate type="el" backwards="0">
                                    <p:tmAbs val="0"/>
                                  </p:iterate>
                                  <p:childTnLst>
                                    <p:set>
                                      <p:cBhvr>
                                        <p:cTn id="70" fill="hold"/>
                                        <p:tgtEl>
                                          <p:spTgt spid="8893"/>
                                        </p:tgtEl>
                                        <p:attrNameLst>
                                          <p:attrName>style.visibility</p:attrName>
                                        </p:attrNameLst>
                                      </p:cBhvr>
                                      <p:to>
                                        <p:strVal val="visible"/>
                                      </p:to>
                                    </p:set>
                                    <p:animEffect filter="fade" transition="in">
                                      <p:cBhvr>
                                        <p:cTn id="71" dur="500"/>
                                        <p:tgtEl>
                                          <p:spTgt spid="8893"/>
                                        </p:tgtEl>
                                      </p:cBhvr>
                                    </p:animEffect>
                                  </p:childTnLst>
                                </p:cTn>
                              </p:par>
                            </p:childTnLst>
                          </p:cTn>
                        </p:par>
                      </p:childTnLst>
                    </p:cTn>
                  </p:par>
                  <p:par>
                    <p:cTn id="72" fill="hold">
                      <p:stCondLst>
                        <p:cond delay="indefinite"/>
                      </p:stCondLst>
                      <p:childTnLst>
                        <p:par>
                          <p:cTn id="73" fill="hold">
                            <p:stCondLst>
                              <p:cond delay="0"/>
                            </p:stCondLst>
                            <p:childTnLst>
                              <p:par>
                                <p:cTn id="74" presetClass="entr" nodeType="clickEffect" presetID="10" grpId="17" fill="hold">
                                  <p:stCondLst>
                                    <p:cond delay="0"/>
                                  </p:stCondLst>
                                  <p:iterate type="el" backwards="0">
                                    <p:tmAbs val="0"/>
                                  </p:iterate>
                                  <p:childTnLst>
                                    <p:set>
                                      <p:cBhvr>
                                        <p:cTn id="75" fill="hold"/>
                                        <p:tgtEl>
                                          <p:spTgt spid="8894"/>
                                        </p:tgtEl>
                                        <p:attrNameLst>
                                          <p:attrName>style.visibility</p:attrName>
                                        </p:attrNameLst>
                                      </p:cBhvr>
                                      <p:to>
                                        <p:strVal val="visible"/>
                                      </p:to>
                                    </p:set>
                                    <p:animEffect filter="fade" transition="in">
                                      <p:cBhvr>
                                        <p:cTn id="76" dur="500"/>
                                        <p:tgtEl>
                                          <p:spTgt spid="8894"/>
                                        </p:tgtEl>
                                      </p:cBhvr>
                                    </p:animEffect>
                                  </p:childTnLst>
                                </p:cTn>
                              </p:par>
                            </p:childTnLst>
                          </p:cTn>
                        </p:par>
                        <p:par>
                          <p:cTn id="77" fill="hold">
                            <p:stCondLst>
                              <p:cond delay="500"/>
                            </p:stCondLst>
                            <p:childTnLst>
                              <p:par>
                                <p:cTn id="78" presetClass="entr" nodeType="afterEffect" presetID="10" grpId="18" fill="hold">
                                  <p:stCondLst>
                                    <p:cond delay="0"/>
                                  </p:stCondLst>
                                  <p:iterate type="el" backwards="0">
                                    <p:tmAbs val="0"/>
                                  </p:iterate>
                                  <p:childTnLst>
                                    <p:set>
                                      <p:cBhvr>
                                        <p:cTn id="79" fill="hold"/>
                                        <p:tgtEl>
                                          <p:spTgt spid="8897"/>
                                        </p:tgtEl>
                                        <p:attrNameLst>
                                          <p:attrName>style.visibility</p:attrName>
                                        </p:attrNameLst>
                                      </p:cBhvr>
                                      <p:to>
                                        <p:strVal val="visible"/>
                                      </p:to>
                                    </p:set>
                                    <p:animEffect filter="fade" transition="in">
                                      <p:cBhvr>
                                        <p:cTn id="80" dur="500"/>
                                        <p:tgtEl>
                                          <p:spTgt spid="88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867" grpId="6"/>
      <p:bldP build="whole" bldLvl="1" animBg="1" rev="0" advAuto="0" spid="8858" grpId="1"/>
      <p:bldP build="whole" bldLvl="1" animBg="1" rev="0" advAuto="0" spid="8864" grpId="5"/>
      <p:bldP build="whole" bldLvl="1" animBg="1" rev="0" advAuto="0" spid="8859" grpId="2"/>
      <p:bldP build="whole" bldLvl="1" animBg="1" rev="0" advAuto="0" spid="8893" grpId="16"/>
      <p:bldP build="whole" bldLvl="1" animBg="1" rev="0" advAuto="0" spid="8888" grpId="13"/>
      <p:bldP build="whole" bldLvl="1" animBg="1" rev="0" advAuto="0" spid="8889" grpId="14"/>
      <p:bldP build="whole" bldLvl="1" animBg="1" rev="0" advAuto="0" spid="8860" grpId="3"/>
      <p:bldP build="whole" bldLvl="1" animBg="1" rev="0" advAuto="0" spid="8885" grpId="12"/>
      <p:bldP build="whole" bldLvl="1" animBg="1" rev="0" advAuto="0" spid="8882" grpId="11"/>
      <p:bldP build="whole" bldLvl="1" animBg="1" rev="0" advAuto="0" spid="8894" grpId="17"/>
      <p:bldP build="whole" bldLvl="1" animBg="1" rev="0" advAuto="0" spid="8879" grpId="10"/>
      <p:bldP build="whole" bldLvl="1" animBg="1" rev="0" advAuto="0" spid="8897" grpId="18"/>
      <p:bldP build="whole" bldLvl="1" animBg="1" rev="0" advAuto="0" spid="8876" grpId="9"/>
      <p:bldP build="whole" bldLvl="1" animBg="1" rev="0" advAuto="0" spid="8873" grpId="8"/>
      <p:bldP build="whole" bldLvl="1" animBg="1" rev="0" advAuto="0" spid="8861" grpId="4"/>
      <p:bldP build="whole" bldLvl="1" animBg="1" rev="0" advAuto="0" spid="8870" grpId="7"/>
      <p:bldP build="whole" bldLvl="1" animBg="1" rev="0" advAuto="0" spid="8890" grpId="15"/>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8901" name="copilot-api-simulation.mp4" descr="copilot-api-simulation.mp4"/>
          <p:cNvPicPr>
            <a:picLocks noChangeAspect="0"/>
          </p:cNvPicPr>
          <p:nvPr>
            <a:videoFile r:link="rId2"/>
            <p:extLst>
              <p:ext uri="{DAA4B4D4-6D71-4841-9C94-3DE7FCFB9230}">
                <p14:media xmlns:p14="http://schemas.microsoft.com/office/powerpoint/2010/main" r:embed="rId3"/>
              </p:ext>
            </p:extLst>
          </p:nvPr>
        </p:nvPicPr>
        <p:blipFill>
          <a:blip r:embed="rId4">
            <a:extLst/>
          </a:blip>
          <a:stretch>
            <a:fillRect/>
          </a:stretch>
        </p:blipFill>
        <p:spPr>
          <a:xfrm>
            <a:off x="0" y="0"/>
            <a:ext cx="12179300" cy="6858000"/>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mediacall" nodeType="clickEffect" presetSubtype="0" presetID="1" grpId="1" fill="hold">
                                  <p:stCondLst>
                                    <p:cond delay="0"/>
                                  </p:stCondLst>
                                  <p:childTnLst>
                                    <p:cmd type="call" cmd="playFrom(0.0)">
                                      <p:cBhvr>
                                        <p:cTn id="6" dur="95266" fill="hold"/>
                                        <p:tgtEl>
                                          <p:spTgt spid="8901"/>
                                        </p:tgtEl>
                                      </p:cBhvr>
                                    </p:cmd>
                                  </p:childTnLst>
                                </p:cTn>
                              </p:par>
                            </p:childTnLst>
                          </p:cTn>
                        </p:par>
                      </p:childTnLst>
                    </p:cTn>
                  </p:par>
                  <p:par>
                    <p:cTn id="7" fill="hold">
                      <p:stCondLst>
                        <p:cond delay="indefinite"/>
                      </p:stCondLst>
                      <p:childTnLst>
                        <p:par>
                          <p:cTn id="8" fill="hold">
                            <p:stCondLst>
                              <p:cond delay="0"/>
                            </p:stCondLst>
                            <p:childTnLst>
                              <p:par>
                                <p:cTn id="9" presetClass="mediacall" nodeType="clickEffect" presetSubtype="0" presetID="3" grpId="1" fill="hold">
                                  <p:stCondLst>
                                    <p:cond delay="0"/>
                                  </p:stCondLst>
                                  <p:childTnLst>
                                    <p:cmd type="call" cmd="stop">
                                      <p:cBhvr>
                                        <p:cTn id="10" dur="1000" fill="hold"/>
                                        <p:tgtEl>
                                          <p:spTgt spid="8901"/>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100000">
                <p:cTn id="11" fill="hold" display="0">
                  <p:stCondLst>
                    <p:cond delay="indefinite"/>
                  </p:stCondLst>
                </p:cTn>
                <p:tgtEl>
                  <p:spTgt spid="8901"/>
                </p:tgtEl>
              </p:cMediaNode>
            </p:video>
            <p:seq concurrent="1" prevAc="none" nextAc="seek">
              <p:cTn id="12" evtFilter="cancelBubble" nodeType="interactiveSeq" restart="whenNotActive" fill="hold">
                <p:stCondLst>
                  <p:cond delay="0" evt="onClick">
                    <p:tgtEl>
                      <p:spTgt spid="8901"/>
                    </p:tgtEl>
                  </p:cond>
                </p:stCondLst>
                <p:endSync delay="0" evt="end">
                  <p:rtn val="all"/>
                </p:endSync>
                <p:childTnLst>
                  <p:par>
                    <p:cTn id="13" fill="hold">
                      <p:stCondLst>
                        <p:cond delay="0"/>
                      </p:stCondLst>
                      <p:childTnLst>
                        <p:par>
                          <p:cTn id="14" fill="hold">
                            <p:stCondLst>
                              <p:cond delay="0"/>
                            </p:stCondLst>
                            <p:childTnLst>
                              <p:par>
                                <p:cTn id="15" presetClass="mediacall" nodeType="clickEffect" presetSubtype="0" presetID="2" fill="hold">
                                  <p:stCondLst>
                                    <p:cond delay="0"/>
                                  </p:stCondLst>
                                  <p:childTnLst>
                                    <p:cmd type="call" cmd="togglePause">
                                      <p:cBhvr>
                                        <p:cTn id="16" dur="1" fill="hold"/>
                                        <p:tgtEl>
                                          <p:spTgt spid="8901"/>
                                        </p:tgtEl>
                                      </p:cBhvr>
                                    </p:cmd>
                                  </p:childTnLst>
                                </p:cTn>
                              </p:par>
                            </p:childTnLst>
                          </p:cTn>
                        </p:par>
                      </p:childTnLst>
                    </p:cTn>
                  </p:par>
                </p:childTnLst>
              </p:cTn>
              <p:nextCondLst>
                <p:cond delay="0" evt="onClick">
                  <p:tgtEl>
                    <p:spTgt spid="8901"/>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8903" name="Picture Placeholder 10" descr="Picture Placeholder 10"/>
          <p:cNvPicPr>
            <a:picLocks noChangeAspect="1"/>
          </p:cNvPicPr>
          <p:nvPr>
            <p:ph type="pic" idx="21"/>
          </p:nvPr>
        </p:nvPicPr>
        <p:blipFill>
          <a:blip r:embed="rId2">
            <a:extLst/>
          </a:blip>
          <a:srcRect l="1294" t="0" r="1294" b="0"/>
          <a:stretch>
            <a:fillRect/>
          </a:stretch>
        </p:blipFill>
        <p:spPr>
          <a:xfrm>
            <a:off x="397764" y="612774"/>
            <a:ext cx="5486589" cy="5632451"/>
          </a:xfrm>
          <a:prstGeom prst="rect">
            <a:avLst/>
          </a:prstGeom>
        </p:spPr>
      </p:pic>
      <p:sp>
        <p:nvSpPr>
          <p:cNvPr id="8904" name="Text Placeholder 6"/>
          <p:cNvSpPr/>
          <p:nvPr>
            <p:ph type="body" idx="23"/>
          </p:nvPr>
        </p:nvSpPr>
        <p:spPr>
          <a:xfrm>
            <a:off x="6340442" y="2857502"/>
            <a:ext cx="5490913" cy="1142996"/>
          </a:xfrm>
          <a:prstGeom prst="rect">
            <a:avLst/>
          </a:prstGeom>
          <a:extLst>
            <a:ext uri="{C572A759-6A51-4108-AA02-DFA0A04FC94B}">
              <ma14:wrappingTextBoxFlag xmlns:ma14="http://schemas.microsoft.com/office/mac/drawingml/2011/main" val="1"/>
            </a:ext>
          </a:extLst>
        </p:spPr>
        <p:txBody>
          <a:bodyPr/>
          <a:lstStyle/>
          <a:p>
            <a:pPr/>
            <a:r>
              <a:t>Try all the skills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U26 Theme_dark version">
  <a:themeElements>
    <a:clrScheme name="U26 Theme_dark version">
      <a:dk1>
        <a:srgbClr val="000000"/>
      </a:dk1>
      <a:lt1>
        <a:srgbClr val="101411"/>
      </a:lt1>
      <a:dk2>
        <a:srgbClr val="A7A7A7"/>
      </a:dk2>
      <a:lt2>
        <a:srgbClr val="535353"/>
      </a:lt2>
      <a:accent1>
        <a:srgbClr val="08872A"/>
      </a:accent1>
      <a:accent2>
        <a:srgbClr val="BB9F0A"/>
      </a:accent2>
      <a:accent3>
        <a:srgbClr val="5738F8"/>
      </a:accent3>
      <a:accent4>
        <a:srgbClr val="178FFA"/>
      </a:accent4>
      <a:accent5>
        <a:srgbClr val="F63678"/>
      </a:accent5>
      <a:accent6>
        <a:srgbClr val="E96D11"/>
      </a:accent6>
      <a:hlink>
        <a:srgbClr val="0000FF"/>
      </a:hlink>
      <a:folHlink>
        <a:srgbClr val="FF00FF"/>
      </a:folHlink>
    </a:clrScheme>
    <a:fontScheme name="U26 Theme_dark version">
      <a:majorFont>
        <a:latin typeface="Mona Sans"/>
        <a:ea typeface="Mona Sans"/>
        <a:cs typeface="Mona Sans"/>
      </a:majorFont>
      <a:minorFont>
        <a:latin typeface="Helvetica"/>
        <a:ea typeface="Helvetica"/>
        <a:cs typeface="Helvetica"/>
      </a:minorFont>
    </a:fontScheme>
    <a:fmtScheme name="U26 Theme_dark vers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01411"/>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078" rtl="0" fontAlgn="auto" latinLnBrk="0" hangingPunct="0">
          <a:lnSpc>
            <a:spcPct val="100000"/>
          </a:lnSpc>
          <a:spcBef>
            <a:spcPts val="0"/>
          </a:spcBef>
          <a:spcAft>
            <a:spcPts val="0"/>
          </a:spcAft>
          <a:buClrTx/>
          <a:buSzTx/>
          <a:buFontTx/>
          <a:buNone/>
          <a:tabLst/>
          <a:defRPr b="0" baseline="0" cap="none" i="0" spc="0" strike="noStrike" sz="1700" u="none" kumimoji="0" normalizeH="0">
            <a:ln>
              <a:noFill/>
            </a:ln>
            <a:solidFill>
              <a:srgbClr val="000000"/>
            </a:solidFill>
            <a:effectLst/>
            <a:uFillTx/>
            <a:latin typeface="+mj-lt"/>
            <a:ea typeface="+mj-ea"/>
            <a:cs typeface="+mj-cs"/>
            <a:sym typeface="Mona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078" rtl="0" fontAlgn="auto" latinLnBrk="0" hangingPunct="0">
          <a:lnSpc>
            <a:spcPct val="100000"/>
          </a:lnSpc>
          <a:spcBef>
            <a:spcPts val="0"/>
          </a:spcBef>
          <a:spcAft>
            <a:spcPts val="0"/>
          </a:spcAft>
          <a:buClrTx/>
          <a:buSzTx/>
          <a:buFontTx/>
          <a:buNone/>
          <a:tabLst/>
          <a:defRPr b="0" baseline="0" cap="none" i="0" spc="0" strike="noStrike" sz="1700" u="none" kumimoji="0" normalizeH="0">
            <a:ln>
              <a:noFill/>
            </a:ln>
            <a:solidFill>
              <a:srgbClr val="000000"/>
            </a:solidFill>
            <a:effectLst/>
            <a:uFillTx/>
            <a:latin typeface="+mj-lt"/>
            <a:ea typeface="+mj-ea"/>
            <a:cs typeface="+mj-cs"/>
            <a:sym typeface="Mona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U26 Theme_dark version">
  <a:themeElements>
    <a:clrScheme name="U26 Theme_dark version">
      <a:dk1>
        <a:srgbClr val="000000"/>
      </a:dk1>
      <a:lt1>
        <a:srgbClr val="FFFFFF"/>
      </a:lt1>
      <a:dk2>
        <a:srgbClr val="A7A7A7"/>
      </a:dk2>
      <a:lt2>
        <a:srgbClr val="535353"/>
      </a:lt2>
      <a:accent1>
        <a:srgbClr val="08872A"/>
      </a:accent1>
      <a:accent2>
        <a:srgbClr val="BB9F0A"/>
      </a:accent2>
      <a:accent3>
        <a:srgbClr val="5738F8"/>
      </a:accent3>
      <a:accent4>
        <a:srgbClr val="178FFA"/>
      </a:accent4>
      <a:accent5>
        <a:srgbClr val="F63678"/>
      </a:accent5>
      <a:accent6>
        <a:srgbClr val="E96D11"/>
      </a:accent6>
      <a:hlink>
        <a:srgbClr val="0000FF"/>
      </a:hlink>
      <a:folHlink>
        <a:srgbClr val="FF00FF"/>
      </a:folHlink>
    </a:clrScheme>
    <a:fontScheme name="U26 Theme_dark version">
      <a:majorFont>
        <a:latin typeface="Mona Sans"/>
        <a:ea typeface="Mona Sans"/>
        <a:cs typeface="Mona Sans"/>
      </a:majorFont>
      <a:minorFont>
        <a:latin typeface="Helvetica"/>
        <a:ea typeface="Helvetica"/>
        <a:cs typeface="Helvetica"/>
      </a:minorFont>
    </a:fontScheme>
    <a:fmtScheme name="U26 Theme_dark vers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01411"/>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078" rtl="0" fontAlgn="auto" latinLnBrk="0" hangingPunct="0">
          <a:lnSpc>
            <a:spcPct val="100000"/>
          </a:lnSpc>
          <a:spcBef>
            <a:spcPts val="0"/>
          </a:spcBef>
          <a:spcAft>
            <a:spcPts val="0"/>
          </a:spcAft>
          <a:buClrTx/>
          <a:buSzTx/>
          <a:buFontTx/>
          <a:buNone/>
          <a:tabLst/>
          <a:defRPr b="0" baseline="0" cap="none" i="0" spc="0" strike="noStrike" sz="1700" u="none" kumimoji="0" normalizeH="0">
            <a:ln>
              <a:noFill/>
            </a:ln>
            <a:solidFill>
              <a:srgbClr val="000000"/>
            </a:solidFill>
            <a:effectLst/>
            <a:uFillTx/>
            <a:latin typeface="+mj-lt"/>
            <a:ea typeface="+mj-ea"/>
            <a:cs typeface="+mj-cs"/>
            <a:sym typeface="Mona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078" rtl="0" fontAlgn="auto" latinLnBrk="0" hangingPunct="0">
          <a:lnSpc>
            <a:spcPct val="100000"/>
          </a:lnSpc>
          <a:spcBef>
            <a:spcPts val="0"/>
          </a:spcBef>
          <a:spcAft>
            <a:spcPts val="0"/>
          </a:spcAft>
          <a:buClrTx/>
          <a:buSzTx/>
          <a:buFontTx/>
          <a:buNone/>
          <a:tabLst/>
          <a:defRPr b="0" baseline="0" cap="none" i="0" spc="0" strike="noStrike" sz="1700" u="none" kumimoji="0" normalizeH="0">
            <a:ln>
              <a:noFill/>
            </a:ln>
            <a:solidFill>
              <a:srgbClr val="000000"/>
            </a:solidFill>
            <a:effectLst/>
            <a:uFillTx/>
            <a:latin typeface="+mj-lt"/>
            <a:ea typeface="+mj-ea"/>
            <a:cs typeface="+mj-cs"/>
            <a:sym typeface="Mona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